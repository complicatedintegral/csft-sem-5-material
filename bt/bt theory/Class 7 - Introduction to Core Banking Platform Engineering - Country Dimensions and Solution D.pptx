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99" r:id="rId6"/>
    <p:sldMasterId id="2147483719" r:id="rId7"/>
    <p:sldMasterId id="2147483743" r:id="rId8"/>
    <p:sldMasterId id="2147483745" r:id="rId9"/>
    <p:sldMasterId id="2147483757" r:id="rId10"/>
  </p:sldMasterIdLst>
  <p:notesMasterIdLst>
    <p:notesMasterId r:id="rId73"/>
  </p:notesMasterIdLst>
  <p:sldIdLst>
    <p:sldId id="268" r:id="rId11"/>
    <p:sldId id="2147483075" r:id="rId12"/>
    <p:sldId id="2147483076" r:id="rId13"/>
    <p:sldId id="2147483104" r:id="rId14"/>
    <p:sldId id="2147483085" r:id="rId15"/>
    <p:sldId id="2147483169" r:id="rId16"/>
    <p:sldId id="2147483170" r:id="rId17"/>
    <p:sldId id="2147483171" r:id="rId18"/>
    <p:sldId id="2147483172" r:id="rId19"/>
    <p:sldId id="2147483177" r:id="rId20"/>
    <p:sldId id="2147483178" r:id="rId21"/>
    <p:sldId id="2147483173" r:id="rId22"/>
    <p:sldId id="2147483206" r:id="rId23"/>
    <p:sldId id="2147483175" r:id="rId24"/>
    <p:sldId id="2147483180" r:id="rId25"/>
    <p:sldId id="2147483181" r:id="rId26"/>
    <p:sldId id="2147483184" r:id="rId27"/>
    <p:sldId id="2147483185" r:id="rId28"/>
    <p:sldId id="2147483187" r:id="rId29"/>
    <p:sldId id="2147483189" r:id="rId30"/>
    <p:sldId id="2147483190" r:id="rId31"/>
    <p:sldId id="2147483191" r:id="rId32"/>
    <p:sldId id="2147483192" r:id="rId33"/>
    <p:sldId id="2147483193" r:id="rId34"/>
    <p:sldId id="2147483194" r:id="rId35"/>
    <p:sldId id="2147483195" r:id="rId36"/>
    <p:sldId id="2147483196" r:id="rId37"/>
    <p:sldId id="2147483197" r:id="rId38"/>
    <p:sldId id="2147483198" r:id="rId39"/>
    <p:sldId id="2147483199" r:id="rId40"/>
    <p:sldId id="2147483200" r:id="rId41"/>
    <p:sldId id="2147483201" r:id="rId42"/>
    <p:sldId id="2147483202" r:id="rId43"/>
    <p:sldId id="2147483203" r:id="rId44"/>
    <p:sldId id="2147483204" r:id="rId45"/>
    <p:sldId id="2147483205" r:id="rId46"/>
    <p:sldId id="2147483078" r:id="rId47"/>
    <p:sldId id="2147483207" r:id="rId48"/>
    <p:sldId id="2147483209" r:id="rId49"/>
    <p:sldId id="2147483210" r:id="rId50"/>
    <p:sldId id="2147483208" r:id="rId51"/>
    <p:sldId id="2147483211" r:id="rId52"/>
    <p:sldId id="2563" r:id="rId53"/>
    <p:sldId id="2564" r:id="rId54"/>
    <p:sldId id="2565" r:id="rId55"/>
    <p:sldId id="2566" r:id="rId56"/>
    <p:sldId id="2567" r:id="rId57"/>
    <p:sldId id="2568" r:id="rId58"/>
    <p:sldId id="2569" r:id="rId59"/>
    <p:sldId id="2572" r:id="rId60"/>
    <p:sldId id="2573" r:id="rId61"/>
    <p:sldId id="2571" r:id="rId62"/>
    <p:sldId id="2147483212" r:id="rId63"/>
    <p:sldId id="2147483218" r:id="rId64"/>
    <p:sldId id="2147483217" r:id="rId65"/>
    <p:sldId id="2147483219" r:id="rId66"/>
    <p:sldId id="2147483214" r:id="rId67"/>
    <p:sldId id="2147483220" r:id="rId68"/>
    <p:sldId id="2147483215" r:id="rId69"/>
    <p:sldId id="2147483071" r:id="rId70"/>
    <p:sldId id="2147483073" r:id="rId71"/>
    <p:sldId id="2147483074"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8756D-297D-FE4C-87C6-B56933F1E6E9}" v="7" dt="2025-09-14T22:11:24.287"/>
    <p1510:client id="{76E8EBD1-3F83-E535-0F72-EF5E2CA8F717}" v="2" dt="2025-09-14T20:43:10.657"/>
    <p1510:client id="{E6E3723F-74D6-E90F-5AF2-67999A9F5F38}" v="1" dt="2025-09-15T15:27:38.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Miriyala" userId="52c44cb45e9b6ff9" providerId="LiveId" clId="{743E373F-AE2B-41A0-B7F2-F1BDF38D3EE2}"/>
    <pc:docChg chg="undo custSel addSld delSld modSld sldOrd">
      <pc:chgData name="Venu Miriyala" userId="52c44cb45e9b6ff9" providerId="LiveId" clId="{743E373F-AE2B-41A0-B7F2-F1BDF38D3EE2}" dt="2025-08-19T05:37:38.767" v="7859"/>
      <pc:docMkLst>
        <pc:docMk/>
      </pc:docMkLst>
      <pc:sldChg chg="add del">
        <pc:chgData name="Venu Miriyala" userId="52c44cb45e9b6ff9" providerId="LiveId" clId="{743E373F-AE2B-41A0-B7F2-F1BDF38D3EE2}" dt="2025-08-17T08:13:35.961" v="333"/>
        <pc:sldMkLst>
          <pc:docMk/>
          <pc:sldMk cId="260051584" sldId="257"/>
        </pc:sldMkLst>
      </pc:sldChg>
      <pc:sldChg chg="modSp mod">
        <pc:chgData name="Venu Miriyala" userId="52c44cb45e9b6ff9" providerId="LiveId" clId="{743E373F-AE2B-41A0-B7F2-F1BDF38D3EE2}" dt="2025-08-19T05:36:04.920" v="7839" actId="20577"/>
        <pc:sldMkLst>
          <pc:docMk/>
          <pc:sldMk cId="3206886608" sldId="268"/>
        </pc:sldMkLst>
        <pc:spChg chg="mod">
          <ac:chgData name="Venu Miriyala" userId="52c44cb45e9b6ff9" providerId="LiveId" clId="{743E373F-AE2B-41A0-B7F2-F1BDF38D3EE2}" dt="2025-08-19T05:36:04.920" v="7839" actId="20577"/>
          <ac:spMkLst>
            <pc:docMk/>
            <pc:sldMk cId="3206886608" sldId="268"/>
            <ac:spMk id="4" creationId="{00000000-0000-0000-0000-000000000000}"/>
          </ac:spMkLst>
        </pc:spChg>
      </pc:sldChg>
      <pc:sldChg chg="modSp">
        <pc:chgData name="Venu Miriyala" userId="52c44cb45e9b6ff9" providerId="LiveId" clId="{743E373F-AE2B-41A0-B7F2-F1BDF38D3EE2}" dt="2025-08-17T08:11:19.076" v="330" actId="20577"/>
        <pc:sldMkLst>
          <pc:docMk/>
          <pc:sldMk cId="185543973" sldId="278"/>
        </pc:sldMkLst>
      </pc:sldChg>
      <pc:sldChg chg="modSp mod ord">
        <pc:chgData name="Venu Miriyala" userId="52c44cb45e9b6ff9" providerId="LiveId" clId="{743E373F-AE2B-41A0-B7F2-F1BDF38D3EE2}" dt="2025-08-19T05:23:19.294" v="7668" actId="20577"/>
        <pc:sldMkLst>
          <pc:docMk/>
          <pc:sldMk cId="2082353557" sldId="279"/>
        </pc:sldMkLst>
      </pc:sldChg>
      <pc:sldChg chg="addSp delSp add del setBg delDesignElem">
        <pc:chgData name="Venu Miriyala" userId="52c44cb45e9b6ff9" providerId="LiveId" clId="{743E373F-AE2B-41A0-B7F2-F1BDF38D3EE2}" dt="2025-08-17T10:03:01.972" v="1374"/>
        <pc:sldMkLst>
          <pc:docMk/>
          <pc:sldMk cId="2894999519" sldId="2567"/>
        </pc:sldMkLst>
      </pc:sldChg>
      <pc:sldChg chg="addSp delSp modSp add del mod setBg delDesignElem">
        <pc:chgData name="Venu Miriyala" userId="52c44cb45e9b6ff9" providerId="LiveId" clId="{743E373F-AE2B-41A0-B7F2-F1BDF38D3EE2}" dt="2025-08-17T11:34:35.247" v="2091" actId="20577"/>
        <pc:sldMkLst>
          <pc:docMk/>
          <pc:sldMk cId="3352542415" sldId="2568"/>
        </pc:sldMkLst>
      </pc:sldChg>
      <pc:sldChg chg="addSp delSp modSp add del mod setBg delDesignElem">
        <pc:chgData name="Venu Miriyala" userId="52c44cb45e9b6ff9" providerId="LiveId" clId="{743E373F-AE2B-41A0-B7F2-F1BDF38D3EE2}" dt="2025-08-18T07:32:44.271" v="3673" actId="20577"/>
        <pc:sldMkLst>
          <pc:docMk/>
          <pc:sldMk cId="3735261035" sldId="2569"/>
        </pc:sldMkLst>
      </pc:sldChg>
      <pc:sldChg chg="addSp delSp modSp add del setBg delDesignElem modNotes">
        <pc:chgData name="Venu Miriyala" userId="52c44cb45e9b6ff9" providerId="LiveId" clId="{743E373F-AE2B-41A0-B7F2-F1BDF38D3EE2}" dt="2025-08-18T15:16:07.280" v="4860"/>
        <pc:sldMkLst>
          <pc:docMk/>
          <pc:sldMk cId="1274440868" sldId="2570"/>
        </pc:sldMkLst>
      </pc:sldChg>
      <pc:sldChg chg="addSp delSp add del setBg delDesignElem">
        <pc:chgData name="Venu Miriyala" userId="52c44cb45e9b6ff9" providerId="LiveId" clId="{743E373F-AE2B-41A0-B7F2-F1BDF38D3EE2}" dt="2025-08-17T10:03:43.588" v="1381"/>
        <pc:sldMkLst>
          <pc:docMk/>
          <pc:sldMk cId="175588158" sldId="2571"/>
        </pc:sldMkLst>
      </pc:sldChg>
      <pc:sldChg chg="addSp delSp add del setBg delDesignElem">
        <pc:chgData name="Venu Miriyala" userId="52c44cb45e9b6ff9" providerId="LiveId" clId="{743E373F-AE2B-41A0-B7F2-F1BDF38D3EE2}" dt="2025-08-17T10:03:43.588" v="1381"/>
        <pc:sldMkLst>
          <pc:docMk/>
          <pc:sldMk cId="397461676" sldId="2572"/>
        </pc:sldMkLst>
      </pc:sldChg>
      <pc:sldChg chg="addSp delSp add del setBg delDesignElem">
        <pc:chgData name="Venu Miriyala" userId="52c44cb45e9b6ff9" providerId="LiveId" clId="{743E373F-AE2B-41A0-B7F2-F1BDF38D3EE2}" dt="2025-08-19T04:48:03.656" v="7435"/>
        <pc:sldMkLst>
          <pc:docMk/>
          <pc:sldMk cId="1820515587" sldId="2573"/>
        </pc:sldMkLst>
      </pc:sldChg>
      <pc:sldChg chg="addSp delSp add del setBg delDesignElem">
        <pc:chgData name="Venu Miriyala" userId="52c44cb45e9b6ff9" providerId="LiveId" clId="{743E373F-AE2B-41A0-B7F2-F1BDF38D3EE2}" dt="2025-08-17T10:05:06.085" v="1419" actId="47"/>
        <pc:sldMkLst>
          <pc:docMk/>
          <pc:sldMk cId="1925835997" sldId="2573"/>
        </pc:sldMkLst>
      </pc:sldChg>
      <pc:sldChg chg="addSp delSp modSp add del setBg delDesignElem">
        <pc:chgData name="Venu Miriyala" userId="52c44cb45e9b6ff9" providerId="LiveId" clId="{743E373F-AE2B-41A0-B7F2-F1BDF38D3EE2}" dt="2025-08-19T02:13:38.969" v="5023" actId="47"/>
        <pc:sldMkLst>
          <pc:docMk/>
          <pc:sldMk cId="3650908169" sldId="2573"/>
        </pc:sldMkLst>
      </pc:sldChg>
      <pc:sldChg chg="addSp delSp add del setBg delDesignElem">
        <pc:chgData name="Venu Miriyala" userId="52c44cb45e9b6ff9" providerId="LiveId" clId="{743E373F-AE2B-41A0-B7F2-F1BDF38D3EE2}" dt="2025-08-17T10:03:43.588" v="1381"/>
        <pc:sldMkLst>
          <pc:docMk/>
          <pc:sldMk cId="2799726982" sldId="2574"/>
        </pc:sldMkLst>
      </pc:sldChg>
      <pc:sldChg chg="addSp delSp add del setBg delDesignElem">
        <pc:chgData name="Venu Miriyala" userId="52c44cb45e9b6ff9" providerId="LiveId" clId="{743E373F-AE2B-41A0-B7F2-F1BDF38D3EE2}" dt="2025-08-18T15:01:12.122" v="4020"/>
        <pc:sldMkLst>
          <pc:docMk/>
          <pc:sldMk cId="3393256105" sldId="2575"/>
        </pc:sldMkLst>
      </pc:sldChg>
      <pc:sldChg chg="addSp delSp modSp add del mod setBg delAnim delDesignElem">
        <pc:chgData name="Venu Miriyala" userId="52c44cb45e9b6ff9" providerId="LiveId" clId="{743E373F-AE2B-41A0-B7F2-F1BDF38D3EE2}" dt="2025-08-19T02:20:59.014" v="5042" actId="1076"/>
        <pc:sldMkLst>
          <pc:docMk/>
          <pc:sldMk cId="2052639213" sldId="2576"/>
        </pc:sldMkLst>
      </pc:sldChg>
      <pc:sldChg chg="addSp delSp modSp add del mod ord setBg delDesignElem modNotes">
        <pc:chgData name="Venu Miriyala" userId="52c44cb45e9b6ff9" providerId="LiveId" clId="{743E373F-AE2B-41A0-B7F2-F1BDF38D3EE2}" dt="2025-08-18T15:16:15.620" v="4861"/>
        <pc:sldMkLst>
          <pc:docMk/>
          <pc:sldMk cId="963846235" sldId="2577"/>
        </pc:sldMkLst>
      </pc:sldChg>
      <pc:sldChg chg="addSp delSp add del setBg delDesignElem">
        <pc:chgData name="Venu Miriyala" userId="52c44cb45e9b6ff9" providerId="LiveId" clId="{743E373F-AE2B-41A0-B7F2-F1BDF38D3EE2}" dt="2025-08-19T04:40:00.626" v="7370"/>
        <pc:sldMkLst>
          <pc:docMk/>
          <pc:sldMk cId="3838806483" sldId="2578"/>
        </pc:sldMkLst>
      </pc:sldChg>
      <pc:sldChg chg="addSp delSp modSp add del setBg delDesignElem">
        <pc:chgData name="Venu Miriyala" userId="52c44cb45e9b6ff9" providerId="LiveId" clId="{743E373F-AE2B-41A0-B7F2-F1BDF38D3EE2}" dt="2025-08-19T04:54:31.957" v="7474" actId="20577"/>
        <pc:sldMkLst>
          <pc:docMk/>
          <pc:sldMk cId="2193741339" sldId="2579"/>
        </pc:sldMkLst>
      </pc:sldChg>
      <pc:sldChg chg="addSp delSp modSp add del setBg delDesignElem modNotes">
        <pc:chgData name="Venu Miriyala" userId="52c44cb45e9b6ff9" providerId="LiveId" clId="{743E373F-AE2B-41A0-B7F2-F1BDF38D3EE2}" dt="2025-08-19T05:37:25.640" v="7853"/>
        <pc:sldMkLst>
          <pc:docMk/>
          <pc:sldMk cId="2440541200" sldId="2580"/>
        </pc:sldMkLst>
      </pc:sldChg>
      <pc:sldChg chg="addSp delSp add del setBg delDesignElem">
        <pc:chgData name="Venu Miriyala" userId="52c44cb45e9b6ff9" providerId="LiveId" clId="{743E373F-AE2B-41A0-B7F2-F1BDF38D3EE2}" dt="2025-08-19T04:54:14.115" v="7442"/>
        <pc:sldMkLst>
          <pc:docMk/>
          <pc:sldMk cId="3149673807" sldId="2581"/>
        </pc:sldMkLst>
      </pc:sldChg>
      <pc:sldChg chg="addSp delSp modSp add del setBg delDesignElem modNotes">
        <pc:chgData name="Venu Miriyala" userId="52c44cb45e9b6ff9" providerId="LiveId" clId="{743E373F-AE2B-41A0-B7F2-F1BDF38D3EE2}" dt="2025-08-19T05:37:30.014" v="7855"/>
        <pc:sldMkLst>
          <pc:docMk/>
          <pc:sldMk cId="2244533085" sldId="2582"/>
        </pc:sldMkLst>
      </pc:sldChg>
      <pc:sldChg chg="addSp modSp add del mod ord">
        <pc:chgData name="Venu Miriyala" userId="52c44cb45e9b6ff9" providerId="LiveId" clId="{743E373F-AE2B-41A0-B7F2-F1BDF38D3EE2}" dt="2025-08-18T14:58:50.982" v="3980" actId="20577"/>
        <pc:sldMkLst>
          <pc:docMk/>
          <pc:sldMk cId="1162194126" sldId="6634"/>
        </pc:sldMkLst>
      </pc:sldChg>
      <pc:sldChg chg="add del">
        <pc:chgData name="Venu Miriyala" userId="52c44cb45e9b6ff9" providerId="LiveId" clId="{743E373F-AE2B-41A0-B7F2-F1BDF38D3EE2}" dt="2025-08-17T08:13:35.961" v="333"/>
        <pc:sldMkLst>
          <pc:docMk/>
          <pc:sldMk cId="989703802" sldId="2147472067"/>
        </pc:sldMkLst>
      </pc:sldChg>
      <pc:sldChg chg="add del">
        <pc:chgData name="Venu Miriyala" userId="52c44cb45e9b6ff9" providerId="LiveId" clId="{743E373F-AE2B-41A0-B7F2-F1BDF38D3EE2}" dt="2025-08-17T08:13:35.961" v="333"/>
        <pc:sldMkLst>
          <pc:docMk/>
          <pc:sldMk cId="3124721510" sldId="2147472068"/>
        </pc:sldMkLst>
      </pc:sldChg>
      <pc:sldChg chg="add del">
        <pc:chgData name="Venu Miriyala" userId="52c44cb45e9b6ff9" providerId="LiveId" clId="{743E373F-AE2B-41A0-B7F2-F1BDF38D3EE2}" dt="2025-08-17T08:13:35.961" v="333"/>
        <pc:sldMkLst>
          <pc:docMk/>
          <pc:sldMk cId="2211386607" sldId="2147472069"/>
        </pc:sldMkLst>
      </pc:sldChg>
      <pc:sldChg chg="add del">
        <pc:chgData name="Venu Miriyala" userId="52c44cb45e9b6ff9" providerId="LiveId" clId="{743E373F-AE2B-41A0-B7F2-F1BDF38D3EE2}" dt="2025-08-17T08:13:35.961" v="333"/>
        <pc:sldMkLst>
          <pc:docMk/>
          <pc:sldMk cId="2304356892" sldId="2147472070"/>
        </pc:sldMkLst>
      </pc:sldChg>
      <pc:sldChg chg="add del">
        <pc:chgData name="Venu Miriyala" userId="52c44cb45e9b6ff9" providerId="LiveId" clId="{743E373F-AE2B-41A0-B7F2-F1BDF38D3EE2}" dt="2025-08-17T08:13:35.961" v="333"/>
        <pc:sldMkLst>
          <pc:docMk/>
          <pc:sldMk cId="2914347759" sldId="2147472071"/>
        </pc:sldMkLst>
      </pc:sldChg>
      <pc:sldChg chg="add del">
        <pc:chgData name="Venu Miriyala" userId="52c44cb45e9b6ff9" providerId="LiveId" clId="{743E373F-AE2B-41A0-B7F2-F1BDF38D3EE2}" dt="2025-08-17T08:13:35.961" v="333"/>
        <pc:sldMkLst>
          <pc:docMk/>
          <pc:sldMk cId="127241630" sldId="2147472072"/>
        </pc:sldMkLst>
      </pc:sldChg>
      <pc:sldChg chg="add del">
        <pc:chgData name="Venu Miriyala" userId="52c44cb45e9b6ff9" providerId="LiveId" clId="{743E373F-AE2B-41A0-B7F2-F1BDF38D3EE2}" dt="2025-08-17T08:13:35.961" v="333"/>
        <pc:sldMkLst>
          <pc:docMk/>
          <pc:sldMk cId="1959855285" sldId="2147472073"/>
        </pc:sldMkLst>
      </pc:sldChg>
      <pc:sldChg chg="add del">
        <pc:chgData name="Venu Miriyala" userId="52c44cb45e9b6ff9" providerId="LiveId" clId="{743E373F-AE2B-41A0-B7F2-F1BDF38D3EE2}" dt="2025-08-17T08:13:35.961" v="333"/>
        <pc:sldMkLst>
          <pc:docMk/>
          <pc:sldMk cId="2213250751" sldId="2147472074"/>
        </pc:sldMkLst>
      </pc:sldChg>
      <pc:sldChg chg="add del">
        <pc:chgData name="Venu Miriyala" userId="52c44cb45e9b6ff9" providerId="LiveId" clId="{743E373F-AE2B-41A0-B7F2-F1BDF38D3EE2}" dt="2025-08-17T08:13:35.961" v="333"/>
        <pc:sldMkLst>
          <pc:docMk/>
          <pc:sldMk cId="1085287019" sldId="2147472075"/>
        </pc:sldMkLst>
      </pc:sldChg>
      <pc:sldChg chg="modSp mod modAnim">
        <pc:chgData name="Venu Miriyala" userId="52c44cb45e9b6ff9" providerId="LiveId" clId="{743E373F-AE2B-41A0-B7F2-F1BDF38D3EE2}" dt="2025-08-18T07:11:42.815" v="3433"/>
        <pc:sldMkLst>
          <pc:docMk/>
          <pc:sldMk cId="3774244905" sldId="2147483075"/>
        </pc:sldMkLst>
        <pc:spChg chg="mod">
          <ac:chgData name="Venu Miriyala" userId="52c44cb45e9b6ff9" providerId="LiveId" clId="{743E373F-AE2B-41A0-B7F2-F1BDF38D3EE2}" dt="2025-08-18T07:08:11.031" v="3419" actId="20577"/>
          <ac:spMkLst>
            <pc:docMk/>
            <pc:sldMk cId="3774244905" sldId="2147483075"/>
            <ac:spMk id="4" creationId="{D935D455-8FE0-8207-6D02-2D6CB942A828}"/>
          </ac:spMkLst>
        </pc:spChg>
      </pc:sldChg>
      <pc:sldChg chg="modSp mod ord">
        <pc:chgData name="Venu Miriyala" userId="52c44cb45e9b6ff9" providerId="LiveId" clId="{743E373F-AE2B-41A0-B7F2-F1BDF38D3EE2}" dt="2025-08-18T07:37:19.896" v="3765" actId="20577"/>
        <pc:sldMkLst>
          <pc:docMk/>
          <pc:sldMk cId="147579285" sldId="2147483076"/>
        </pc:sldMkLst>
        <pc:spChg chg="mod">
          <ac:chgData name="Venu Miriyala" userId="52c44cb45e9b6ff9" providerId="LiveId" clId="{743E373F-AE2B-41A0-B7F2-F1BDF38D3EE2}" dt="2025-08-18T07:37:19.896" v="3765" actId="20577"/>
          <ac:spMkLst>
            <pc:docMk/>
            <pc:sldMk cId="147579285" sldId="2147483076"/>
            <ac:spMk id="3" creationId="{39D597F1-6828-2FEE-8700-C221E2F9087D}"/>
          </ac:spMkLst>
        </pc:spChg>
      </pc:sldChg>
      <pc:sldChg chg="del">
        <pc:chgData name="Venu Miriyala" userId="52c44cb45e9b6ff9" providerId="LiveId" clId="{743E373F-AE2B-41A0-B7F2-F1BDF38D3EE2}" dt="2025-08-18T07:39:23.876" v="3768" actId="47"/>
        <pc:sldMkLst>
          <pc:docMk/>
          <pc:sldMk cId="2168088163" sldId="2147483077"/>
        </pc:sldMkLst>
      </pc:sldChg>
      <pc:sldChg chg="del">
        <pc:chgData name="Venu Miriyala" userId="52c44cb45e9b6ff9" providerId="LiveId" clId="{743E373F-AE2B-41A0-B7F2-F1BDF38D3EE2}" dt="2025-08-19T04:55:46.857" v="7475" actId="47"/>
        <pc:sldMkLst>
          <pc:docMk/>
          <pc:sldMk cId="2261707952" sldId="2147483079"/>
        </pc:sldMkLst>
      </pc:sldChg>
      <pc:sldChg chg="del">
        <pc:chgData name="Venu Miriyala" userId="52c44cb45e9b6ff9" providerId="LiveId" clId="{743E373F-AE2B-41A0-B7F2-F1BDF38D3EE2}" dt="2025-08-19T04:55:47.523" v="7476" actId="47"/>
        <pc:sldMkLst>
          <pc:docMk/>
          <pc:sldMk cId="782112240" sldId="2147483080"/>
        </pc:sldMkLst>
      </pc:sldChg>
      <pc:sldChg chg="del">
        <pc:chgData name="Venu Miriyala" userId="52c44cb45e9b6ff9" providerId="LiveId" clId="{743E373F-AE2B-41A0-B7F2-F1BDF38D3EE2}" dt="2025-08-19T04:55:48.341" v="7477" actId="47"/>
        <pc:sldMkLst>
          <pc:docMk/>
          <pc:sldMk cId="3719235581" sldId="2147483081"/>
        </pc:sldMkLst>
      </pc:sldChg>
      <pc:sldChg chg="modSp del mod">
        <pc:chgData name="Venu Miriyala" userId="52c44cb45e9b6ff9" providerId="LiveId" clId="{743E373F-AE2B-41A0-B7F2-F1BDF38D3EE2}" dt="2025-08-19T04:55:49.408" v="7478" actId="47"/>
        <pc:sldMkLst>
          <pc:docMk/>
          <pc:sldMk cId="2199196769" sldId="2147483082"/>
        </pc:sldMkLst>
      </pc:sldChg>
      <pc:sldChg chg="addSp delSp modSp add mod ord delAnim">
        <pc:chgData name="Venu Miriyala" userId="52c44cb45e9b6ff9" providerId="LiveId" clId="{743E373F-AE2B-41A0-B7F2-F1BDF38D3EE2}" dt="2025-08-19T04:26:34.864" v="7306" actId="20577"/>
        <pc:sldMkLst>
          <pc:docMk/>
          <pc:sldMk cId="142760820" sldId="2147483083"/>
        </pc:sldMkLst>
      </pc:sldChg>
      <pc:sldChg chg="modSp add del mod ord">
        <pc:chgData name="Venu Miriyala" userId="52c44cb45e9b6ff9" providerId="LiveId" clId="{743E373F-AE2B-41A0-B7F2-F1BDF38D3EE2}" dt="2025-08-17T08:14:00.506" v="336" actId="47"/>
        <pc:sldMkLst>
          <pc:docMk/>
          <pc:sldMk cId="204566930" sldId="2147483083"/>
        </pc:sldMkLst>
      </pc:sldChg>
      <pc:sldChg chg="add del">
        <pc:chgData name="Venu Miriyala" userId="52c44cb45e9b6ff9" providerId="LiveId" clId="{743E373F-AE2B-41A0-B7F2-F1BDF38D3EE2}" dt="2025-08-18T07:35:56.170" v="3675"/>
        <pc:sldMkLst>
          <pc:docMk/>
          <pc:sldMk cId="2113137560" sldId="2147483084"/>
        </pc:sldMkLst>
      </pc:sldChg>
      <pc:sldChg chg="modSp add mod ord">
        <pc:chgData name="Venu Miriyala" userId="52c44cb45e9b6ff9" providerId="LiveId" clId="{743E373F-AE2B-41A0-B7F2-F1BDF38D3EE2}" dt="2025-08-18T15:13:22.434" v="4827"/>
        <pc:sldMkLst>
          <pc:docMk/>
          <pc:sldMk cId="2937884154" sldId="2147483084"/>
        </pc:sldMkLst>
      </pc:sldChg>
      <pc:sldChg chg="add del">
        <pc:chgData name="Venu Miriyala" userId="52c44cb45e9b6ff9" providerId="LiveId" clId="{743E373F-AE2B-41A0-B7F2-F1BDF38D3EE2}" dt="2025-08-18T07:37:23.924" v="3766" actId="47"/>
        <pc:sldMkLst>
          <pc:docMk/>
          <pc:sldMk cId="3282621242" sldId="2147483084"/>
        </pc:sldMkLst>
      </pc:sldChg>
      <pc:sldChg chg="addSp delSp add del setBg delDesignElem">
        <pc:chgData name="Venu Miriyala" userId="52c44cb45e9b6ff9" providerId="LiveId" clId="{743E373F-AE2B-41A0-B7F2-F1BDF38D3EE2}" dt="2025-08-18T14:57:21.079" v="3908" actId="47"/>
        <pc:sldMkLst>
          <pc:docMk/>
          <pc:sldMk cId="2188370252" sldId="2147483085"/>
        </pc:sldMkLst>
      </pc:sldChg>
      <pc:sldChg chg="addSp delSp modSp add del mod setBg delDesignElem">
        <pc:chgData name="Venu Miriyala" userId="52c44cb45e9b6ff9" providerId="LiveId" clId="{743E373F-AE2B-41A0-B7F2-F1BDF38D3EE2}" dt="2025-08-19T02:10:48.075" v="4969" actId="20577"/>
        <pc:sldMkLst>
          <pc:docMk/>
          <pc:sldMk cId="3322054911" sldId="2147483086"/>
        </pc:sldMkLst>
      </pc:sldChg>
      <pc:sldChg chg="addSp delSp modSp add del mod setBg delDesignElem">
        <pc:chgData name="Venu Miriyala" userId="52c44cb45e9b6ff9" providerId="LiveId" clId="{743E373F-AE2B-41A0-B7F2-F1BDF38D3EE2}" dt="2025-08-19T02:10:15.842" v="4955" actId="47"/>
        <pc:sldMkLst>
          <pc:docMk/>
          <pc:sldMk cId="2029614200" sldId="2147483087"/>
        </pc:sldMkLst>
      </pc:sldChg>
      <pc:sldChg chg="addSp delSp modSp add del setBg delDesignElem">
        <pc:chgData name="Venu Miriyala" userId="52c44cb45e9b6ff9" providerId="LiveId" clId="{743E373F-AE2B-41A0-B7F2-F1BDF38D3EE2}" dt="2025-08-19T02:08:18.842" v="4949" actId="20577"/>
        <pc:sldMkLst>
          <pc:docMk/>
          <pc:sldMk cId="2980046958" sldId="2147483088"/>
        </pc:sldMkLst>
      </pc:sldChg>
      <pc:sldChg chg="addSp delSp modSp add del setBg modAnim delDesignElem">
        <pc:chgData name="Venu Miriyala" userId="52c44cb45e9b6ff9" providerId="LiveId" clId="{743E373F-AE2B-41A0-B7F2-F1BDF38D3EE2}" dt="2025-08-18T15:16:00.651" v="4859" actId="20577"/>
        <pc:sldMkLst>
          <pc:docMk/>
          <pc:sldMk cId="1189176925" sldId="2147483089"/>
        </pc:sldMkLst>
      </pc:sldChg>
      <pc:sldChg chg="addSp delSp modSp add del setBg delDesignElem">
        <pc:chgData name="Venu Miriyala" userId="52c44cb45e9b6ff9" providerId="LiveId" clId="{743E373F-AE2B-41A0-B7F2-F1BDF38D3EE2}" dt="2025-08-18T15:05:49.619" v="4346"/>
        <pc:sldMkLst>
          <pc:docMk/>
          <pc:sldMk cId="875009800" sldId="2147483090"/>
        </pc:sldMkLst>
      </pc:sldChg>
      <pc:sldChg chg="addSp delSp modSp add del setBg delDesignElem">
        <pc:chgData name="Venu Miriyala" userId="52c44cb45e9b6ff9" providerId="LiveId" clId="{743E373F-AE2B-41A0-B7F2-F1BDF38D3EE2}" dt="2025-08-19T02:10:10.526" v="4954"/>
        <pc:sldMkLst>
          <pc:docMk/>
          <pc:sldMk cId="516181538" sldId="2147483091"/>
        </pc:sldMkLst>
      </pc:sldChg>
      <pc:sldChg chg="addSp delSp modSp add del setBg delDesignElem">
        <pc:chgData name="Venu Miriyala" userId="52c44cb45e9b6ff9" providerId="LiveId" clId="{743E373F-AE2B-41A0-B7F2-F1BDF38D3EE2}" dt="2025-08-19T02:13:33.578" v="5022"/>
        <pc:sldMkLst>
          <pc:docMk/>
          <pc:sldMk cId="2164184195" sldId="2147483092"/>
        </pc:sldMkLst>
      </pc:sldChg>
      <pc:sldChg chg="addSp delSp modSp add del mod setBg delDesignElem">
        <pc:chgData name="Venu Miriyala" userId="52c44cb45e9b6ff9" providerId="LiveId" clId="{743E373F-AE2B-41A0-B7F2-F1BDF38D3EE2}" dt="2025-08-19T02:13:30.397" v="5021"/>
        <pc:sldMkLst>
          <pc:docMk/>
          <pc:sldMk cId="26443159" sldId="2147483093"/>
        </pc:sldMkLst>
      </pc:sldChg>
      <pc:sldChg chg="delSp add setBg delDesignElem">
        <pc:chgData name="Venu Miriyala" userId="52c44cb45e9b6ff9" providerId="LiveId" clId="{743E373F-AE2B-41A0-B7F2-F1BDF38D3EE2}" dt="2025-08-19T02:18:05.470" v="5025"/>
        <pc:sldMkLst>
          <pc:docMk/>
          <pc:sldMk cId="242034201" sldId="2147483094"/>
        </pc:sldMkLst>
      </pc:sldChg>
      <pc:sldChg chg="addSp delSp add del setBg delDesignElem">
        <pc:chgData name="Venu Miriyala" userId="52c44cb45e9b6ff9" providerId="LiveId" clId="{743E373F-AE2B-41A0-B7F2-F1BDF38D3EE2}" dt="2025-08-19T02:18:29.238" v="5030"/>
        <pc:sldMkLst>
          <pc:docMk/>
          <pc:sldMk cId="2666138595" sldId="2147483095"/>
        </pc:sldMkLst>
      </pc:sldChg>
      <pc:sldChg chg="add">
        <pc:chgData name="Venu Miriyala" userId="52c44cb45e9b6ff9" providerId="LiveId" clId="{743E373F-AE2B-41A0-B7F2-F1BDF38D3EE2}" dt="2025-08-19T04:01:29.170" v="5047"/>
        <pc:sldMkLst>
          <pc:docMk/>
          <pc:sldMk cId="2728684237" sldId="2147483095"/>
        </pc:sldMkLst>
      </pc:sldChg>
      <pc:sldChg chg="modSp add mod">
        <pc:chgData name="Venu Miriyala" userId="52c44cb45e9b6ff9" providerId="LiveId" clId="{743E373F-AE2B-41A0-B7F2-F1BDF38D3EE2}" dt="2025-08-19T04:56:32.907" v="7507" actId="20577"/>
        <pc:sldMkLst>
          <pc:docMk/>
          <pc:sldMk cId="649710295" sldId="2147483096"/>
        </pc:sldMkLst>
      </pc:sldChg>
      <pc:sldChg chg="modSp add mod">
        <pc:chgData name="Venu Miriyala" userId="52c44cb45e9b6ff9" providerId="LiveId" clId="{743E373F-AE2B-41A0-B7F2-F1BDF38D3EE2}" dt="2025-08-19T04:25:01.829" v="7156" actId="20577"/>
        <pc:sldMkLst>
          <pc:docMk/>
          <pc:sldMk cId="37771580" sldId="2147483097"/>
        </pc:sldMkLst>
      </pc:sldChg>
      <pc:sldChg chg="addSp delSp add del setBg delDesignElem">
        <pc:chgData name="Venu Miriyala" userId="52c44cb45e9b6ff9" providerId="LiveId" clId="{743E373F-AE2B-41A0-B7F2-F1BDF38D3EE2}" dt="2025-08-19T04:40:00.626" v="7370"/>
        <pc:sldMkLst>
          <pc:docMk/>
          <pc:sldMk cId="2646492311" sldId="2147483098"/>
        </pc:sldMkLst>
      </pc:sldChg>
      <pc:sldChg chg="addSp delSp add del setBg delDesignElem">
        <pc:chgData name="Venu Miriyala" userId="52c44cb45e9b6ff9" providerId="LiveId" clId="{743E373F-AE2B-41A0-B7F2-F1BDF38D3EE2}" dt="2025-08-19T04:40:00.626" v="7370"/>
        <pc:sldMkLst>
          <pc:docMk/>
          <pc:sldMk cId="4242603415" sldId="2147483099"/>
        </pc:sldMkLst>
      </pc:sldChg>
      <pc:sldChg chg="addSp delSp add del setBg delDesignElem">
        <pc:chgData name="Venu Miriyala" userId="52c44cb45e9b6ff9" providerId="LiveId" clId="{743E373F-AE2B-41A0-B7F2-F1BDF38D3EE2}" dt="2025-08-19T04:40:00.626" v="7370"/>
        <pc:sldMkLst>
          <pc:docMk/>
          <pc:sldMk cId="4060593957" sldId="2147483100"/>
        </pc:sldMkLst>
      </pc:sldChg>
      <pc:sldChg chg="addSp delSp add del setBg delDesignElem">
        <pc:chgData name="Venu Miriyala" userId="52c44cb45e9b6ff9" providerId="LiveId" clId="{743E373F-AE2B-41A0-B7F2-F1BDF38D3EE2}" dt="2025-08-19T04:48:03.656" v="7435"/>
        <pc:sldMkLst>
          <pc:docMk/>
          <pc:sldMk cId="4053563495" sldId="2147483101"/>
        </pc:sldMkLst>
      </pc:sldChg>
      <pc:sldChg chg="addSp delSp add del setBg delDesignElem">
        <pc:chgData name="Venu Miriyala" userId="52c44cb45e9b6ff9" providerId="LiveId" clId="{743E373F-AE2B-41A0-B7F2-F1BDF38D3EE2}" dt="2025-08-19T04:48:03.656" v="7435"/>
        <pc:sldMkLst>
          <pc:docMk/>
          <pc:sldMk cId="1154150835" sldId="2147483102"/>
        </pc:sldMkLst>
      </pc:sldChg>
      <pc:sldChg chg="addSp delSp add del setBg delDesignElem">
        <pc:chgData name="Venu Miriyala" userId="52c44cb45e9b6ff9" providerId="LiveId" clId="{743E373F-AE2B-41A0-B7F2-F1BDF38D3EE2}" dt="2025-08-19T04:48:03.656" v="7435"/>
        <pc:sldMkLst>
          <pc:docMk/>
          <pc:sldMk cId="4156488324" sldId="2147483103"/>
        </pc:sldMkLst>
      </pc:sldChg>
      <pc:sldChg chg="addSp delSp add del setBg delDesignElem">
        <pc:chgData name="Venu Miriyala" userId="52c44cb45e9b6ff9" providerId="LiveId" clId="{743E373F-AE2B-41A0-B7F2-F1BDF38D3EE2}" dt="2025-08-19T04:48:03.656" v="7435"/>
        <pc:sldMkLst>
          <pc:docMk/>
          <pc:sldMk cId="2026265494" sldId="2147483104"/>
        </pc:sldMkLst>
      </pc:sldChg>
      <pc:sldChg chg="addSp delSp add del setBg delDesignElem">
        <pc:chgData name="Venu Miriyala" userId="52c44cb45e9b6ff9" providerId="LiveId" clId="{743E373F-AE2B-41A0-B7F2-F1BDF38D3EE2}" dt="2025-08-19T04:48:03.656" v="7435"/>
        <pc:sldMkLst>
          <pc:docMk/>
          <pc:sldMk cId="300343613" sldId="2147483105"/>
        </pc:sldMkLst>
      </pc:sldChg>
      <pc:sldChg chg="addSp delSp add del setBg delDesignElem">
        <pc:chgData name="Venu Miriyala" userId="52c44cb45e9b6ff9" providerId="LiveId" clId="{743E373F-AE2B-41A0-B7F2-F1BDF38D3EE2}" dt="2025-08-19T04:48:03.656" v="7435"/>
        <pc:sldMkLst>
          <pc:docMk/>
          <pc:sldMk cId="4240380714" sldId="2147483106"/>
        </pc:sldMkLst>
      </pc:sldChg>
      <pc:sldChg chg="addSp delSp add del setBg delDesignElem">
        <pc:chgData name="Venu Miriyala" userId="52c44cb45e9b6ff9" providerId="LiveId" clId="{743E373F-AE2B-41A0-B7F2-F1BDF38D3EE2}" dt="2025-08-19T04:48:03.656" v="7435"/>
        <pc:sldMkLst>
          <pc:docMk/>
          <pc:sldMk cId="2994082371" sldId="2147483107"/>
        </pc:sldMkLst>
      </pc:sldChg>
      <pc:sldChg chg="addSp delSp modSp add del mod setBg delDesignElem">
        <pc:chgData name="Venu Miriyala" userId="52c44cb45e9b6ff9" providerId="LiveId" clId="{743E373F-AE2B-41A0-B7F2-F1BDF38D3EE2}" dt="2025-08-19T05:02:47.659" v="7552" actId="20577"/>
        <pc:sldMkLst>
          <pc:docMk/>
          <pc:sldMk cId="1229491042" sldId="2147483108"/>
        </pc:sldMkLst>
      </pc:sldChg>
      <pc:sldChg chg="addSp delSp add del setBg delDesignElem">
        <pc:chgData name="Venu Miriyala" userId="52c44cb45e9b6ff9" providerId="LiveId" clId="{743E373F-AE2B-41A0-B7F2-F1BDF38D3EE2}" dt="2025-08-19T05:02:56.994" v="7553" actId="47"/>
        <pc:sldMkLst>
          <pc:docMk/>
          <pc:sldMk cId="3050440700" sldId="2147483109"/>
        </pc:sldMkLst>
      </pc:sldChg>
      <pc:sldChg chg="addSp delSp modSp add del setBg delDesignElem modNotes">
        <pc:chgData name="Venu Miriyala" userId="52c44cb45e9b6ff9" providerId="LiveId" clId="{743E373F-AE2B-41A0-B7F2-F1BDF38D3EE2}" dt="2025-08-19T05:37:32.094" v="7856"/>
        <pc:sldMkLst>
          <pc:docMk/>
          <pc:sldMk cId="2953442456" sldId="2147483110"/>
        </pc:sldMkLst>
      </pc:sldChg>
      <pc:sldChg chg="addSp delSp modSp add del mod setBg delDesignElem modNotes">
        <pc:chgData name="Venu Miriyala" userId="52c44cb45e9b6ff9" providerId="LiveId" clId="{743E373F-AE2B-41A0-B7F2-F1BDF38D3EE2}" dt="2025-08-19T05:37:36.767" v="7858"/>
        <pc:sldMkLst>
          <pc:docMk/>
          <pc:sldMk cId="4103367649" sldId="2147483111"/>
        </pc:sldMkLst>
      </pc:sldChg>
      <pc:sldChg chg="addSp delSp add del setBg delDesignElem">
        <pc:chgData name="Venu Miriyala" userId="52c44cb45e9b6ff9" providerId="LiveId" clId="{743E373F-AE2B-41A0-B7F2-F1BDF38D3EE2}" dt="2025-08-19T05:07:34.031" v="7665"/>
        <pc:sldMkLst>
          <pc:docMk/>
          <pc:sldMk cId="1397565313" sldId="2147483112"/>
        </pc:sldMkLst>
      </pc:sldChg>
      <pc:sldChg chg="addSp delSp modSp add del setBg delDesignElem">
        <pc:chgData name="Venu Miriyala" userId="52c44cb45e9b6ff9" providerId="LiveId" clId="{743E373F-AE2B-41A0-B7F2-F1BDF38D3EE2}" dt="2025-08-19T05:29:41.296" v="7676" actId="20577"/>
        <pc:sldMkLst>
          <pc:docMk/>
          <pc:sldMk cId="3585678625" sldId="2147483113"/>
        </pc:sldMkLst>
      </pc:sldChg>
      <pc:sldChg chg="addSp delSp modSp add del setBg delDesignElem modNotes">
        <pc:chgData name="Venu Miriyala" userId="52c44cb45e9b6ff9" providerId="LiveId" clId="{743E373F-AE2B-41A0-B7F2-F1BDF38D3EE2}" dt="2025-08-19T05:37:38.767" v="7859"/>
        <pc:sldMkLst>
          <pc:docMk/>
          <pc:sldMk cId="3866938382" sldId="2147483114"/>
        </pc:sldMkLst>
      </pc:sldChg>
      <pc:sldChg chg="addSp delSp add del setBg delDesignElem">
        <pc:chgData name="Venu Miriyala" userId="52c44cb45e9b6ff9" providerId="LiveId" clId="{743E373F-AE2B-41A0-B7F2-F1BDF38D3EE2}" dt="2025-08-19T05:29:48.217" v="7677" actId="47"/>
        <pc:sldMkLst>
          <pc:docMk/>
          <pc:sldMk cId="1704606892" sldId="2147483115"/>
        </pc:sldMkLst>
      </pc:sldChg>
      <pc:sldChg chg="addSp delSp add del setBg delDesignElem">
        <pc:chgData name="Venu Miriyala" userId="52c44cb45e9b6ff9" providerId="LiveId" clId="{743E373F-AE2B-41A0-B7F2-F1BDF38D3EE2}" dt="2025-08-19T05:29:36.729" v="7675"/>
        <pc:sldMkLst>
          <pc:docMk/>
          <pc:sldMk cId="254700313" sldId="2147483116"/>
        </pc:sldMkLst>
      </pc:sldChg>
    </pc:docChg>
  </pc:docChgLst>
  <pc:docChgLst>
    <pc:chgData name="sanchit sood - 123172251 - MITMPL" userId="635d9b37-5273-49e0-9fe8-505ef65977e2" providerId="ADAL" clId="{127561B3-6FC1-3345-8FCC-48516070AF56}"/>
    <pc:docChg chg="modSld">
      <pc:chgData name="sanchit sood - 123172251 - MITMPL" userId="635d9b37-5273-49e0-9fe8-505ef65977e2" providerId="ADAL" clId="{127561B3-6FC1-3345-8FCC-48516070AF56}" dt="2025-09-14T22:11:24.287" v="6" actId="1076"/>
      <pc:docMkLst>
        <pc:docMk/>
      </pc:docMkLst>
      <pc:sldChg chg="modSp">
        <pc:chgData name="sanchit sood - 123172251 - MITMPL" userId="635d9b37-5273-49e0-9fe8-505ef65977e2" providerId="ADAL" clId="{127561B3-6FC1-3345-8FCC-48516070AF56}" dt="2025-09-14T22:11:24.287" v="6" actId="1076"/>
        <pc:sldMkLst>
          <pc:docMk/>
          <pc:sldMk cId="2876217476" sldId="2147483181"/>
        </pc:sldMkLst>
        <pc:spChg chg="mod">
          <ac:chgData name="sanchit sood - 123172251 - MITMPL" userId="635d9b37-5273-49e0-9fe8-505ef65977e2" providerId="ADAL" clId="{127561B3-6FC1-3345-8FCC-48516070AF56}" dt="2025-09-14T22:11:24.287" v="6" actId="1076"/>
          <ac:spMkLst>
            <pc:docMk/>
            <pc:sldMk cId="2876217476" sldId="2147483181"/>
            <ac:spMk id="4" creationId="{6CCD4333-B9CE-4920-95D5-420ED05EB05F}"/>
          </ac:spMkLst>
        </pc:spChg>
      </pc:sldChg>
    </pc:docChg>
  </pc:docChgLst>
  <pc:docChgLst>
    <pc:chgData name="Venu Miriyala" userId="52c44cb45e9b6ff9" providerId="LiveId" clId="{6FD65710-2C3E-4E02-9CB2-5EBED98F66C5}"/>
    <pc:docChg chg="undo custSel addSld delSld modSld sldOrd delMainMaster">
      <pc:chgData name="Venu Miriyala" userId="52c44cb45e9b6ff9" providerId="LiveId" clId="{6FD65710-2C3E-4E02-9CB2-5EBED98F66C5}" dt="2025-08-21T07:21:01.517" v="8993"/>
      <pc:docMkLst>
        <pc:docMk/>
      </pc:docMkLst>
      <pc:sldChg chg="modSp mod">
        <pc:chgData name="Venu Miriyala" userId="52c44cb45e9b6ff9" providerId="LiveId" clId="{6FD65710-2C3E-4E02-9CB2-5EBED98F66C5}" dt="2025-08-21T06:55:27.307" v="7436" actId="5793"/>
        <pc:sldMkLst>
          <pc:docMk/>
          <pc:sldMk cId="3206886608" sldId="268"/>
        </pc:sldMkLst>
        <pc:spChg chg="mod">
          <ac:chgData name="Venu Miriyala" userId="52c44cb45e9b6ff9" providerId="LiveId" clId="{6FD65710-2C3E-4E02-9CB2-5EBED98F66C5}" dt="2025-08-21T06:55:27.307" v="7436" actId="5793"/>
          <ac:spMkLst>
            <pc:docMk/>
            <pc:sldMk cId="3206886608" sldId="268"/>
            <ac:spMk id="4" creationId="{00000000-0000-0000-0000-000000000000}"/>
          </ac:spMkLst>
        </pc:spChg>
      </pc:sldChg>
      <pc:sldChg chg="addSp delSp add del setBg delDesignElem modNotes">
        <pc:chgData name="Venu Miriyala" userId="52c44cb45e9b6ff9" providerId="LiveId" clId="{6FD65710-2C3E-4E02-9CB2-5EBED98F66C5}" dt="2025-08-21T07:20:31.671" v="8973"/>
        <pc:sldMkLst>
          <pc:docMk/>
          <pc:sldMk cId="1137387521" sldId="2563"/>
        </pc:sldMkLst>
        <pc:spChg chg="add del">
          <ac:chgData name="Venu Miriyala" userId="52c44cb45e9b6ff9" providerId="LiveId" clId="{6FD65710-2C3E-4E02-9CB2-5EBED98F66C5}" dt="2025-08-21T05:44:45.109" v="3523"/>
          <ac:spMkLst>
            <pc:docMk/>
            <pc:sldMk cId="1137387521" sldId="2563"/>
            <ac:spMk id="7" creationId="{A3E8498D-DA8F-EF6C-5420-F153D4979209}"/>
          </ac:spMkLst>
        </pc:spChg>
      </pc:sldChg>
      <pc:sldChg chg="del ord">
        <pc:chgData name="Venu Miriyala" userId="52c44cb45e9b6ff9" providerId="LiveId" clId="{6FD65710-2C3E-4E02-9CB2-5EBED98F66C5}" dt="2025-08-21T02:05:03.677" v="460" actId="47"/>
        <pc:sldMkLst>
          <pc:docMk/>
          <pc:sldMk cId="3025590363" sldId="2563"/>
        </pc:sldMkLst>
      </pc:sldChg>
      <pc:sldChg chg="addSp delSp modSp add del setBg delDesignElem modNotes">
        <pc:chgData name="Venu Miriyala" userId="52c44cb45e9b6ff9" providerId="LiveId" clId="{6FD65710-2C3E-4E02-9CB2-5EBED98F66C5}" dt="2025-08-21T07:20:37.767" v="8977"/>
        <pc:sldMkLst>
          <pc:docMk/>
          <pc:sldMk cId="415141143" sldId="2564"/>
        </pc:sldMkLst>
        <pc:spChg chg="mod">
          <ac:chgData name="Venu Miriyala" userId="52c44cb45e9b6ff9" providerId="LiveId" clId="{6FD65710-2C3E-4E02-9CB2-5EBED98F66C5}" dt="2025-08-21T07:20:36.529" v="8976"/>
          <ac:spMkLst>
            <pc:docMk/>
            <pc:sldMk cId="415141143" sldId="2564"/>
            <ac:spMk id="4" creationId="{793413C1-FC2E-DFD9-7B2C-37FDCC587FA5}"/>
          </ac:spMkLst>
        </pc:spChg>
        <pc:spChg chg="add del">
          <ac:chgData name="Venu Miriyala" userId="52c44cb45e9b6ff9" providerId="LiveId" clId="{6FD65710-2C3E-4E02-9CB2-5EBED98F66C5}" dt="2025-08-21T05:44:45.109" v="3523"/>
          <ac:spMkLst>
            <pc:docMk/>
            <pc:sldMk cId="415141143" sldId="2564"/>
            <ac:spMk id="10" creationId="{2961259D-605E-E200-FF9F-7C8C71D7C8E4}"/>
          </ac:spMkLst>
        </pc:spChg>
      </pc:sldChg>
      <pc:sldChg chg="del">
        <pc:chgData name="Venu Miriyala" userId="52c44cb45e9b6ff9" providerId="LiveId" clId="{6FD65710-2C3E-4E02-9CB2-5EBED98F66C5}" dt="2025-08-21T02:05:03.677" v="460" actId="47"/>
        <pc:sldMkLst>
          <pc:docMk/>
          <pc:sldMk cId="3376259022" sldId="2564"/>
        </pc:sldMkLst>
      </pc:sldChg>
      <pc:sldChg chg="addSp delSp modSp add del setBg delDesignElem">
        <pc:chgData name="Venu Miriyala" userId="52c44cb45e9b6ff9" providerId="LiveId" clId="{6FD65710-2C3E-4E02-9CB2-5EBED98F66C5}" dt="2025-08-21T07:20:38.669" v="8978"/>
        <pc:sldMkLst>
          <pc:docMk/>
          <pc:sldMk cId="879297758" sldId="2565"/>
        </pc:sldMkLst>
        <pc:spChg chg="mod">
          <ac:chgData name="Venu Miriyala" userId="52c44cb45e9b6ff9" providerId="LiveId" clId="{6FD65710-2C3E-4E02-9CB2-5EBED98F66C5}" dt="2025-08-21T07:20:38.669" v="8978"/>
          <ac:spMkLst>
            <pc:docMk/>
            <pc:sldMk cId="879297758" sldId="2565"/>
            <ac:spMk id="4" creationId="{0997934B-9367-46B8-BD31-3AA162EE9563}"/>
          </ac:spMkLst>
        </pc:spChg>
        <pc:spChg chg="add del">
          <ac:chgData name="Venu Miriyala" userId="52c44cb45e9b6ff9" providerId="LiveId" clId="{6FD65710-2C3E-4E02-9CB2-5EBED98F66C5}" dt="2025-08-21T05:44:45.109" v="3523"/>
          <ac:spMkLst>
            <pc:docMk/>
            <pc:sldMk cId="879297758" sldId="2565"/>
            <ac:spMk id="10" creationId="{5E8D3B17-7638-DFD3-18E4-8A6D611749CF}"/>
          </ac:spMkLst>
        </pc:spChg>
      </pc:sldChg>
      <pc:sldChg chg="del">
        <pc:chgData name="Venu Miriyala" userId="52c44cb45e9b6ff9" providerId="LiveId" clId="{6FD65710-2C3E-4E02-9CB2-5EBED98F66C5}" dt="2025-08-21T02:05:03.677" v="460" actId="47"/>
        <pc:sldMkLst>
          <pc:docMk/>
          <pc:sldMk cId="1083230843" sldId="2565"/>
        </pc:sldMkLst>
      </pc:sldChg>
      <pc:sldChg chg="addSp delSp modSp add del setBg delDesignElem modNotes">
        <pc:chgData name="Venu Miriyala" userId="52c44cb45e9b6ff9" providerId="LiveId" clId="{6FD65710-2C3E-4E02-9CB2-5EBED98F66C5}" dt="2025-08-21T07:20:39.995" v="8979"/>
        <pc:sldMkLst>
          <pc:docMk/>
          <pc:sldMk cId="2556521832" sldId="2566"/>
        </pc:sldMkLst>
        <pc:spChg chg="mod">
          <ac:chgData name="Venu Miriyala" userId="52c44cb45e9b6ff9" providerId="LiveId" clId="{6FD65710-2C3E-4E02-9CB2-5EBED98F66C5}" dt="2025-08-21T07:20:31.671" v="8973"/>
          <ac:spMkLst>
            <pc:docMk/>
            <pc:sldMk cId="2556521832" sldId="2566"/>
            <ac:spMk id="2" creationId="{8146A7EE-4A29-D62A-9B25-03124456C6DB}"/>
          </ac:spMkLst>
        </pc:spChg>
        <pc:spChg chg="mod">
          <ac:chgData name="Venu Miriyala" userId="52c44cb45e9b6ff9" providerId="LiveId" clId="{6FD65710-2C3E-4E02-9CB2-5EBED98F66C5}" dt="2025-08-21T07:20:39.995" v="8979"/>
          <ac:spMkLst>
            <pc:docMk/>
            <pc:sldMk cId="2556521832" sldId="2566"/>
            <ac:spMk id="4" creationId="{FD04D8D2-5198-516A-2738-E88FCECE1E0E}"/>
          </ac:spMkLst>
        </pc:spChg>
        <pc:spChg chg="add del">
          <ac:chgData name="Venu Miriyala" userId="52c44cb45e9b6ff9" providerId="LiveId" clId="{6FD65710-2C3E-4E02-9CB2-5EBED98F66C5}" dt="2025-08-21T05:44:45.109" v="3523"/>
          <ac:spMkLst>
            <pc:docMk/>
            <pc:sldMk cId="2556521832" sldId="2566"/>
            <ac:spMk id="10" creationId="{2961259D-605E-E200-FF9F-7C8C71D7C8E4}"/>
          </ac:spMkLst>
        </pc:spChg>
      </pc:sldChg>
      <pc:sldChg chg="del">
        <pc:chgData name="Venu Miriyala" userId="52c44cb45e9b6ff9" providerId="LiveId" clId="{6FD65710-2C3E-4E02-9CB2-5EBED98F66C5}" dt="2025-08-21T02:05:03.677" v="460" actId="47"/>
        <pc:sldMkLst>
          <pc:docMk/>
          <pc:sldMk cId="3820409043" sldId="2566"/>
        </pc:sldMkLst>
      </pc:sldChg>
      <pc:sldChg chg="del">
        <pc:chgData name="Venu Miriyala" userId="52c44cb45e9b6ff9" providerId="LiveId" clId="{6FD65710-2C3E-4E02-9CB2-5EBED98F66C5}" dt="2025-08-21T02:05:03.677" v="460" actId="47"/>
        <pc:sldMkLst>
          <pc:docMk/>
          <pc:sldMk cId="670751493" sldId="2567"/>
        </pc:sldMkLst>
      </pc:sldChg>
      <pc:sldChg chg="addSp delSp add del setBg delDesignElem modNotes">
        <pc:chgData name="Venu Miriyala" userId="52c44cb45e9b6ff9" providerId="LiveId" clId="{6FD65710-2C3E-4E02-9CB2-5EBED98F66C5}" dt="2025-08-21T07:20:41.921" v="8980"/>
        <pc:sldMkLst>
          <pc:docMk/>
          <pc:sldMk cId="1125386717" sldId="2567"/>
        </pc:sldMkLst>
        <pc:spChg chg="add del">
          <ac:chgData name="Venu Miriyala" userId="52c44cb45e9b6ff9" providerId="LiveId" clId="{6FD65710-2C3E-4E02-9CB2-5EBED98F66C5}" dt="2025-08-21T05:44:45.109" v="3523"/>
          <ac:spMkLst>
            <pc:docMk/>
            <pc:sldMk cId="1125386717" sldId="2567"/>
            <ac:spMk id="7" creationId="{A3E8498D-DA8F-EF6C-5420-F153D4979209}"/>
          </ac:spMkLst>
        </pc:spChg>
      </pc:sldChg>
      <pc:sldChg chg="addSp delSp add del setBg delDesignElem">
        <pc:chgData name="Venu Miriyala" userId="52c44cb45e9b6ff9" providerId="LiveId" clId="{6FD65710-2C3E-4E02-9CB2-5EBED98F66C5}" dt="2025-08-21T05:44:45.134" v="3524"/>
        <pc:sldMkLst>
          <pc:docMk/>
          <pc:sldMk cId="739871726" sldId="2568"/>
        </pc:sldMkLst>
        <pc:spChg chg="add del">
          <ac:chgData name="Venu Miriyala" userId="52c44cb45e9b6ff9" providerId="LiveId" clId="{6FD65710-2C3E-4E02-9CB2-5EBED98F66C5}" dt="2025-08-21T05:44:45.109" v="3523"/>
          <ac:spMkLst>
            <pc:docMk/>
            <pc:sldMk cId="739871726" sldId="2568"/>
            <ac:spMk id="10" creationId="{C20CE451-818C-E63D-258B-234B6C543D34}"/>
          </ac:spMkLst>
        </pc:spChg>
      </pc:sldChg>
      <pc:sldChg chg="del">
        <pc:chgData name="Venu Miriyala" userId="52c44cb45e9b6ff9" providerId="LiveId" clId="{6FD65710-2C3E-4E02-9CB2-5EBED98F66C5}" dt="2025-08-21T02:05:03.677" v="460" actId="47"/>
        <pc:sldMkLst>
          <pc:docMk/>
          <pc:sldMk cId="1273256051" sldId="2568"/>
        </pc:sldMkLst>
      </pc:sldChg>
      <pc:sldChg chg="del">
        <pc:chgData name="Venu Miriyala" userId="52c44cb45e9b6ff9" providerId="LiveId" clId="{6FD65710-2C3E-4E02-9CB2-5EBED98F66C5}" dt="2025-08-21T02:05:03.677" v="460" actId="47"/>
        <pc:sldMkLst>
          <pc:docMk/>
          <pc:sldMk cId="3638738281" sldId="2569"/>
        </pc:sldMkLst>
      </pc:sldChg>
      <pc:sldChg chg="addSp delSp modSp add del setBg delDesignElem">
        <pc:chgData name="Venu Miriyala" userId="52c44cb45e9b6ff9" providerId="LiveId" clId="{6FD65710-2C3E-4E02-9CB2-5EBED98F66C5}" dt="2025-08-21T05:45:53.007" v="3528" actId="20577"/>
        <pc:sldMkLst>
          <pc:docMk/>
          <pc:sldMk cId="4103561014" sldId="2569"/>
        </pc:sldMkLst>
        <pc:spChg chg="mod">
          <ac:chgData name="Venu Miriyala" userId="52c44cb45e9b6ff9" providerId="LiveId" clId="{6FD65710-2C3E-4E02-9CB2-5EBED98F66C5}" dt="2025-08-21T05:45:53.007" v="3528" actId="20577"/>
          <ac:spMkLst>
            <pc:docMk/>
            <pc:sldMk cId="4103561014" sldId="2569"/>
            <ac:spMk id="4" creationId="{688092DE-C2B0-D455-B5CB-71398AF5CD44}"/>
          </ac:spMkLst>
        </pc:spChg>
        <pc:spChg chg="add del">
          <ac:chgData name="Venu Miriyala" userId="52c44cb45e9b6ff9" providerId="LiveId" clId="{6FD65710-2C3E-4E02-9CB2-5EBED98F66C5}" dt="2025-08-21T05:44:45.109" v="3523"/>
          <ac:spMkLst>
            <pc:docMk/>
            <pc:sldMk cId="4103561014" sldId="2569"/>
            <ac:spMk id="10" creationId="{C20CE451-818C-E63D-258B-234B6C543D34}"/>
          </ac:spMkLst>
        </pc:spChg>
      </pc:sldChg>
      <pc:sldChg chg="addSp delSp add del setBg delDesignElem">
        <pc:chgData name="Venu Miriyala" userId="52c44cb45e9b6ff9" providerId="LiveId" clId="{6FD65710-2C3E-4E02-9CB2-5EBED98F66C5}" dt="2025-08-21T05:45:57.772" v="3529" actId="47"/>
        <pc:sldMkLst>
          <pc:docMk/>
          <pc:sldMk cId="880743385" sldId="2570"/>
        </pc:sldMkLst>
      </pc:sldChg>
      <pc:sldChg chg="del">
        <pc:chgData name="Venu Miriyala" userId="52c44cb45e9b6ff9" providerId="LiveId" clId="{6FD65710-2C3E-4E02-9CB2-5EBED98F66C5}" dt="2025-08-21T02:05:03.677" v="460" actId="47"/>
        <pc:sldMkLst>
          <pc:docMk/>
          <pc:sldMk cId="2520672265" sldId="2570"/>
        </pc:sldMkLst>
      </pc:sldChg>
      <pc:sldChg chg="del">
        <pc:chgData name="Venu Miriyala" userId="52c44cb45e9b6ff9" providerId="LiveId" clId="{6FD65710-2C3E-4E02-9CB2-5EBED98F66C5}" dt="2025-08-21T02:05:03.677" v="460" actId="47"/>
        <pc:sldMkLst>
          <pc:docMk/>
          <pc:sldMk cId="2250979729" sldId="2571"/>
        </pc:sldMkLst>
      </pc:sldChg>
      <pc:sldChg chg="addSp delSp modSp add del ord setBg delDesignElem modNotes">
        <pc:chgData name="Venu Miriyala" userId="52c44cb45e9b6ff9" providerId="LiveId" clId="{6FD65710-2C3E-4E02-9CB2-5EBED98F66C5}" dt="2025-08-21T07:20:46.074" v="8984"/>
        <pc:sldMkLst>
          <pc:docMk/>
          <pc:sldMk cId="3041340138" sldId="2571"/>
        </pc:sldMkLst>
        <pc:spChg chg="mod">
          <ac:chgData name="Venu Miriyala" userId="52c44cb45e9b6ff9" providerId="LiveId" clId="{6FD65710-2C3E-4E02-9CB2-5EBED98F66C5}" dt="2025-08-21T05:47:05.737" v="3564" actId="20577"/>
          <ac:spMkLst>
            <pc:docMk/>
            <pc:sldMk cId="3041340138" sldId="2571"/>
            <ac:spMk id="2" creationId="{1F0716E5-5048-FA28-9CBA-A36F00D43E74}"/>
          </ac:spMkLst>
        </pc:spChg>
        <pc:spChg chg="add del">
          <ac:chgData name="Venu Miriyala" userId="52c44cb45e9b6ff9" providerId="LiveId" clId="{6FD65710-2C3E-4E02-9CB2-5EBED98F66C5}" dt="2025-08-21T05:44:45.109" v="3523"/>
          <ac:spMkLst>
            <pc:docMk/>
            <pc:sldMk cId="3041340138" sldId="2571"/>
            <ac:spMk id="7" creationId="{A3E8498D-DA8F-EF6C-5420-F153D4979209}"/>
          </ac:spMkLst>
        </pc:spChg>
      </pc:sldChg>
      <pc:sldChg chg="addSp delSp modSp add del setBg delDesignElem">
        <pc:chgData name="Venu Miriyala" userId="52c44cb45e9b6ff9" providerId="LiveId" clId="{6FD65710-2C3E-4E02-9CB2-5EBED98F66C5}" dt="2025-08-21T07:20:37.767" v="8977"/>
        <pc:sldMkLst>
          <pc:docMk/>
          <pc:sldMk cId="387191084" sldId="2572"/>
        </pc:sldMkLst>
        <pc:spChg chg="mod">
          <ac:chgData name="Venu Miriyala" userId="52c44cb45e9b6ff9" providerId="LiveId" clId="{6FD65710-2C3E-4E02-9CB2-5EBED98F66C5}" dt="2025-08-21T07:20:37.767" v="8977"/>
          <ac:spMkLst>
            <pc:docMk/>
            <pc:sldMk cId="387191084" sldId="2572"/>
            <ac:spMk id="4" creationId="{A56AFE75-B81B-1709-7512-7BEDAF254364}"/>
          </ac:spMkLst>
        </pc:spChg>
        <pc:spChg chg="add del">
          <ac:chgData name="Venu Miriyala" userId="52c44cb45e9b6ff9" providerId="LiveId" clId="{6FD65710-2C3E-4E02-9CB2-5EBED98F66C5}" dt="2025-08-21T05:44:45.109" v="3523"/>
          <ac:spMkLst>
            <pc:docMk/>
            <pc:sldMk cId="387191084" sldId="2572"/>
            <ac:spMk id="10" creationId="{2961259D-605E-E200-FF9F-7C8C71D7C8E4}"/>
          </ac:spMkLst>
        </pc:spChg>
      </pc:sldChg>
      <pc:sldChg chg="del">
        <pc:chgData name="Venu Miriyala" userId="52c44cb45e9b6ff9" providerId="LiveId" clId="{6FD65710-2C3E-4E02-9CB2-5EBED98F66C5}" dt="2025-08-21T02:05:03.677" v="460" actId="47"/>
        <pc:sldMkLst>
          <pc:docMk/>
          <pc:sldMk cId="3361447343" sldId="2572"/>
        </pc:sldMkLst>
      </pc:sldChg>
      <pc:sldChg chg="del">
        <pc:chgData name="Venu Miriyala" userId="52c44cb45e9b6ff9" providerId="LiveId" clId="{6FD65710-2C3E-4E02-9CB2-5EBED98F66C5}" dt="2025-08-21T02:05:03.677" v="460" actId="47"/>
        <pc:sldMkLst>
          <pc:docMk/>
          <pc:sldMk cId="3097294317" sldId="2573"/>
        </pc:sldMkLst>
      </pc:sldChg>
      <pc:sldChg chg="addSp delSp modSp add del setBg delDesignElem modNotes">
        <pc:chgData name="Venu Miriyala" userId="52c44cb45e9b6ff9" providerId="LiveId" clId="{6FD65710-2C3E-4E02-9CB2-5EBED98F66C5}" dt="2025-08-21T07:20:44.866" v="8983"/>
        <pc:sldMkLst>
          <pc:docMk/>
          <pc:sldMk cId="3262971071" sldId="2573"/>
        </pc:sldMkLst>
        <pc:spChg chg="mod">
          <ac:chgData name="Venu Miriyala" userId="52c44cb45e9b6ff9" providerId="LiveId" clId="{6FD65710-2C3E-4E02-9CB2-5EBED98F66C5}" dt="2025-08-21T07:20:36.529" v="8976"/>
          <ac:spMkLst>
            <pc:docMk/>
            <pc:sldMk cId="3262971071" sldId="2573"/>
            <ac:spMk id="2" creationId="{BB300A70-7573-81E1-0BA7-B7B0267BEAE5}"/>
          </ac:spMkLst>
        </pc:spChg>
        <pc:spChg chg="mod">
          <ac:chgData name="Venu Miriyala" userId="52c44cb45e9b6ff9" providerId="LiveId" clId="{6FD65710-2C3E-4E02-9CB2-5EBED98F66C5}" dt="2025-08-21T07:20:43.179" v="8981"/>
          <ac:spMkLst>
            <pc:docMk/>
            <pc:sldMk cId="3262971071" sldId="2573"/>
            <ac:spMk id="4" creationId="{3AC7B2CE-DEB8-D3E4-2D3D-F954C5AC0B17}"/>
          </ac:spMkLst>
        </pc:spChg>
        <pc:spChg chg="add del">
          <ac:chgData name="Venu Miriyala" userId="52c44cb45e9b6ff9" providerId="LiveId" clId="{6FD65710-2C3E-4E02-9CB2-5EBED98F66C5}" dt="2025-08-21T05:44:45.109" v="3523"/>
          <ac:spMkLst>
            <pc:docMk/>
            <pc:sldMk cId="3262971071" sldId="2573"/>
            <ac:spMk id="10" creationId="{92CC1E4F-F1F0-B945-BE50-C72A7103E8AC}"/>
          </ac:spMkLst>
        </pc:spChg>
      </pc:sldChg>
      <pc:sldChg chg="del">
        <pc:chgData name="Venu Miriyala" userId="52c44cb45e9b6ff9" providerId="LiveId" clId="{6FD65710-2C3E-4E02-9CB2-5EBED98F66C5}" dt="2025-08-21T02:05:03.677" v="460" actId="47"/>
        <pc:sldMkLst>
          <pc:docMk/>
          <pc:sldMk cId="1549400152" sldId="2574"/>
        </pc:sldMkLst>
      </pc:sldChg>
      <pc:sldChg chg="addSp delSp add del setBg delDesignElem">
        <pc:chgData name="Venu Miriyala" userId="52c44cb45e9b6ff9" providerId="LiveId" clId="{6FD65710-2C3E-4E02-9CB2-5EBED98F66C5}" dt="2025-08-21T05:46:21.295" v="3533" actId="47"/>
        <pc:sldMkLst>
          <pc:docMk/>
          <pc:sldMk cId="4097752129" sldId="2574"/>
        </pc:sldMkLst>
      </pc:sldChg>
      <pc:sldChg chg="del">
        <pc:chgData name="Venu Miriyala" userId="52c44cb45e9b6ff9" providerId="LiveId" clId="{6FD65710-2C3E-4E02-9CB2-5EBED98F66C5}" dt="2025-08-21T02:05:03.677" v="460" actId="47"/>
        <pc:sldMkLst>
          <pc:docMk/>
          <pc:sldMk cId="4025593365" sldId="2575"/>
        </pc:sldMkLst>
      </pc:sldChg>
      <pc:sldChg chg="del">
        <pc:chgData name="Venu Miriyala" userId="52c44cb45e9b6ff9" providerId="LiveId" clId="{6FD65710-2C3E-4E02-9CB2-5EBED98F66C5}" dt="2025-08-21T02:05:03.677" v="460" actId="47"/>
        <pc:sldMkLst>
          <pc:docMk/>
          <pc:sldMk cId="1478061015" sldId="2576"/>
        </pc:sldMkLst>
      </pc:sldChg>
      <pc:sldChg chg="del">
        <pc:chgData name="Venu Miriyala" userId="52c44cb45e9b6ff9" providerId="LiveId" clId="{6FD65710-2C3E-4E02-9CB2-5EBED98F66C5}" dt="2025-08-21T02:05:03.677" v="460" actId="47"/>
        <pc:sldMkLst>
          <pc:docMk/>
          <pc:sldMk cId="2735705641" sldId="2577"/>
        </pc:sldMkLst>
      </pc:sldChg>
      <pc:sldChg chg="del">
        <pc:chgData name="Venu Miriyala" userId="52c44cb45e9b6ff9" providerId="LiveId" clId="{6FD65710-2C3E-4E02-9CB2-5EBED98F66C5}" dt="2025-08-21T02:05:07.297" v="461" actId="47"/>
        <pc:sldMkLst>
          <pc:docMk/>
          <pc:sldMk cId="2917108396" sldId="2578"/>
        </pc:sldMkLst>
      </pc:sldChg>
      <pc:sldChg chg="del">
        <pc:chgData name="Venu Miriyala" userId="52c44cb45e9b6ff9" providerId="LiveId" clId="{6FD65710-2C3E-4E02-9CB2-5EBED98F66C5}" dt="2025-08-21T02:05:09.987" v="462" actId="47"/>
        <pc:sldMkLst>
          <pc:docMk/>
          <pc:sldMk cId="3199442919" sldId="2579"/>
        </pc:sldMkLst>
      </pc:sldChg>
      <pc:sldChg chg="del">
        <pc:chgData name="Venu Miriyala" userId="52c44cb45e9b6ff9" providerId="LiveId" clId="{6FD65710-2C3E-4E02-9CB2-5EBED98F66C5}" dt="2025-08-21T02:05:09.987" v="462" actId="47"/>
        <pc:sldMkLst>
          <pc:docMk/>
          <pc:sldMk cId="3944600598" sldId="2580"/>
        </pc:sldMkLst>
      </pc:sldChg>
      <pc:sldChg chg="del">
        <pc:chgData name="Venu Miriyala" userId="52c44cb45e9b6ff9" providerId="LiveId" clId="{6FD65710-2C3E-4E02-9CB2-5EBED98F66C5}" dt="2025-08-21T02:05:09.987" v="462" actId="47"/>
        <pc:sldMkLst>
          <pc:docMk/>
          <pc:sldMk cId="1591105558" sldId="2581"/>
        </pc:sldMkLst>
      </pc:sldChg>
      <pc:sldChg chg="del">
        <pc:chgData name="Venu Miriyala" userId="52c44cb45e9b6ff9" providerId="LiveId" clId="{6FD65710-2C3E-4E02-9CB2-5EBED98F66C5}" dt="2025-08-21T02:12:41.604" v="973" actId="47"/>
        <pc:sldMkLst>
          <pc:docMk/>
          <pc:sldMk cId="419940616" sldId="2582"/>
        </pc:sldMkLst>
      </pc:sldChg>
      <pc:sldChg chg="modSp add del modNotes">
        <pc:chgData name="Venu Miriyala" userId="52c44cb45e9b6ff9" providerId="LiveId" clId="{6FD65710-2C3E-4E02-9CB2-5EBED98F66C5}" dt="2025-08-21T06:54:52.393" v="7429" actId="20577"/>
        <pc:sldMkLst>
          <pc:docMk/>
          <pc:sldMk cId="3031991909" sldId="2147483071"/>
        </pc:sldMkLst>
        <pc:spChg chg="mod">
          <ac:chgData name="Venu Miriyala" userId="52c44cb45e9b6ff9" providerId="LiveId" clId="{6FD65710-2C3E-4E02-9CB2-5EBED98F66C5}" dt="2025-08-21T06:54:52.393" v="7429" actId="20577"/>
          <ac:spMkLst>
            <pc:docMk/>
            <pc:sldMk cId="3031991909" sldId="2147483071"/>
            <ac:spMk id="2" creationId="{00000000-0000-0000-0000-000000000000}"/>
          </ac:spMkLst>
        </pc:spChg>
      </pc:sldChg>
      <pc:sldChg chg="add del">
        <pc:chgData name="Venu Miriyala" userId="52c44cb45e9b6ff9" providerId="LiveId" clId="{6FD65710-2C3E-4E02-9CB2-5EBED98F66C5}" dt="2025-08-21T06:54:44.185" v="7419"/>
        <pc:sldMkLst>
          <pc:docMk/>
          <pc:sldMk cId="3611212984" sldId="2147483073"/>
        </pc:sldMkLst>
      </pc:sldChg>
      <pc:sldChg chg="add del">
        <pc:chgData name="Venu Miriyala" userId="52c44cb45e9b6ff9" providerId="LiveId" clId="{6FD65710-2C3E-4E02-9CB2-5EBED98F66C5}" dt="2025-08-21T06:54:44.185" v="7419"/>
        <pc:sldMkLst>
          <pc:docMk/>
          <pc:sldMk cId="3647654967" sldId="2147483074"/>
        </pc:sldMkLst>
      </pc:sldChg>
      <pc:sldChg chg="modSp modAnim">
        <pc:chgData name="Venu Miriyala" userId="52c44cb45e9b6ff9" providerId="LiveId" clId="{6FD65710-2C3E-4E02-9CB2-5EBED98F66C5}" dt="2025-08-21T02:02:36.957" v="444" actId="108"/>
        <pc:sldMkLst>
          <pc:docMk/>
          <pc:sldMk cId="3774244905" sldId="2147483075"/>
        </pc:sldMkLst>
        <pc:spChg chg="mod">
          <ac:chgData name="Venu Miriyala" userId="52c44cb45e9b6ff9" providerId="LiveId" clId="{6FD65710-2C3E-4E02-9CB2-5EBED98F66C5}" dt="2025-08-21T02:02:36.957" v="444" actId="108"/>
          <ac:spMkLst>
            <pc:docMk/>
            <pc:sldMk cId="3774244905" sldId="2147483075"/>
            <ac:spMk id="4" creationId="{D935D455-8FE0-8207-6D02-2D6CB942A828}"/>
          </ac:spMkLst>
        </pc:spChg>
      </pc:sldChg>
      <pc:sldChg chg="modSp mod">
        <pc:chgData name="Venu Miriyala" userId="52c44cb45e9b6ff9" providerId="LiveId" clId="{6FD65710-2C3E-4E02-9CB2-5EBED98F66C5}" dt="2025-08-21T02:04:17.812" v="446" actId="20577"/>
        <pc:sldMkLst>
          <pc:docMk/>
          <pc:sldMk cId="147579285" sldId="2147483076"/>
        </pc:sldMkLst>
        <pc:spChg chg="mod">
          <ac:chgData name="Venu Miriyala" userId="52c44cb45e9b6ff9" providerId="LiveId" clId="{6FD65710-2C3E-4E02-9CB2-5EBED98F66C5}" dt="2025-08-21T02:04:17.812" v="446" actId="20577"/>
          <ac:spMkLst>
            <pc:docMk/>
            <pc:sldMk cId="147579285" sldId="2147483076"/>
            <ac:spMk id="2" creationId="{5EBE2D11-3D57-96E5-1057-C7F3B2469F44}"/>
          </ac:spMkLst>
        </pc:spChg>
      </pc:sldChg>
      <pc:sldChg chg="modSp">
        <pc:chgData name="Venu Miriyala" userId="52c44cb45e9b6ff9" providerId="LiveId" clId="{6FD65710-2C3E-4E02-9CB2-5EBED98F66C5}" dt="2025-08-21T02:13:32.495" v="1014" actId="20577"/>
        <pc:sldMkLst>
          <pc:docMk/>
          <pc:sldMk cId="2135119597" sldId="2147483078"/>
        </pc:sldMkLst>
        <pc:spChg chg="mod">
          <ac:chgData name="Venu Miriyala" userId="52c44cb45e9b6ff9" providerId="LiveId" clId="{6FD65710-2C3E-4E02-9CB2-5EBED98F66C5}" dt="2025-08-21T02:13:32.495" v="1014" actId="20577"/>
          <ac:spMkLst>
            <pc:docMk/>
            <pc:sldMk cId="2135119597" sldId="2147483078"/>
            <ac:spMk id="2" creationId="{A2918A23-3DB1-22B7-AF4C-5FC942773AAA}"/>
          </ac:spMkLst>
        </pc:spChg>
      </pc:sldChg>
      <pc:sldChg chg="del">
        <pc:chgData name="Venu Miriyala" userId="52c44cb45e9b6ff9" providerId="LiveId" clId="{6FD65710-2C3E-4E02-9CB2-5EBED98F66C5}" dt="2025-08-21T02:12:44.107" v="974" actId="47"/>
        <pc:sldMkLst>
          <pc:docMk/>
          <pc:sldMk cId="2937884154" sldId="2147483084"/>
        </pc:sldMkLst>
      </pc:sldChg>
      <pc:sldChg chg="modSp mod">
        <pc:chgData name="Venu Miriyala" userId="52c44cb45e9b6ff9" providerId="LiveId" clId="{6FD65710-2C3E-4E02-9CB2-5EBED98F66C5}" dt="2025-08-21T02:04:45.912" v="457" actId="20577"/>
        <pc:sldMkLst>
          <pc:docMk/>
          <pc:sldMk cId="2862755268" sldId="2147483085"/>
        </pc:sldMkLst>
        <pc:spChg chg="mod">
          <ac:chgData name="Venu Miriyala" userId="52c44cb45e9b6ff9" providerId="LiveId" clId="{6FD65710-2C3E-4E02-9CB2-5EBED98F66C5}" dt="2025-08-21T02:04:45.912" v="457" actId="20577"/>
          <ac:spMkLst>
            <pc:docMk/>
            <pc:sldMk cId="2862755268" sldId="2147483085"/>
            <ac:spMk id="3" creationId="{DEC74E7F-ABF1-83D5-11BF-CF15F7863633}"/>
          </ac:spMkLst>
        </pc:spChg>
      </pc:sldChg>
      <pc:sldChg chg="del">
        <pc:chgData name="Venu Miriyala" userId="52c44cb45e9b6ff9" providerId="LiveId" clId="{6FD65710-2C3E-4E02-9CB2-5EBED98F66C5}" dt="2025-08-21T02:05:07.297" v="461" actId="47"/>
        <pc:sldMkLst>
          <pc:docMk/>
          <pc:sldMk cId="3846394158" sldId="2147483086"/>
        </pc:sldMkLst>
      </pc:sldChg>
      <pc:sldChg chg="del">
        <pc:chgData name="Venu Miriyala" userId="52c44cb45e9b6ff9" providerId="LiveId" clId="{6FD65710-2C3E-4E02-9CB2-5EBED98F66C5}" dt="2025-08-21T02:05:07.297" v="461" actId="47"/>
        <pc:sldMkLst>
          <pc:docMk/>
          <pc:sldMk cId="2185554176" sldId="2147483087"/>
        </pc:sldMkLst>
      </pc:sldChg>
      <pc:sldChg chg="del">
        <pc:chgData name="Venu Miriyala" userId="52c44cb45e9b6ff9" providerId="LiveId" clId="{6FD65710-2C3E-4E02-9CB2-5EBED98F66C5}" dt="2025-08-21T02:05:07.297" v="461" actId="47"/>
        <pc:sldMkLst>
          <pc:docMk/>
          <pc:sldMk cId="1486127873" sldId="2147483091"/>
        </pc:sldMkLst>
      </pc:sldChg>
      <pc:sldChg chg="del">
        <pc:chgData name="Venu Miriyala" userId="52c44cb45e9b6ff9" providerId="LiveId" clId="{6FD65710-2C3E-4E02-9CB2-5EBED98F66C5}" dt="2025-08-21T02:05:07.297" v="461" actId="47"/>
        <pc:sldMkLst>
          <pc:docMk/>
          <pc:sldMk cId="1361543968" sldId="2147483092"/>
        </pc:sldMkLst>
      </pc:sldChg>
      <pc:sldChg chg="del">
        <pc:chgData name="Venu Miriyala" userId="52c44cb45e9b6ff9" providerId="LiveId" clId="{6FD65710-2C3E-4E02-9CB2-5EBED98F66C5}" dt="2025-08-21T02:05:07.297" v="461" actId="47"/>
        <pc:sldMkLst>
          <pc:docMk/>
          <pc:sldMk cId="2584106154" sldId="2147483094"/>
        </pc:sldMkLst>
      </pc:sldChg>
      <pc:sldChg chg="del">
        <pc:chgData name="Venu Miriyala" userId="52c44cb45e9b6ff9" providerId="LiveId" clId="{6FD65710-2C3E-4E02-9CB2-5EBED98F66C5}" dt="2025-08-21T02:05:07.297" v="461" actId="47"/>
        <pc:sldMkLst>
          <pc:docMk/>
          <pc:sldMk cId="1670806812" sldId="2147483095"/>
        </pc:sldMkLst>
      </pc:sldChg>
      <pc:sldChg chg="del">
        <pc:chgData name="Venu Miriyala" userId="52c44cb45e9b6ff9" providerId="LiveId" clId="{6FD65710-2C3E-4E02-9CB2-5EBED98F66C5}" dt="2025-08-21T02:05:07.297" v="461" actId="47"/>
        <pc:sldMkLst>
          <pc:docMk/>
          <pc:sldMk cId="1626774322" sldId="2147483096"/>
        </pc:sldMkLst>
      </pc:sldChg>
      <pc:sldChg chg="del">
        <pc:chgData name="Venu Miriyala" userId="52c44cb45e9b6ff9" providerId="LiveId" clId="{6FD65710-2C3E-4E02-9CB2-5EBED98F66C5}" dt="2025-08-21T02:05:07.297" v="461" actId="47"/>
        <pc:sldMkLst>
          <pc:docMk/>
          <pc:sldMk cId="245200411" sldId="2147483097"/>
        </pc:sldMkLst>
      </pc:sldChg>
      <pc:sldChg chg="del">
        <pc:chgData name="Venu Miriyala" userId="52c44cb45e9b6ff9" providerId="LiveId" clId="{6FD65710-2C3E-4E02-9CB2-5EBED98F66C5}" dt="2025-08-21T02:05:07.297" v="461" actId="47"/>
        <pc:sldMkLst>
          <pc:docMk/>
          <pc:sldMk cId="899405409" sldId="2147483099"/>
        </pc:sldMkLst>
      </pc:sldChg>
      <pc:sldChg chg="del">
        <pc:chgData name="Venu Miriyala" userId="52c44cb45e9b6ff9" providerId="LiveId" clId="{6FD65710-2C3E-4E02-9CB2-5EBED98F66C5}" dt="2025-08-21T02:05:07.297" v="461" actId="47"/>
        <pc:sldMkLst>
          <pc:docMk/>
          <pc:sldMk cId="213306948" sldId="2147483101"/>
        </pc:sldMkLst>
      </pc:sldChg>
      <pc:sldChg chg="del">
        <pc:chgData name="Venu Miriyala" userId="52c44cb45e9b6ff9" providerId="LiveId" clId="{6FD65710-2C3E-4E02-9CB2-5EBED98F66C5}" dt="2025-08-21T02:05:07.297" v="461" actId="47"/>
        <pc:sldMkLst>
          <pc:docMk/>
          <pc:sldMk cId="1875431075" sldId="2147483102"/>
        </pc:sldMkLst>
      </pc:sldChg>
      <pc:sldChg chg="del">
        <pc:chgData name="Venu Miriyala" userId="52c44cb45e9b6ff9" providerId="LiveId" clId="{6FD65710-2C3E-4E02-9CB2-5EBED98F66C5}" dt="2025-08-21T02:05:07.297" v="461" actId="47"/>
        <pc:sldMkLst>
          <pc:docMk/>
          <pc:sldMk cId="1532525167" sldId="2147483103"/>
        </pc:sldMkLst>
      </pc:sldChg>
      <pc:sldChg chg="del">
        <pc:chgData name="Venu Miriyala" userId="52c44cb45e9b6ff9" providerId="LiveId" clId="{6FD65710-2C3E-4E02-9CB2-5EBED98F66C5}" dt="2025-08-21T02:05:07.297" v="461" actId="47"/>
        <pc:sldMkLst>
          <pc:docMk/>
          <pc:sldMk cId="3591111244" sldId="2147483105"/>
        </pc:sldMkLst>
      </pc:sldChg>
      <pc:sldChg chg="del">
        <pc:chgData name="Venu Miriyala" userId="52c44cb45e9b6ff9" providerId="LiveId" clId="{6FD65710-2C3E-4E02-9CB2-5EBED98F66C5}" dt="2025-08-21T02:05:07.297" v="461" actId="47"/>
        <pc:sldMkLst>
          <pc:docMk/>
          <pc:sldMk cId="1217192095" sldId="2147483106"/>
        </pc:sldMkLst>
      </pc:sldChg>
      <pc:sldChg chg="del">
        <pc:chgData name="Venu Miriyala" userId="52c44cb45e9b6ff9" providerId="LiveId" clId="{6FD65710-2C3E-4E02-9CB2-5EBED98F66C5}" dt="2025-08-21T02:05:09.987" v="462" actId="47"/>
        <pc:sldMkLst>
          <pc:docMk/>
          <pc:sldMk cId="4188829246" sldId="2147483107"/>
        </pc:sldMkLst>
      </pc:sldChg>
      <pc:sldChg chg="del">
        <pc:chgData name="Venu Miriyala" userId="52c44cb45e9b6ff9" providerId="LiveId" clId="{6FD65710-2C3E-4E02-9CB2-5EBED98F66C5}" dt="2025-08-21T02:05:09.987" v="462" actId="47"/>
        <pc:sldMkLst>
          <pc:docMk/>
          <pc:sldMk cId="3528973908" sldId="2147483108"/>
        </pc:sldMkLst>
      </pc:sldChg>
      <pc:sldChg chg="del">
        <pc:chgData name="Venu Miriyala" userId="52c44cb45e9b6ff9" providerId="LiveId" clId="{6FD65710-2C3E-4E02-9CB2-5EBED98F66C5}" dt="2025-08-21T02:05:09.987" v="462" actId="47"/>
        <pc:sldMkLst>
          <pc:docMk/>
          <pc:sldMk cId="401660611" sldId="2147483109"/>
        </pc:sldMkLst>
      </pc:sldChg>
      <pc:sldChg chg="del">
        <pc:chgData name="Venu Miriyala" userId="52c44cb45e9b6ff9" providerId="LiveId" clId="{6FD65710-2C3E-4E02-9CB2-5EBED98F66C5}" dt="2025-08-21T02:05:09.987" v="462" actId="47"/>
        <pc:sldMkLst>
          <pc:docMk/>
          <pc:sldMk cId="2727438794" sldId="2147483110"/>
        </pc:sldMkLst>
      </pc:sldChg>
      <pc:sldChg chg="del">
        <pc:chgData name="Venu Miriyala" userId="52c44cb45e9b6ff9" providerId="LiveId" clId="{6FD65710-2C3E-4E02-9CB2-5EBED98F66C5}" dt="2025-08-21T02:05:09.987" v="462" actId="47"/>
        <pc:sldMkLst>
          <pc:docMk/>
          <pc:sldMk cId="3230544953" sldId="2147483111"/>
        </pc:sldMkLst>
      </pc:sldChg>
      <pc:sldChg chg="del">
        <pc:chgData name="Venu Miriyala" userId="52c44cb45e9b6ff9" providerId="LiveId" clId="{6FD65710-2C3E-4E02-9CB2-5EBED98F66C5}" dt="2025-08-21T02:05:09.987" v="462" actId="47"/>
        <pc:sldMkLst>
          <pc:docMk/>
          <pc:sldMk cId="3245944052" sldId="2147483112"/>
        </pc:sldMkLst>
      </pc:sldChg>
      <pc:sldChg chg="del">
        <pc:chgData name="Venu Miriyala" userId="52c44cb45e9b6ff9" providerId="LiveId" clId="{6FD65710-2C3E-4E02-9CB2-5EBED98F66C5}" dt="2025-08-21T02:05:11.978" v="463" actId="47"/>
        <pc:sldMkLst>
          <pc:docMk/>
          <pc:sldMk cId="73620617" sldId="2147483113"/>
        </pc:sldMkLst>
      </pc:sldChg>
      <pc:sldChg chg="del">
        <pc:chgData name="Venu Miriyala" userId="52c44cb45e9b6ff9" providerId="LiveId" clId="{6FD65710-2C3E-4E02-9CB2-5EBED98F66C5}" dt="2025-08-21T02:05:11.978" v="463" actId="47"/>
        <pc:sldMkLst>
          <pc:docMk/>
          <pc:sldMk cId="1123313480" sldId="2147483114"/>
        </pc:sldMkLst>
      </pc:sldChg>
      <pc:sldChg chg="del">
        <pc:chgData name="Venu Miriyala" userId="52c44cb45e9b6ff9" providerId="LiveId" clId="{6FD65710-2C3E-4E02-9CB2-5EBED98F66C5}" dt="2025-08-21T02:05:11.978" v="463" actId="47"/>
        <pc:sldMkLst>
          <pc:docMk/>
          <pc:sldMk cId="297502382" sldId="2147483115"/>
        </pc:sldMkLst>
      </pc:sldChg>
      <pc:sldChg chg="del">
        <pc:chgData name="Venu Miriyala" userId="52c44cb45e9b6ff9" providerId="LiveId" clId="{6FD65710-2C3E-4E02-9CB2-5EBED98F66C5}" dt="2025-08-21T02:05:19.153" v="465" actId="47"/>
        <pc:sldMkLst>
          <pc:docMk/>
          <pc:sldMk cId="2404997559" sldId="2147483116"/>
        </pc:sldMkLst>
      </pc:sldChg>
      <pc:sldChg chg="del">
        <pc:chgData name="Venu Miriyala" userId="52c44cb45e9b6ff9" providerId="LiveId" clId="{6FD65710-2C3E-4E02-9CB2-5EBED98F66C5}" dt="2025-08-21T02:05:15.721" v="464" actId="47"/>
        <pc:sldMkLst>
          <pc:docMk/>
          <pc:sldMk cId="1592419711" sldId="2147483117"/>
        </pc:sldMkLst>
      </pc:sldChg>
      <pc:sldChg chg="del">
        <pc:chgData name="Venu Miriyala" userId="52c44cb45e9b6ff9" providerId="LiveId" clId="{6FD65710-2C3E-4E02-9CB2-5EBED98F66C5}" dt="2025-08-21T02:05:15.721" v="464" actId="47"/>
        <pc:sldMkLst>
          <pc:docMk/>
          <pc:sldMk cId="736117236" sldId="2147483118"/>
        </pc:sldMkLst>
      </pc:sldChg>
      <pc:sldChg chg="del">
        <pc:chgData name="Venu Miriyala" userId="52c44cb45e9b6ff9" providerId="LiveId" clId="{6FD65710-2C3E-4E02-9CB2-5EBED98F66C5}" dt="2025-08-21T02:05:15.721" v="464" actId="47"/>
        <pc:sldMkLst>
          <pc:docMk/>
          <pc:sldMk cId="483215571" sldId="2147483119"/>
        </pc:sldMkLst>
      </pc:sldChg>
      <pc:sldChg chg="del">
        <pc:chgData name="Venu Miriyala" userId="52c44cb45e9b6ff9" providerId="LiveId" clId="{6FD65710-2C3E-4E02-9CB2-5EBED98F66C5}" dt="2025-08-21T02:05:15.721" v="464" actId="47"/>
        <pc:sldMkLst>
          <pc:docMk/>
          <pc:sldMk cId="2788119841" sldId="2147483120"/>
        </pc:sldMkLst>
      </pc:sldChg>
      <pc:sldChg chg="del">
        <pc:chgData name="Venu Miriyala" userId="52c44cb45e9b6ff9" providerId="LiveId" clId="{6FD65710-2C3E-4E02-9CB2-5EBED98F66C5}" dt="2025-08-21T02:05:15.721" v="464" actId="47"/>
        <pc:sldMkLst>
          <pc:docMk/>
          <pc:sldMk cId="1179292153" sldId="2147483121"/>
        </pc:sldMkLst>
      </pc:sldChg>
      <pc:sldChg chg="del">
        <pc:chgData name="Venu Miriyala" userId="52c44cb45e9b6ff9" providerId="LiveId" clId="{6FD65710-2C3E-4E02-9CB2-5EBED98F66C5}" dt="2025-08-21T02:05:15.721" v="464" actId="47"/>
        <pc:sldMkLst>
          <pc:docMk/>
          <pc:sldMk cId="3795045891" sldId="2147483122"/>
        </pc:sldMkLst>
      </pc:sldChg>
      <pc:sldChg chg="del">
        <pc:chgData name="Venu Miriyala" userId="52c44cb45e9b6ff9" providerId="LiveId" clId="{6FD65710-2C3E-4E02-9CB2-5EBED98F66C5}" dt="2025-08-21T02:05:15.721" v="464" actId="47"/>
        <pc:sldMkLst>
          <pc:docMk/>
          <pc:sldMk cId="1346626024" sldId="2147483123"/>
        </pc:sldMkLst>
      </pc:sldChg>
      <pc:sldChg chg="del">
        <pc:chgData name="Venu Miriyala" userId="52c44cb45e9b6ff9" providerId="LiveId" clId="{6FD65710-2C3E-4E02-9CB2-5EBED98F66C5}" dt="2025-08-21T02:05:15.721" v="464" actId="47"/>
        <pc:sldMkLst>
          <pc:docMk/>
          <pc:sldMk cId="2755734571" sldId="2147483124"/>
        </pc:sldMkLst>
      </pc:sldChg>
      <pc:sldChg chg="del">
        <pc:chgData name="Venu Miriyala" userId="52c44cb45e9b6ff9" providerId="LiveId" clId="{6FD65710-2C3E-4E02-9CB2-5EBED98F66C5}" dt="2025-08-21T02:05:15.721" v="464" actId="47"/>
        <pc:sldMkLst>
          <pc:docMk/>
          <pc:sldMk cId="905551747" sldId="2147483125"/>
        </pc:sldMkLst>
      </pc:sldChg>
      <pc:sldChg chg="del">
        <pc:chgData name="Venu Miriyala" userId="52c44cb45e9b6ff9" providerId="LiveId" clId="{6FD65710-2C3E-4E02-9CB2-5EBED98F66C5}" dt="2025-08-21T02:05:15.721" v="464" actId="47"/>
        <pc:sldMkLst>
          <pc:docMk/>
          <pc:sldMk cId="1169614247" sldId="2147483126"/>
        </pc:sldMkLst>
      </pc:sldChg>
      <pc:sldChg chg="del">
        <pc:chgData name="Venu Miriyala" userId="52c44cb45e9b6ff9" providerId="LiveId" clId="{6FD65710-2C3E-4E02-9CB2-5EBED98F66C5}" dt="2025-08-21T02:05:15.721" v="464" actId="47"/>
        <pc:sldMkLst>
          <pc:docMk/>
          <pc:sldMk cId="3692457815" sldId="2147483127"/>
        </pc:sldMkLst>
      </pc:sldChg>
      <pc:sldChg chg="del">
        <pc:chgData name="Venu Miriyala" userId="52c44cb45e9b6ff9" providerId="LiveId" clId="{6FD65710-2C3E-4E02-9CB2-5EBED98F66C5}" dt="2025-08-21T02:05:15.721" v="464" actId="47"/>
        <pc:sldMkLst>
          <pc:docMk/>
          <pc:sldMk cId="1465826717" sldId="2147483128"/>
        </pc:sldMkLst>
      </pc:sldChg>
      <pc:sldChg chg="del">
        <pc:chgData name="Venu Miriyala" userId="52c44cb45e9b6ff9" providerId="LiveId" clId="{6FD65710-2C3E-4E02-9CB2-5EBED98F66C5}" dt="2025-08-21T02:05:15.721" v="464" actId="47"/>
        <pc:sldMkLst>
          <pc:docMk/>
          <pc:sldMk cId="360270652" sldId="2147483129"/>
        </pc:sldMkLst>
      </pc:sldChg>
      <pc:sldChg chg="del">
        <pc:chgData name="Venu Miriyala" userId="52c44cb45e9b6ff9" providerId="LiveId" clId="{6FD65710-2C3E-4E02-9CB2-5EBED98F66C5}" dt="2025-08-21T02:05:15.721" v="464" actId="47"/>
        <pc:sldMkLst>
          <pc:docMk/>
          <pc:sldMk cId="779023576" sldId="2147483130"/>
        </pc:sldMkLst>
      </pc:sldChg>
      <pc:sldChg chg="del">
        <pc:chgData name="Venu Miriyala" userId="52c44cb45e9b6ff9" providerId="LiveId" clId="{6FD65710-2C3E-4E02-9CB2-5EBED98F66C5}" dt="2025-08-21T02:05:15.721" v="464" actId="47"/>
        <pc:sldMkLst>
          <pc:docMk/>
          <pc:sldMk cId="1076484854" sldId="2147483131"/>
        </pc:sldMkLst>
      </pc:sldChg>
      <pc:sldChg chg="del">
        <pc:chgData name="Venu Miriyala" userId="52c44cb45e9b6ff9" providerId="LiveId" clId="{6FD65710-2C3E-4E02-9CB2-5EBED98F66C5}" dt="2025-08-21T02:05:19.153" v="465" actId="47"/>
        <pc:sldMkLst>
          <pc:docMk/>
          <pc:sldMk cId="2793882401" sldId="2147483132"/>
        </pc:sldMkLst>
      </pc:sldChg>
      <pc:sldChg chg="del">
        <pc:chgData name="Venu Miriyala" userId="52c44cb45e9b6ff9" providerId="LiveId" clId="{6FD65710-2C3E-4E02-9CB2-5EBED98F66C5}" dt="2025-08-21T02:05:19.153" v="465" actId="47"/>
        <pc:sldMkLst>
          <pc:docMk/>
          <pc:sldMk cId="3503929634" sldId="2147483133"/>
        </pc:sldMkLst>
      </pc:sldChg>
      <pc:sldChg chg="del">
        <pc:chgData name="Venu Miriyala" userId="52c44cb45e9b6ff9" providerId="LiveId" clId="{6FD65710-2C3E-4E02-9CB2-5EBED98F66C5}" dt="2025-08-21T02:05:19.153" v="465" actId="47"/>
        <pc:sldMkLst>
          <pc:docMk/>
          <pc:sldMk cId="2744401692" sldId="2147483134"/>
        </pc:sldMkLst>
      </pc:sldChg>
      <pc:sldChg chg="del">
        <pc:chgData name="Venu Miriyala" userId="52c44cb45e9b6ff9" providerId="LiveId" clId="{6FD65710-2C3E-4E02-9CB2-5EBED98F66C5}" dt="2025-08-21T02:05:19.153" v="465" actId="47"/>
        <pc:sldMkLst>
          <pc:docMk/>
          <pc:sldMk cId="2681408472" sldId="2147483135"/>
        </pc:sldMkLst>
      </pc:sldChg>
      <pc:sldChg chg="del">
        <pc:chgData name="Venu Miriyala" userId="52c44cb45e9b6ff9" providerId="LiveId" clId="{6FD65710-2C3E-4E02-9CB2-5EBED98F66C5}" dt="2025-08-21T02:05:19.153" v="465" actId="47"/>
        <pc:sldMkLst>
          <pc:docMk/>
          <pc:sldMk cId="1654114038" sldId="2147483136"/>
        </pc:sldMkLst>
      </pc:sldChg>
      <pc:sldChg chg="del">
        <pc:chgData name="Venu Miriyala" userId="52c44cb45e9b6ff9" providerId="LiveId" clId="{6FD65710-2C3E-4E02-9CB2-5EBED98F66C5}" dt="2025-08-21T02:05:19.153" v="465" actId="47"/>
        <pc:sldMkLst>
          <pc:docMk/>
          <pc:sldMk cId="3327542548" sldId="2147483137"/>
        </pc:sldMkLst>
      </pc:sldChg>
      <pc:sldChg chg="del">
        <pc:chgData name="Venu Miriyala" userId="52c44cb45e9b6ff9" providerId="LiveId" clId="{6FD65710-2C3E-4E02-9CB2-5EBED98F66C5}" dt="2025-08-21T02:05:19.153" v="465" actId="47"/>
        <pc:sldMkLst>
          <pc:docMk/>
          <pc:sldMk cId="3002601844" sldId="2147483138"/>
        </pc:sldMkLst>
      </pc:sldChg>
      <pc:sldChg chg="del">
        <pc:chgData name="Venu Miriyala" userId="52c44cb45e9b6ff9" providerId="LiveId" clId="{6FD65710-2C3E-4E02-9CB2-5EBED98F66C5}" dt="2025-08-21T02:05:19.153" v="465" actId="47"/>
        <pc:sldMkLst>
          <pc:docMk/>
          <pc:sldMk cId="3072194152" sldId="2147483139"/>
        </pc:sldMkLst>
      </pc:sldChg>
      <pc:sldChg chg="del">
        <pc:chgData name="Venu Miriyala" userId="52c44cb45e9b6ff9" providerId="LiveId" clId="{6FD65710-2C3E-4E02-9CB2-5EBED98F66C5}" dt="2025-08-21T02:05:19.153" v="465" actId="47"/>
        <pc:sldMkLst>
          <pc:docMk/>
          <pc:sldMk cId="2666640815" sldId="2147483140"/>
        </pc:sldMkLst>
      </pc:sldChg>
      <pc:sldChg chg="del">
        <pc:chgData name="Venu Miriyala" userId="52c44cb45e9b6ff9" providerId="LiveId" clId="{6FD65710-2C3E-4E02-9CB2-5EBED98F66C5}" dt="2025-08-21T02:05:19.153" v="465" actId="47"/>
        <pc:sldMkLst>
          <pc:docMk/>
          <pc:sldMk cId="2656998254" sldId="2147483141"/>
        </pc:sldMkLst>
      </pc:sldChg>
      <pc:sldChg chg="del">
        <pc:chgData name="Venu Miriyala" userId="52c44cb45e9b6ff9" providerId="LiveId" clId="{6FD65710-2C3E-4E02-9CB2-5EBED98F66C5}" dt="2025-08-21T02:05:19.153" v="465" actId="47"/>
        <pc:sldMkLst>
          <pc:docMk/>
          <pc:sldMk cId="2582157059" sldId="2147483143"/>
        </pc:sldMkLst>
      </pc:sldChg>
      <pc:sldChg chg="del">
        <pc:chgData name="Venu Miriyala" userId="52c44cb45e9b6ff9" providerId="LiveId" clId="{6FD65710-2C3E-4E02-9CB2-5EBED98F66C5}" dt="2025-08-21T02:05:19.153" v="465" actId="47"/>
        <pc:sldMkLst>
          <pc:docMk/>
          <pc:sldMk cId="1080382136" sldId="2147483144"/>
        </pc:sldMkLst>
      </pc:sldChg>
      <pc:sldChg chg="del">
        <pc:chgData name="Venu Miriyala" userId="52c44cb45e9b6ff9" providerId="LiveId" clId="{6FD65710-2C3E-4E02-9CB2-5EBED98F66C5}" dt="2025-08-21T02:05:19.153" v="465" actId="47"/>
        <pc:sldMkLst>
          <pc:docMk/>
          <pc:sldMk cId="366746520" sldId="2147483145"/>
        </pc:sldMkLst>
      </pc:sldChg>
      <pc:sldChg chg="del">
        <pc:chgData name="Venu Miriyala" userId="52c44cb45e9b6ff9" providerId="LiveId" clId="{6FD65710-2C3E-4E02-9CB2-5EBED98F66C5}" dt="2025-08-21T02:05:19.153" v="465" actId="47"/>
        <pc:sldMkLst>
          <pc:docMk/>
          <pc:sldMk cId="340678787" sldId="2147483146"/>
        </pc:sldMkLst>
      </pc:sldChg>
      <pc:sldChg chg="del">
        <pc:chgData name="Venu Miriyala" userId="52c44cb45e9b6ff9" providerId="LiveId" clId="{6FD65710-2C3E-4E02-9CB2-5EBED98F66C5}" dt="2025-08-21T02:05:24.066" v="466" actId="47"/>
        <pc:sldMkLst>
          <pc:docMk/>
          <pc:sldMk cId="711522543" sldId="2147483148"/>
        </pc:sldMkLst>
      </pc:sldChg>
      <pc:sldChg chg="del">
        <pc:chgData name="Venu Miriyala" userId="52c44cb45e9b6ff9" providerId="LiveId" clId="{6FD65710-2C3E-4E02-9CB2-5EBED98F66C5}" dt="2025-08-21T02:05:24.066" v="466" actId="47"/>
        <pc:sldMkLst>
          <pc:docMk/>
          <pc:sldMk cId="1058974862" sldId="2147483149"/>
        </pc:sldMkLst>
      </pc:sldChg>
      <pc:sldChg chg="del">
        <pc:chgData name="Venu Miriyala" userId="52c44cb45e9b6ff9" providerId="LiveId" clId="{6FD65710-2C3E-4E02-9CB2-5EBED98F66C5}" dt="2025-08-21T02:05:09.987" v="462" actId="47"/>
        <pc:sldMkLst>
          <pc:docMk/>
          <pc:sldMk cId="1404120145" sldId="2147483150"/>
        </pc:sldMkLst>
      </pc:sldChg>
      <pc:sldChg chg="del">
        <pc:chgData name="Venu Miriyala" userId="52c44cb45e9b6ff9" providerId="LiveId" clId="{6FD65710-2C3E-4E02-9CB2-5EBED98F66C5}" dt="2025-08-21T02:05:09.987" v="462" actId="47"/>
        <pc:sldMkLst>
          <pc:docMk/>
          <pc:sldMk cId="1227780856" sldId="2147483151"/>
        </pc:sldMkLst>
      </pc:sldChg>
      <pc:sldChg chg="del">
        <pc:chgData name="Venu Miriyala" userId="52c44cb45e9b6ff9" providerId="LiveId" clId="{6FD65710-2C3E-4E02-9CB2-5EBED98F66C5}" dt="2025-08-21T02:05:09.987" v="462" actId="47"/>
        <pc:sldMkLst>
          <pc:docMk/>
          <pc:sldMk cId="1964806878" sldId="2147483152"/>
        </pc:sldMkLst>
      </pc:sldChg>
      <pc:sldChg chg="del">
        <pc:chgData name="Venu Miriyala" userId="52c44cb45e9b6ff9" providerId="LiveId" clId="{6FD65710-2C3E-4E02-9CB2-5EBED98F66C5}" dt="2025-08-21T02:05:11.978" v="463" actId="47"/>
        <pc:sldMkLst>
          <pc:docMk/>
          <pc:sldMk cId="2212150242" sldId="2147483154"/>
        </pc:sldMkLst>
      </pc:sldChg>
      <pc:sldChg chg="del">
        <pc:chgData name="Venu Miriyala" userId="52c44cb45e9b6ff9" providerId="LiveId" clId="{6FD65710-2C3E-4E02-9CB2-5EBED98F66C5}" dt="2025-08-21T02:05:11.978" v="463" actId="47"/>
        <pc:sldMkLst>
          <pc:docMk/>
          <pc:sldMk cId="882267999" sldId="2147483155"/>
        </pc:sldMkLst>
      </pc:sldChg>
      <pc:sldChg chg="del">
        <pc:chgData name="Venu Miriyala" userId="52c44cb45e9b6ff9" providerId="LiveId" clId="{6FD65710-2C3E-4E02-9CB2-5EBED98F66C5}" dt="2025-08-21T02:05:11.978" v="463" actId="47"/>
        <pc:sldMkLst>
          <pc:docMk/>
          <pc:sldMk cId="646039843" sldId="2147483156"/>
        </pc:sldMkLst>
      </pc:sldChg>
      <pc:sldChg chg="del">
        <pc:chgData name="Venu Miriyala" userId="52c44cb45e9b6ff9" providerId="LiveId" clId="{6FD65710-2C3E-4E02-9CB2-5EBED98F66C5}" dt="2025-08-21T02:05:11.978" v="463" actId="47"/>
        <pc:sldMkLst>
          <pc:docMk/>
          <pc:sldMk cId="1410450571" sldId="2147483157"/>
        </pc:sldMkLst>
      </pc:sldChg>
      <pc:sldChg chg="del">
        <pc:chgData name="Venu Miriyala" userId="52c44cb45e9b6ff9" providerId="LiveId" clId="{6FD65710-2C3E-4E02-9CB2-5EBED98F66C5}" dt="2025-08-21T02:05:11.978" v="463" actId="47"/>
        <pc:sldMkLst>
          <pc:docMk/>
          <pc:sldMk cId="4043988230" sldId="2147483158"/>
        </pc:sldMkLst>
      </pc:sldChg>
      <pc:sldChg chg="del">
        <pc:chgData name="Venu Miriyala" userId="52c44cb45e9b6ff9" providerId="LiveId" clId="{6FD65710-2C3E-4E02-9CB2-5EBED98F66C5}" dt="2025-08-21T02:05:11.978" v="463" actId="47"/>
        <pc:sldMkLst>
          <pc:docMk/>
          <pc:sldMk cId="2818225157" sldId="2147483159"/>
        </pc:sldMkLst>
      </pc:sldChg>
      <pc:sldChg chg="del">
        <pc:chgData name="Venu Miriyala" userId="52c44cb45e9b6ff9" providerId="LiveId" clId="{6FD65710-2C3E-4E02-9CB2-5EBED98F66C5}" dt="2025-08-21T02:05:11.978" v="463" actId="47"/>
        <pc:sldMkLst>
          <pc:docMk/>
          <pc:sldMk cId="928880323" sldId="2147483160"/>
        </pc:sldMkLst>
      </pc:sldChg>
      <pc:sldChg chg="del">
        <pc:chgData name="Venu Miriyala" userId="52c44cb45e9b6ff9" providerId="LiveId" clId="{6FD65710-2C3E-4E02-9CB2-5EBED98F66C5}" dt="2025-08-21T02:05:11.978" v="463" actId="47"/>
        <pc:sldMkLst>
          <pc:docMk/>
          <pc:sldMk cId="2014795216" sldId="2147483161"/>
        </pc:sldMkLst>
      </pc:sldChg>
      <pc:sldChg chg="del">
        <pc:chgData name="Venu Miriyala" userId="52c44cb45e9b6ff9" providerId="LiveId" clId="{6FD65710-2C3E-4E02-9CB2-5EBED98F66C5}" dt="2025-08-21T02:05:09.987" v="462" actId="47"/>
        <pc:sldMkLst>
          <pc:docMk/>
          <pc:sldMk cId="1140967996" sldId="2147483162"/>
        </pc:sldMkLst>
      </pc:sldChg>
      <pc:sldChg chg="del">
        <pc:chgData name="Venu Miriyala" userId="52c44cb45e9b6ff9" providerId="LiveId" clId="{6FD65710-2C3E-4E02-9CB2-5EBED98F66C5}" dt="2025-08-21T02:05:09.987" v="462" actId="47"/>
        <pc:sldMkLst>
          <pc:docMk/>
          <pc:sldMk cId="3524040172" sldId="2147483163"/>
        </pc:sldMkLst>
      </pc:sldChg>
      <pc:sldChg chg="del">
        <pc:chgData name="Venu Miriyala" userId="52c44cb45e9b6ff9" providerId="LiveId" clId="{6FD65710-2C3E-4E02-9CB2-5EBED98F66C5}" dt="2025-08-21T02:05:09.987" v="462" actId="47"/>
        <pc:sldMkLst>
          <pc:docMk/>
          <pc:sldMk cId="1694597980" sldId="2147483164"/>
        </pc:sldMkLst>
      </pc:sldChg>
      <pc:sldChg chg="del">
        <pc:chgData name="Venu Miriyala" userId="52c44cb45e9b6ff9" providerId="LiveId" clId="{6FD65710-2C3E-4E02-9CB2-5EBED98F66C5}" dt="2025-08-21T02:05:11.978" v="463" actId="47"/>
        <pc:sldMkLst>
          <pc:docMk/>
          <pc:sldMk cId="1343317487" sldId="2147483165"/>
        </pc:sldMkLst>
      </pc:sldChg>
      <pc:sldChg chg="del">
        <pc:chgData name="Venu Miriyala" userId="52c44cb45e9b6ff9" providerId="LiveId" clId="{6FD65710-2C3E-4E02-9CB2-5EBED98F66C5}" dt="2025-08-21T02:05:11.978" v="463" actId="47"/>
        <pc:sldMkLst>
          <pc:docMk/>
          <pc:sldMk cId="895604713" sldId="2147483166"/>
        </pc:sldMkLst>
      </pc:sldChg>
      <pc:sldChg chg="del">
        <pc:chgData name="Venu Miriyala" userId="52c44cb45e9b6ff9" providerId="LiveId" clId="{6FD65710-2C3E-4E02-9CB2-5EBED98F66C5}" dt="2025-08-21T02:05:11.978" v="463" actId="47"/>
        <pc:sldMkLst>
          <pc:docMk/>
          <pc:sldMk cId="3811008779" sldId="2147483167"/>
        </pc:sldMkLst>
      </pc:sldChg>
      <pc:sldChg chg="del">
        <pc:chgData name="Venu Miriyala" userId="52c44cb45e9b6ff9" providerId="LiveId" clId="{6FD65710-2C3E-4E02-9CB2-5EBED98F66C5}" dt="2025-08-21T02:05:11.978" v="463" actId="47"/>
        <pc:sldMkLst>
          <pc:docMk/>
          <pc:sldMk cId="3245052031" sldId="2147483168"/>
        </pc:sldMkLst>
      </pc:sldChg>
      <pc:sldChg chg="del">
        <pc:chgData name="Venu Miriyala" userId="52c44cb45e9b6ff9" providerId="LiveId" clId="{6FD65710-2C3E-4E02-9CB2-5EBED98F66C5}" dt="2025-08-21T02:07:07.562" v="497" actId="47"/>
        <pc:sldMkLst>
          <pc:docMk/>
          <pc:sldMk cId="77920092" sldId="2147483174"/>
        </pc:sldMkLst>
      </pc:sldChg>
      <pc:sldChg chg="modSp mod">
        <pc:chgData name="Venu Miriyala" userId="52c44cb45e9b6ff9" providerId="LiveId" clId="{6FD65710-2C3E-4E02-9CB2-5EBED98F66C5}" dt="2025-08-21T02:08:36.123" v="759" actId="20577"/>
        <pc:sldMkLst>
          <pc:docMk/>
          <pc:sldMk cId="2053236922" sldId="2147483175"/>
        </pc:sldMkLst>
        <pc:spChg chg="mod">
          <ac:chgData name="Venu Miriyala" userId="52c44cb45e9b6ff9" providerId="LiveId" clId="{6FD65710-2C3E-4E02-9CB2-5EBED98F66C5}" dt="2025-08-21T02:08:36.123" v="759" actId="20577"/>
          <ac:spMkLst>
            <pc:docMk/>
            <pc:sldMk cId="2053236922" sldId="2147483175"/>
            <ac:spMk id="4" creationId="{AB6D6371-245B-F7A7-B702-38F23FEC2A9B}"/>
          </ac:spMkLst>
        </pc:spChg>
      </pc:sldChg>
      <pc:sldChg chg="del">
        <pc:chgData name="Venu Miriyala" userId="52c44cb45e9b6ff9" providerId="LiveId" clId="{6FD65710-2C3E-4E02-9CB2-5EBED98F66C5}" dt="2025-08-21T02:11:03.682" v="971" actId="47"/>
        <pc:sldMkLst>
          <pc:docMk/>
          <pc:sldMk cId="3042197910" sldId="2147483176"/>
        </pc:sldMkLst>
      </pc:sldChg>
      <pc:sldChg chg="modSp modNotes">
        <pc:chgData name="Venu Miriyala" userId="52c44cb45e9b6ff9" providerId="LiveId" clId="{6FD65710-2C3E-4E02-9CB2-5EBED98F66C5}" dt="2025-08-21T07:20:48.403" v="8985"/>
        <pc:sldMkLst>
          <pc:docMk/>
          <pc:sldMk cId="2104408566" sldId="2147483180"/>
        </pc:sldMkLst>
        <pc:graphicFrameChg chg="mod">
          <ac:chgData name="Venu Miriyala" userId="52c44cb45e9b6ff9" providerId="LiveId" clId="{6FD65710-2C3E-4E02-9CB2-5EBED98F66C5}" dt="2025-08-21T07:20:48.403" v="8985"/>
          <ac:graphicFrameMkLst>
            <pc:docMk/>
            <pc:sldMk cId="2104408566" sldId="2147483180"/>
            <ac:graphicFrameMk id="2" creationId="{D1E92F87-FD3F-4E43-B009-5E9C65E1A43A}"/>
          </ac:graphicFrameMkLst>
        </pc:graphicFrameChg>
      </pc:sldChg>
      <pc:sldChg chg="modSp">
        <pc:chgData name="Venu Miriyala" userId="52c44cb45e9b6ff9" providerId="LiveId" clId="{6FD65710-2C3E-4E02-9CB2-5EBED98F66C5}" dt="2025-08-21T07:20:48.403" v="8985"/>
        <pc:sldMkLst>
          <pc:docMk/>
          <pc:sldMk cId="2876217476" sldId="2147483181"/>
        </pc:sldMkLst>
        <pc:spChg chg="mod">
          <ac:chgData name="Venu Miriyala" userId="52c44cb45e9b6ff9" providerId="LiveId" clId="{6FD65710-2C3E-4E02-9CB2-5EBED98F66C5}" dt="2025-08-21T07:20:48.403" v="8985"/>
          <ac:spMkLst>
            <pc:docMk/>
            <pc:sldMk cId="2876217476" sldId="2147483181"/>
            <ac:spMk id="4" creationId="{6CCD4333-B9CE-4920-95D5-420ED05EB05F}"/>
          </ac:spMkLst>
        </pc:spChg>
      </pc:sldChg>
      <pc:sldChg chg="modSp modNotes">
        <pc:chgData name="Venu Miriyala" userId="52c44cb45e9b6ff9" providerId="LiveId" clId="{6FD65710-2C3E-4E02-9CB2-5EBED98F66C5}" dt="2025-08-21T07:20:51.996" v="8988"/>
        <pc:sldMkLst>
          <pc:docMk/>
          <pc:sldMk cId="929355592" sldId="2147483185"/>
        </pc:sldMkLst>
        <pc:spChg chg="mod">
          <ac:chgData name="Venu Miriyala" userId="52c44cb45e9b6ff9" providerId="LiveId" clId="{6FD65710-2C3E-4E02-9CB2-5EBED98F66C5}" dt="2025-08-21T07:20:50.827" v="8987"/>
          <ac:spMkLst>
            <pc:docMk/>
            <pc:sldMk cId="929355592" sldId="2147483185"/>
            <ac:spMk id="4" creationId="{F54C0CD7-1EDD-4367-9BA0-864212E81083}"/>
          </ac:spMkLst>
        </pc:spChg>
      </pc:sldChg>
      <pc:sldChg chg="del">
        <pc:chgData name="Venu Miriyala" userId="52c44cb45e9b6ff9" providerId="LiveId" clId="{6FD65710-2C3E-4E02-9CB2-5EBED98F66C5}" dt="2025-08-21T02:11:39.962" v="972" actId="47"/>
        <pc:sldMkLst>
          <pc:docMk/>
          <pc:sldMk cId="3232028719" sldId="2147483186"/>
        </pc:sldMkLst>
      </pc:sldChg>
      <pc:sldChg chg="modSp">
        <pc:chgData name="Venu Miriyala" userId="52c44cb45e9b6ff9" providerId="LiveId" clId="{6FD65710-2C3E-4E02-9CB2-5EBED98F66C5}" dt="2025-08-21T07:20:54.482" v="8989"/>
        <pc:sldMkLst>
          <pc:docMk/>
          <pc:sldMk cId="1513299678" sldId="2147483192"/>
        </pc:sldMkLst>
        <pc:spChg chg="mod">
          <ac:chgData name="Venu Miriyala" userId="52c44cb45e9b6ff9" providerId="LiveId" clId="{6FD65710-2C3E-4E02-9CB2-5EBED98F66C5}" dt="2025-08-21T07:20:54.482" v="8989"/>
          <ac:spMkLst>
            <pc:docMk/>
            <pc:sldMk cId="1513299678" sldId="2147483192"/>
            <ac:spMk id="4" creationId="{B910C684-991A-9AF9-63C7-927A3DD3648D}"/>
          </ac:spMkLst>
        </pc:spChg>
      </pc:sldChg>
      <pc:sldChg chg="modSp modNotes">
        <pc:chgData name="Venu Miriyala" userId="52c44cb45e9b6ff9" providerId="LiveId" clId="{6FD65710-2C3E-4E02-9CB2-5EBED98F66C5}" dt="2025-08-21T07:20:56.084" v="8990"/>
        <pc:sldMkLst>
          <pc:docMk/>
          <pc:sldMk cId="1368007602" sldId="2147483193"/>
        </pc:sldMkLst>
        <pc:spChg chg="mod">
          <ac:chgData name="Venu Miriyala" userId="52c44cb45e9b6ff9" providerId="LiveId" clId="{6FD65710-2C3E-4E02-9CB2-5EBED98F66C5}" dt="2025-08-21T07:20:56.084" v="8990"/>
          <ac:spMkLst>
            <pc:docMk/>
            <pc:sldMk cId="1368007602" sldId="2147483193"/>
            <ac:spMk id="4" creationId="{3DD93BAB-563E-8143-4B3C-9BA83B069EDE}"/>
          </ac:spMkLst>
        </pc:spChg>
      </pc:sldChg>
      <pc:sldChg chg="modNotes">
        <pc:chgData name="Venu Miriyala" userId="52c44cb45e9b6ff9" providerId="LiveId" clId="{6FD65710-2C3E-4E02-9CB2-5EBED98F66C5}" dt="2025-08-21T07:20:57.107" v="8991"/>
        <pc:sldMkLst>
          <pc:docMk/>
          <pc:sldMk cId="279019142" sldId="2147483195"/>
        </pc:sldMkLst>
      </pc:sldChg>
      <pc:sldChg chg="modSp modNotes">
        <pc:chgData name="Venu Miriyala" userId="52c44cb45e9b6ff9" providerId="LiveId" clId="{6FD65710-2C3E-4E02-9CB2-5EBED98F66C5}" dt="2025-08-21T07:20:56.084" v="8990"/>
        <pc:sldMkLst>
          <pc:docMk/>
          <pc:sldMk cId="3676142994" sldId="2147483196"/>
        </pc:sldMkLst>
        <pc:graphicFrameChg chg="mod">
          <ac:chgData name="Venu Miriyala" userId="52c44cb45e9b6ff9" providerId="LiveId" clId="{6FD65710-2C3E-4E02-9CB2-5EBED98F66C5}" dt="2025-08-21T07:20:56.084" v="8990"/>
          <ac:graphicFrameMkLst>
            <pc:docMk/>
            <pc:sldMk cId="3676142994" sldId="2147483196"/>
            <ac:graphicFrameMk id="4" creationId="{61D3B9D6-847B-4756-8CE4-06AAC54505DA}"/>
          </ac:graphicFrameMkLst>
        </pc:graphicFrameChg>
      </pc:sldChg>
      <pc:sldChg chg="modSp">
        <pc:chgData name="Venu Miriyala" userId="52c44cb45e9b6ff9" providerId="LiveId" clId="{6FD65710-2C3E-4E02-9CB2-5EBED98F66C5}" dt="2025-08-21T07:20:58.629" v="8992"/>
        <pc:sldMkLst>
          <pc:docMk/>
          <pc:sldMk cId="345816735" sldId="2147483200"/>
        </pc:sldMkLst>
        <pc:spChg chg="mod">
          <ac:chgData name="Venu Miriyala" userId="52c44cb45e9b6ff9" providerId="LiveId" clId="{6FD65710-2C3E-4E02-9CB2-5EBED98F66C5}" dt="2025-08-21T07:20:58.629" v="8992"/>
          <ac:spMkLst>
            <pc:docMk/>
            <pc:sldMk cId="345816735" sldId="2147483200"/>
            <ac:spMk id="4" creationId="{58033DA1-9C31-7E51-08B6-8DFE8571E4FB}"/>
          </ac:spMkLst>
        </pc:spChg>
      </pc:sldChg>
      <pc:sldChg chg="modNotes">
        <pc:chgData name="Venu Miriyala" userId="52c44cb45e9b6ff9" providerId="LiveId" clId="{6FD65710-2C3E-4E02-9CB2-5EBED98F66C5}" dt="2025-08-21T07:21:01.517" v="8993"/>
        <pc:sldMkLst>
          <pc:docMk/>
          <pc:sldMk cId="4035529031" sldId="2147483203"/>
        </pc:sldMkLst>
      </pc:sldChg>
      <pc:sldChg chg="modSp">
        <pc:chgData name="Venu Miriyala" userId="52c44cb45e9b6ff9" providerId="LiveId" clId="{6FD65710-2C3E-4E02-9CB2-5EBED98F66C5}" dt="2025-08-21T07:20:31.671" v="8973"/>
        <pc:sldMkLst>
          <pc:docMk/>
          <pc:sldMk cId="1276737917" sldId="2147483204"/>
        </pc:sldMkLst>
        <pc:spChg chg="mod">
          <ac:chgData name="Venu Miriyala" userId="52c44cb45e9b6ff9" providerId="LiveId" clId="{6FD65710-2C3E-4E02-9CB2-5EBED98F66C5}" dt="2025-08-21T07:20:31.671" v="8973"/>
          <ac:spMkLst>
            <pc:docMk/>
            <pc:sldMk cId="1276737917" sldId="2147483204"/>
            <ac:spMk id="4" creationId="{94FC17E5-4A80-1285-A304-E74004DC7450}"/>
          </ac:spMkLst>
        </pc:spChg>
      </pc:sldChg>
      <pc:sldChg chg="delSp modSp add mod ord setBg delDesignElem">
        <pc:chgData name="Venu Miriyala" userId="52c44cb45e9b6ff9" providerId="LiveId" clId="{6FD65710-2C3E-4E02-9CB2-5EBED98F66C5}" dt="2025-08-21T02:10:51.570" v="970" actId="20577"/>
        <pc:sldMkLst>
          <pc:docMk/>
          <pc:sldMk cId="3841037645" sldId="2147483206"/>
        </pc:sldMkLst>
        <pc:spChg chg="mod">
          <ac:chgData name="Venu Miriyala" userId="52c44cb45e9b6ff9" providerId="LiveId" clId="{6FD65710-2C3E-4E02-9CB2-5EBED98F66C5}" dt="2025-08-21T02:10:51.570" v="970" actId="20577"/>
          <ac:spMkLst>
            <pc:docMk/>
            <pc:sldMk cId="3841037645" sldId="2147483206"/>
            <ac:spMk id="2" creationId="{5140F88C-A9F7-89D7-00DD-346E262CA9BC}"/>
          </ac:spMkLst>
        </pc:spChg>
        <pc:graphicFrameChg chg="mod modGraphic">
          <ac:chgData name="Venu Miriyala" userId="52c44cb45e9b6ff9" providerId="LiveId" clId="{6FD65710-2C3E-4E02-9CB2-5EBED98F66C5}" dt="2025-08-21T02:10:34.186" v="949" actId="313"/>
          <ac:graphicFrameMkLst>
            <pc:docMk/>
            <pc:sldMk cId="3841037645" sldId="2147483206"/>
            <ac:graphicFrameMk id="4" creationId="{2A86498F-87E2-064F-D93F-F77661508D4E}"/>
          </ac:graphicFrameMkLst>
        </pc:graphicFrameChg>
      </pc:sldChg>
      <pc:sldChg chg="modSp add mod">
        <pc:chgData name="Venu Miriyala" userId="52c44cb45e9b6ff9" providerId="LiveId" clId="{6FD65710-2C3E-4E02-9CB2-5EBED98F66C5}" dt="2025-08-21T07:06:17.342" v="7471" actId="20577"/>
        <pc:sldMkLst>
          <pc:docMk/>
          <pc:sldMk cId="640999070" sldId="2147483207"/>
        </pc:sldMkLst>
        <pc:spChg chg="mod">
          <ac:chgData name="Venu Miriyala" userId="52c44cb45e9b6ff9" providerId="LiveId" clId="{6FD65710-2C3E-4E02-9CB2-5EBED98F66C5}" dt="2025-08-21T02:14:01.663" v="1076" actId="20577"/>
          <ac:spMkLst>
            <pc:docMk/>
            <pc:sldMk cId="640999070" sldId="2147483207"/>
            <ac:spMk id="2" creationId="{7900F5A6-5F73-26A3-FE7E-AFA3C934849C}"/>
          </ac:spMkLst>
        </pc:spChg>
        <pc:spChg chg="mod">
          <ac:chgData name="Venu Miriyala" userId="52c44cb45e9b6ff9" providerId="LiveId" clId="{6FD65710-2C3E-4E02-9CB2-5EBED98F66C5}" dt="2025-08-21T07:06:17.342" v="7471" actId="20577"/>
          <ac:spMkLst>
            <pc:docMk/>
            <pc:sldMk cId="640999070" sldId="2147483207"/>
            <ac:spMk id="3" creationId="{E984B651-BA99-9BD9-EEBA-ED68439F11E9}"/>
          </ac:spMkLst>
        </pc:spChg>
      </pc:sldChg>
      <pc:sldChg chg="addSp delSp add del setBg delDesignElem">
        <pc:chgData name="Venu Miriyala" userId="52c44cb45e9b6ff9" providerId="LiveId" clId="{6FD65710-2C3E-4E02-9CB2-5EBED98F66C5}" dt="2025-08-21T02:13:20.794" v="977"/>
        <pc:sldMkLst>
          <pc:docMk/>
          <pc:sldMk cId="1020449590" sldId="2147483207"/>
        </pc:sldMkLst>
      </pc:sldChg>
      <pc:sldChg chg="add del">
        <pc:chgData name="Venu Miriyala" userId="52c44cb45e9b6ff9" providerId="LiveId" clId="{6FD65710-2C3E-4E02-9CB2-5EBED98F66C5}" dt="2025-08-21T02:13:47.017" v="1016"/>
        <pc:sldMkLst>
          <pc:docMk/>
          <pc:sldMk cId="2486534975" sldId="2147483207"/>
        </pc:sldMkLst>
      </pc:sldChg>
      <pc:sldChg chg="addSp modSp add mod">
        <pc:chgData name="Venu Miriyala" userId="52c44cb45e9b6ff9" providerId="LiveId" clId="{6FD65710-2C3E-4E02-9CB2-5EBED98F66C5}" dt="2025-08-21T07:16:11.835" v="8650" actId="20577"/>
        <pc:sldMkLst>
          <pc:docMk/>
          <pc:sldMk cId="3498677909" sldId="2147483208"/>
        </pc:sldMkLst>
        <pc:spChg chg="mod">
          <ac:chgData name="Venu Miriyala" userId="52c44cb45e9b6ff9" providerId="LiveId" clId="{6FD65710-2C3E-4E02-9CB2-5EBED98F66C5}" dt="2025-08-21T07:06:56.552" v="7483" actId="20577"/>
          <ac:spMkLst>
            <pc:docMk/>
            <pc:sldMk cId="3498677909" sldId="2147483208"/>
            <ac:spMk id="2" creationId="{97FAD546-BECE-2389-1EE8-F888DAF1D3B3}"/>
          </ac:spMkLst>
        </pc:spChg>
        <pc:spChg chg="mod">
          <ac:chgData name="Venu Miriyala" userId="52c44cb45e9b6ff9" providerId="LiveId" clId="{6FD65710-2C3E-4E02-9CB2-5EBED98F66C5}" dt="2025-08-21T02:36:34.065" v="3328" actId="20577"/>
          <ac:spMkLst>
            <pc:docMk/>
            <pc:sldMk cId="3498677909" sldId="2147483208"/>
            <ac:spMk id="3" creationId="{946BD8D1-464E-E40A-3584-FC5105FE92DD}"/>
          </ac:spMkLst>
        </pc:spChg>
        <pc:spChg chg="add mod">
          <ac:chgData name="Venu Miriyala" userId="52c44cb45e9b6ff9" providerId="LiveId" clId="{6FD65710-2C3E-4E02-9CB2-5EBED98F66C5}" dt="2025-08-21T07:16:11.835" v="8650" actId="20577"/>
          <ac:spMkLst>
            <pc:docMk/>
            <pc:sldMk cId="3498677909" sldId="2147483208"/>
            <ac:spMk id="4" creationId="{6D21F0B0-4A5A-7B78-4079-B989318C000B}"/>
          </ac:spMkLst>
        </pc:spChg>
      </pc:sldChg>
      <pc:sldChg chg="modSp add mod">
        <pc:chgData name="Venu Miriyala" userId="52c44cb45e9b6ff9" providerId="LiveId" clId="{6FD65710-2C3E-4E02-9CB2-5EBED98F66C5}" dt="2025-08-21T07:19:58.611" v="8930" actId="20577"/>
        <pc:sldMkLst>
          <pc:docMk/>
          <pc:sldMk cId="3418962016" sldId="2147483209"/>
        </pc:sldMkLst>
        <pc:spChg chg="mod">
          <ac:chgData name="Venu Miriyala" userId="52c44cb45e9b6ff9" providerId="LiveId" clId="{6FD65710-2C3E-4E02-9CB2-5EBED98F66C5}" dt="2025-08-21T07:19:58.611" v="8930" actId="20577"/>
          <ac:spMkLst>
            <pc:docMk/>
            <pc:sldMk cId="3418962016" sldId="2147483209"/>
            <ac:spMk id="2" creationId="{EA52AFD3-D9B6-CB79-009E-AB0E03662D8B}"/>
          </ac:spMkLst>
        </pc:spChg>
        <pc:spChg chg="mod">
          <ac:chgData name="Venu Miriyala" userId="52c44cb45e9b6ff9" providerId="LiveId" clId="{6FD65710-2C3E-4E02-9CB2-5EBED98F66C5}" dt="2025-08-21T07:06:34.947" v="7474" actId="20577"/>
          <ac:spMkLst>
            <pc:docMk/>
            <pc:sldMk cId="3418962016" sldId="2147483209"/>
            <ac:spMk id="3" creationId="{205EA943-85DD-BEB4-A67F-1AB4D4D66361}"/>
          </ac:spMkLst>
        </pc:spChg>
      </pc:sldChg>
      <pc:sldChg chg="modSp add mod">
        <pc:chgData name="Venu Miriyala" userId="52c44cb45e9b6ff9" providerId="LiveId" clId="{6FD65710-2C3E-4E02-9CB2-5EBED98F66C5}" dt="2025-08-21T07:20:19.448" v="8972" actId="20577"/>
        <pc:sldMkLst>
          <pc:docMk/>
          <pc:sldMk cId="3298864536" sldId="2147483210"/>
        </pc:sldMkLst>
        <pc:spChg chg="mod">
          <ac:chgData name="Venu Miriyala" userId="52c44cb45e9b6ff9" providerId="LiveId" clId="{6FD65710-2C3E-4E02-9CB2-5EBED98F66C5}" dt="2025-08-21T07:20:12.708" v="8958" actId="1076"/>
          <ac:spMkLst>
            <pc:docMk/>
            <pc:sldMk cId="3298864536" sldId="2147483210"/>
            <ac:spMk id="2" creationId="{2666719C-A139-49DA-8991-CA81332AFC93}"/>
          </ac:spMkLst>
        </pc:spChg>
        <pc:spChg chg="mod">
          <ac:chgData name="Venu Miriyala" userId="52c44cb45e9b6ff9" providerId="LiveId" clId="{6FD65710-2C3E-4E02-9CB2-5EBED98F66C5}" dt="2025-08-21T07:20:19.448" v="8972" actId="20577"/>
          <ac:spMkLst>
            <pc:docMk/>
            <pc:sldMk cId="3298864536" sldId="2147483210"/>
            <ac:spMk id="3" creationId="{A5511B7A-4611-A189-BB06-D9F6F92CA184}"/>
          </ac:spMkLst>
        </pc:spChg>
      </pc:sldChg>
      <pc:sldChg chg="addSp modSp add mod">
        <pc:chgData name="Venu Miriyala" userId="52c44cb45e9b6ff9" providerId="LiveId" clId="{6FD65710-2C3E-4E02-9CB2-5EBED98F66C5}" dt="2025-08-21T07:19:01.580" v="8890" actId="1076"/>
        <pc:sldMkLst>
          <pc:docMk/>
          <pc:sldMk cId="1211237386" sldId="2147483211"/>
        </pc:sldMkLst>
        <pc:spChg chg="mod">
          <ac:chgData name="Venu Miriyala" userId="52c44cb45e9b6ff9" providerId="LiveId" clId="{6FD65710-2C3E-4E02-9CB2-5EBED98F66C5}" dt="2025-08-21T07:19:01.580" v="8890" actId="1076"/>
          <ac:spMkLst>
            <pc:docMk/>
            <pc:sldMk cId="1211237386" sldId="2147483211"/>
            <ac:spMk id="2" creationId="{E7163D5D-AA95-D418-94A1-B66C52FC90A4}"/>
          </ac:spMkLst>
        </pc:spChg>
        <pc:spChg chg="mod">
          <ac:chgData name="Venu Miriyala" userId="52c44cb45e9b6ff9" providerId="LiveId" clId="{6FD65710-2C3E-4E02-9CB2-5EBED98F66C5}" dt="2025-08-21T02:36:38.194" v="3329" actId="20577"/>
          <ac:spMkLst>
            <pc:docMk/>
            <pc:sldMk cId="1211237386" sldId="2147483211"/>
            <ac:spMk id="3" creationId="{05720E1E-016B-E02A-66F8-B077F65392B6}"/>
          </ac:spMkLst>
        </pc:spChg>
        <pc:spChg chg="add mod">
          <ac:chgData name="Venu Miriyala" userId="52c44cb45e9b6ff9" providerId="LiveId" clId="{6FD65710-2C3E-4E02-9CB2-5EBED98F66C5}" dt="2025-08-21T07:18:57.441" v="8889" actId="20577"/>
          <ac:spMkLst>
            <pc:docMk/>
            <pc:sldMk cId="1211237386" sldId="2147483211"/>
            <ac:spMk id="4" creationId="{F1852488-11BE-2979-1ECB-2B559D9E1A34}"/>
          </ac:spMkLst>
        </pc:spChg>
      </pc:sldChg>
      <pc:sldChg chg="addSp modSp add mod">
        <pc:chgData name="Venu Miriyala" userId="52c44cb45e9b6ff9" providerId="LiveId" clId="{6FD65710-2C3E-4E02-9CB2-5EBED98F66C5}" dt="2025-08-21T06:05:23.944" v="4635" actId="20577"/>
        <pc:sldMkLst>
          <pc:docMk/>
          <pc:sldMk cId="2144083583" sldId="2147483212"/>
        </pc:sldMkLst>
        <pc:spChg chg="mod">
          <ac:chgData name="Venu Miriyala" userId="52c44cb45e9b6ff9" providerId="LiveId" clId="{6FD65710-2C3E-4E02-9CB2-5EBED98F66C5}" dt="2025-08-21T05:51:10.195" v="4164" actId="20577"/>
          <ac:spMkLst>
            <pc:docMk/>
            <pc:sldMk cId="2144083583" sldId="2147483212"/>
            <ac:spMk id="2" creationId="{240C887C-EFC1-0BB6-065C-DF4B68713581}"/>
          </ac:spMkLst>
        </pc:spChg>
        <pc:spChg chg="add mod">
          <ac:chgData name="Venu Miriyala" userId="52c44cb45e9b6ff9" providerId="LiveId" clId="{6FD65710-2C3E-4E02-9CB2-5EBED98F66C5}" dt="2025-08-21T06:05:23.944" v="4635" actId="20577"/>
          <ac:spMkLst>
            <pc:docMk/>
            <pc:sldMk cId="2144083583" sldId="2147483212"/>
            <ac:spMk id="4" creationId="{3ACE4182-E2CA-BE8C-B1C4-92B25B3582FC}"/>
          </ac:spMkLst>
        </pc:spChg>
      </pc:sldChg>
      <pc:sldChg chg="modSp add del mod">
        <pc:chgData name="Venu Miriyala" userId="52c44cb45e9b6ff9" providerId="LiveId" clId="{6FD65710-2C3E-4E02-9CB2-5EBED98F66C5}" dt="2025-08-21T05:54:32.066" v="4522" actId="47"/>
        <pc:sldMkLst>
          <pc:docMk/>
          <pc:sldMk cId="2078037485" sldId="2147483213"/>
        </pc:sldMkLst>
      </pc:sldChg>
      <pc:sldChg chg="addSp modSp add mod">
        <pc:chgData name="Venu Miriyala" userId="52c44cb45e9b6ff9" providerId="LiveId" clId="{6FD65710-2C3E-4E02-9CB2-5EBED98F66C5}" dt="2025-08-21T07:10:07.757" v="7974" actId="20577"/>
        <pc:sldMkLst>
          <pc:docMk/>
          <pc:sldMk cId="1228715314" sldId="2147483214"/>
        </pc:sldMkLst>
        <pc:spChg chg="mod">
          <ac:chgData name="Venu Miriyala" userId="52c44cb45e9b6ff9" providerId="LiveId" clId="{6FD65710-2C3E-4E02-9CB2-5EBED98F66C5}" dt="2025-08-21T06:37:26.097" v="7333" actId="1076"/>
          <ac:spMkLst>
            <pc:docMk/>
            <pc:sldMk cId="1228715314" sldId="2147483214"/>
            <ac:spMk id="2" creationId="{622D3B67-E134-204D-A293-E362F908366E}"/>
          </ac:spMkLst>
        </pc:spChg>
        <pc:spChg chg="add mod">
          <ac:chgData name="Venu Miriyala" userId="52c44cb45e9b6ff9" providerId="LiveId" clId="{6FD65710-2C3E-4E02-9CB2-5EBED98F66C5}" dt="2025-08-21T07:10:07.757" v="7974" actId="20577"/>
          <ac:spMkLst>
            <pc:docMk/>
            <pc:sldMk cId="1228715314" sldId="2147483214"/>
            <ac:spMk id="4" creationId="{890276B7-B45C-DF33-AF37-D36756A78938}"/>
          </ac:spMkLst>
        </pc:spChg>
      </pc:sldChg>
      <pc:sldChg chg="addSp modSp add mod">
        <pc:chgData name="Venu Miriyala" userId="52c44cb45e9b6ff9" providerId="LiveId" clId="{6FD65710-2C3E-4E02-9CB2-5EBED98F66C5}" dt="2025-08-21T07:11:10.552" v="8078" actId="20577"/>
        <pc:sldMkLst>
          <pc:docMk/>
          <pc:sldMk cId="663964534" sldId="2147483215"/>
        </pc:sldMkLst>
        <pc:spChg chg="mod">
          <ac:chgData name="Venu Miriyala" userId="52c44cb45e9b6ff9" providerId="LiveId" clId="{6FD65710-2C3E-4E02-9CB2-5EBED98F66C5}" dt="2025-08-21T07:10:46.452" v="8012" actId="1076"/>
          <ac:spMkLst>
            <pc:docMk/>
            <pc:sldMk cId="663964534" sldId="2147483215"/>
            <ac:spMk id="2" creationId="{528B1302-FC14-D00D-B832-BD98030A5C0F}"/>
          </ac:spMkLst>
        </pc:spChg>
        <pc:spChg chg="add mod">
          <ac:chgData name="Venu Miriyala" userId="52c44cb45e9b6ff9" providerId="LiveId" clId="{6FD65710-2C3E-4E02-9CB2-5EBED98F66C5}" dt="2025-08-21T07:11:10.552" v="8078" actId="20577"/>
          <ac:spMkLst>
            <pc:docMk/>
            <pc:sldMk cId="663964534" sldId="2147483215"/>
            <ac:spMk id="4" creationId="{1EB820AB-04CF-8A70-09DE-50B8579C88C0}"/>
          </ac:spMkLst>
        </pc:spChg>
      </pc:sldChg>
      <pc:sldChg chg="modSp add del mod">
        <pc:chgData name="Venu Miriyala" userId="52c44cb45e9b6ff9" providerId="LiveId" clId="{6FD65710-2C3E-4E02-9CB2-5EBED98F66C5}" dt="2025-08-21T06:34:09.686" v="7148" actId="47"/>
        <pc:sldMkLst>
          <pc:docMk/>
          <pc:sldMk cId="3469119917" sldId="2147483216"/>
        </pc:sldMkLst>
      </pc:sldChg>
      <pc:sldChg chg="modSp add mod">
        <pc:chgData name="Venu Miriyala" userId="52c44cb45e9b6ff9" providerId="LiveId" clId="{6FD65710-2C3E-4E02-9CB2-5EBED98F66C5}" dt="2025-08-21T06:36:23.691" v="7228" actId="20577"/>
        <pc:sldMkLst>
          <pc:docMk/>
          <pc:sldMk cId="386843632" sldId="2147483217"/>
        </pc:sldMkLst>
        <pc:spChg chg="mod">
          <ac:chgData name="Venu Miriyala" userId="52c44cb45e9b6ff9" providerId="LiveId" clId="{6FD65710-2C3E-4E02-9CB2-5EBED98F66C5}" dt="2025-08-21T05:52:54.290" v="4474" actId="20577"/>
          <ac:spMkLst>
            <pc:docMk/>
            <pc:sldMk cId="386843632" sldId="2147483217"/>
            <ac:spMk id="2" creationId="{93F56F1E-516D-ED1F-BD73-94B29399F194}"/>
          </ac:spMkLst>
        </pc:spChg>
        <pc:spChg chg="mod">
          <ac:chgData name="Venu Miriyala" userId="52c44cb45e9b6ff9" providerId="LiveId" clId="{6FD65710-2C3E-4E02-9CB2-5EBED98F66C5}" dt="2025-08-21T06:36:23.691" v="7228" actId="20577"/>
          <ac:spMkLst>
            <pc:docMk/>
            <pc:sldMk cId="386843632" sldId="2147483217"/>
            <ac:spMk id="4" creationId="{986448FC-7305-8129-D1D5-A22681CE3E57}"/>
          </ac:spMkLst>
        </pc:spChg>
      </pc:sldChg>
      <pc:sldChg chg="modSp add mod">
        <pc:chgData name="Venu Miriyala" userId="52c44cb45e9b6ff9" providerId="LiveId" clId="{6FD65710-2C3E-4E02-9CB2-5EBED98F66C5}" dt="2025-08-21T06:35:44.965" v="7223" actId="20577"/>
        <pc:sldMkLst>
          <pc:docMk/>
          <pc:sldMk cId="1156046821" sldId="2147483218"/>
        </pc:sldMkLst>
        <pc:spChg chg="mod">
          <ac:chgData name="Venu Miriyala" userId="52c44cb45e9b6ff9" providerId="LiveId" clId="{6FD65710-2C3E-4E02-9CB2-5EBED98F66C5}" dt="2025-08-21T06:35:44.965" v="7223" actId="20577"/>
          <ac:spMkLst>
            <pc:docMk/>
            <pc:sldMk cId="1156046821" sldId="2147483218"/>
            <ac:spMk id="4" creationId="{65F64D2E-E969-69C8-1DBB-34824D6B5010}"/>
          </ac:spMkLst>
        </pc:spChg>
      </pc:sldChg>
      <pc:sldChg chg="modSp add mod modNotes">
        <pc:chgData name="Venu Miriyala" userId="52c44cb45e9b6ff9" providerId="LiveId" clId="{6FD65710-2C3E-4E02-9CB2-5EBED98F66C5}" dt="2025-08-21T07:20:46.074" v="8984"/>
        <pc:sldMkLst>
          <pc:docMk/>
          <pc:sldMk cId="597878736" sldId="2147483219"/>
        </pc:sldMkLst>
        <pc:spChg chg="mod">
          <ac:chgData name="Venu Miriyala" userId="52c44cb45e9b6ff9" providerId="LiveId" clId="{6FD65710-2C3E-4E02-9CB2-5EBED98F66C5}" dt="2025-08-21T06:34:57.558" v="7191" actId="14100"/>
          <ac:spMkLst>
            <pc:docMk/>
            <pc:sldMk cId="597878736" sldId="2147483219"/>
            <ac:spMk id="2" creationId="{C85AAC41-5478-80F4-A562-7CD2D50C507C}"/>
          </ac:spMkLst>
        </pc:spChg>
      </pc:sldChg>
      <pc:sldChg chg="addSp delSp add del setBg delDesignElem">
        <pc:chgData name="Venu Miriyala" userId="52c44cb45e9b6ff9" providerId="LiveId" clId="{6FD65710-2C3E-4E02-9CB2-5EBED98F66C5}" dt="2025-08-21T06:34:40.865" v="7151"/>
        <pc:sldMkLst>
          <pc:docMk/>
          <pc:sldMk cId="1631748376" sldId="2147483219"/>
        </pc:sldMkLst>
      </pc:sldChg>
      <pc:sldChg chg="addSp delSp add del setBg delDesignElem">
        <pc:chgData name="Venu Miriyala" userId="52c44cb45e9b6ff9" providerId="LiveId" clId="{6FD65710-2C3E-4E02-9CB2-5EBED98F66C5}" dt="2025-08-21T06:35:13.675" v="7200"/>
        <pc:sldMkLst>
          <pc:docMk/>
          <pc:sldMk cId="1082739183" sldId="2147483220"/>
        </pc:sldMkLst>
      </pc:sldChg>
      <pc:sldChg chg="addSp delSp add del ord setBg delDesignElem">
        <pc:chgData name="Venu Miriyala" userId="52c44cb45e9b6ff9" providerId="LiveId" clId="{6FD65710-2C3E-4E02-9CB2-5EBED98F66C5}" dt="2025-08-21T06:35:08.373" v="7197"/>
        <pc:sldMkLst>
          <pc:docMk/>
          <pc:sldMk cId="2617457741" sldId="2147483220"/>
        </pc:sldMkLst>
      </pc:sldChg>
      <pc:sldChg chg="modSp add modNotes">
        <pc:chgData name="Venu Miriyala" userId="52c44cb45e9b6ff9" providerId="LiveId" clId="{6FD65710-2C3E-4E02-9CB2-5EBED98F66C5}" dt="2025-08-21T07:20:46.074" v="8984"/>
        <pc:sldMkLst>
          <pc:docMk/>
          <pc:sldMk cId="3447894238" sldId="2147483220"/>
        </pc:sldMkLst>
        <pc:spChg chg="mod">
          <ac:chgData name="Venu Miriyala" userId="52c44cb45e9b6ff9" providerId="LiveId" clId="{6FD65710-2C3E-4E02-9CB2-5EBED98F66C5}" dt="2025-08-21T06:35:19.524" v="7214" actId="20577"/>
          <ac:spMkLst>
            <pc:docMk/>
            <pc:sldMk cId="3447894238" sldId="2147483220"/>
            <ac:spMk id="2" creationId="{18525A6E-EB50-3E29-3393-1653C0BCC19B}"/>
          </ac:spMkLst>
        </pc:spChg>
      </pc:sldChg>
      <pc:sldMasterChg chg="del delSldLayout">
        <pc:chgData name="Venu Miriyala" userId="52c44cb45e9b6ff9" providerId="LiveId" clId="{6FD65710-2C3E-4E02-9CB2-5EBED98F66C5}" dt="2025-08-21T02:05:07.297" v="461" actId="47"/>
        <pc:sldMasterMkLst>
          <pc:docMk/>
          <pc:sldMasterMk cId="1346976653" sldId="2147483731"/>
        </pc:sldMasterMkLst>
        <pc:sldLayoutChg chg="del">
          <pc:chgData name="Venu Miriyala" userId="52c44cb45e9b6ff9" providerId="LiveId" clId="{6FD65710-2C3E-4E02-9CB2-5EBED98F66C5}" dt="2025-08-21T02:05:07.297" v="461" actId="47"/>
          <pc:sldLayoutMkLst>
            <pc:docMk/>
            <pc:sldMasterMk cId="1346976653" sldId="2147483731"/>
            <pc:sldLayoutMk cId="3969206503" sldId="2147483732"/>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3102081298" sldId="2147483733"/>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918098263" sldId="2147483734"/>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789181631" sldId="2147483735"/>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2248899819" sldId="2147483736"/>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2698073627" sldId="2147483737"/>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496652320" sldId="2147483738"/>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779045988" sldId="2147483739"/>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1301038243" sldId="2147483740"/>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927918" sldId="2147483741"/>
          </pc:sldLayoutMkLst>
        </pc:sldLayoutChg>
        <pc:sldLayoutChg chg="del">
          <pc:chgData name="Venu Miriyala" userId="52c44cb45e9b6ff9" providerId="LiveId" clId="{6FD65710-2C3E-4E02-9CB2-5EBED98F66C5}" dt="2025-08-21T02:05:07.297" v="461" actId="47"/>
          <pc:sldLayoutMkLst>
            <pc:docMk/>
            <pc:sldMasterMk cId="1346976653" sldId="2147483731"/>
            <pc:sldLayoutMk cId="2466736178" sldId="2147483742"/>
          </pc:sldLayoutMkLst>
        </pc:sldLayoutChg>
      </pc:sldMasterChg>
      <pc:sldMasterChg chg="del delSldLayout">
        <pc:chgData name="Venu Miriyala" userId="52c44cb45e9b6ff9" providerId="LiveId" clId="{6FD65710-2C3E-4E02-9CB2-5EBED98F66C5}" dt="2025-08-21T02:05:19.153" v="465" actId="47"/>
        <pc:sldMasterMkLst>
          <pc:docMk/>
          <pc:sldMasterMk cId="942790766" sldId="2147483745"/>
        </pc:sldMasterMkLst>
        <pc:sldLayoutChg chg="del">
          <pc:chgData name="Venu Miriyala" userId="52c44cb45e9b6ff9" providerId="LiveId" clId="{6FD65710-2C3E-4E02-9CB2-5EBED98F66C5}" dt="2025-08-21T02:05:19.153" v="465" actId="47"/>
          <pc:sldLayoutMkLst>
            <pc:docMk/>
            <pc:sldMasterMk cId="942790766" sldId="2147483745"/>
            <pc:sldLayoutMk cId="3436913834" sldId="2147483746"/>
          </pc:sldLayoutMkLst>
        </pc:sldLayoutChg>
        <pc:sldLayoutChg chg="del">
          <pc:chgData name="Venu Miriyala" userId="52c44cb45e9b6ff9" providerId="LiveId" clId="{6FD65710-2C3E-4E02-9CB2-5EBED98F66C5}" dt="2025-08-21T02:05:19.153" v="465" actId="47"/>
          <pc:sldLayoutMkLst>
            <pc:docMk/>
            <pc:sldMasterMk cId="942790766" sldId="2147483745"/>
            <pc:sldLayoutMk cId="1466713950" sldId="2147483747"/>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174631807" sldId="2147483748"/>
          </pc:sldLayoutMkLst>
        </pc:sldLayoutChg>
        <pc:sldLayoutChg chg="del">
          <pc:chgData name="Venu Miriyala" userId="52c44cb45e9b6ff9" providerId="LiveId" clId="{6FD65710-2C3E-4E02-9CB2-5EBED98F66C5}" dt="2025-08-21T02:05:19.153" v="465" actId="47"/>
          <pc:sldLayoutMkLst>
            <pc:docMk/>
            <pc:sldMasterMk cId="942790766" sldId="2147483745"/>
            <pc:sldLayoutMk cId="3062759742" sldId="2147483749"/>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338887665" sldId="2147483750"/>
          </pc:sldLayoutMkLst>
        </pc:sldLayoutChg>
        <pc:sldLayoutChg chg="del">
          <pc:chgData name="Venu Miriyala" userId="52c44cb45e9b6ff9" providerId="LiveId" clId="{6FD65710-2C3E-4E02-9CB2-5EBED98F66C5}" dt="2025-08-21T02:05:19.153" v="465" actId="47"/>
          <pc:sldLayoutMkLst>
            <pc:docMk/>
            <pc:sldMasterMk cId="942790766" sldId="2147483745"/>
            <pc:sldLayoutMk cId="1943525278" sldId="2147483751"/>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991299912" sldId="2147483752"/>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161177064" sldId="2147483753"/>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658037696" sldId="2147483754"/>
          </pc:sldLayoutMkLst>
        </pc:sldLayoutChg>
        <pc:sldLayoutChg chg="del">
          <pc:chgData name="Venu Miriyala" userId="52c44cb45e9b6ff9" providerId="LiveId" clId="{6FD65710-2C3E-4E02-9CB2-5EBED98F66C5}" dt="2025-08-21T02:05:19.153" v="465" actId="47"/>
          <pc:sldLayoutMkLst>
            <pc:docMk/>
            <pc:sldMasterMk cId="942790766" sldId="2147483745"/>
            <pc:sldLayoutMk cId="203886565" sldId="2147483755"/>
          </pc:sldLayoutMkLst>
        </pc:sldLayoutChg>
        <pc:sldLayoutChg chg="del">
          <pc:chgData name="Venu Miriyala" userId="52c44cb45e9b6ff9" providerId="LiveId" clId="{6FD65710-2C3E-4E02-9CB2-5EBED98F66C5}" dt="2025-08-21T02:05:19.153" v="465" actId="47"/>
          <pc:sldLayoutMkLst>
            <pc:docMk/>
            <pc:sldMasterMk cId="942790766" sldId="2147483745"/>
            <pc:sldLayoutMk cId="1128776427" sldId="2147483756"/>
          </pc:sldLayoutMkLst>
        </pc:sldLayoutChg>
      </pc:sldMasterChg>
      <pc:sldMasterChg chg="del delSldLayout">
        <pc:chgData name="Venu Miriyala" userId="52c44cb45e9b6ff9" providerId="LiveId" clId="{6FD65710-2C3E-4E02-9CB2-5EBED98F66C5}" dt="2025-08-21T02:05:11.978" v="463" actId="47"/>
        <pc:sldMasterMkLst>
          <pc:docMk/>
          <pc:sldMasterMk cId="1942749746" sldId="2147483757"/>
        </pc:sldMasterMkLst>
        <pc:sldLayoutChg chg="del">
          <pc:chgData name="Venu Miriyala" userId="52c44cb45e9b6ff9" providerId="LiveId" clId="{6FD65710-2C3E-4E02-9CB2-5EBED98F66C5}" dt="2025-08-21T02:05:11.978" v="463" actId="47"/>
          <pc:sldLayoutMkLst>
            <pc:docMk/>
            <pc:sldMasterMk cId="1942749746" sldId="2147483757"/>
            <pc:sldLayoutMk cId="3703176173" sldId="2147483758"/>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3777888695" sldId="2147483759"/>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772874535" sldId="2147483760"/>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2537975487" sldId="2147483761"/>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1996880148" sldId="2147483762"/>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4070238678" sldId="2147483763"/>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1429432441" sldId="2147483764"/>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3784089201" sldId="2147483765"/>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3256959944" sldId="2147483766"/>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700802475" sldId="2147483767"/>
          </pc:sldLayoutMkLst>
        </pc:sldLayoutChg>
        <pc:sldLayoutChg chg="del">
          <pc:chgData name="Venu Miriyala" userId="52c44cb45e9b6ff9" providerId="LiveId" clId="{6FD65710-2C3E-4E02-9CB2-5EBED98F66C5}" dt="2025-08-21T02:05:11.978" v="463" actId="47"/>
          <pc:sldLayoutMkLst>
            <pc:docMk/>
            <pc:sldMasterMk cId="1942749746" sldId="2147483757"/>
            <pc:sldLayoutMk cId="337569863" sldId="2147483768"/>
          </pc:sldLayoutMkLst>
        </pc:sldLayoutChg>
      </pc:sldMasterChg>
    </pc:docChg>
  </pc:docChgLst>
  <pc:docChgLst>
    <pc:chgData name="saumya gupta - 123141168 - MITMPL" userId="S::saumya1.mitmpl2023@learner.manipal.edu::d34eee6f-c8dd-455d-abff-0b9375b7237c" providerId="AD" clId="Web-{76E8EBD1-3F83-E535-0F72-EF5E2CA8F717}"/>
    <pc:docChg chg="modSld">
      <pc:chgData name="saumya gupta - 123141168 - MITMPL" userId="S::saumya1.mitmpl2023@learner.manipal.edu::d34eee6f-c8dd-455d-abff-0b9375b7237c" providerId="AD" clId="Web-{76E8EBD1-3F83-E535-0F72-EF5E2CA8F717}" dt="2025-09-14T20:43:10.657" v="1"/>
      <pc:docMkLst>
        <pc:docMk/>
      </pc:docMkLst>
      <pc:sldChg chg="addSp delSp modSp">
        <pc:chgData name="saumya gupta - 123141168 - MITMPL" userId="S::saumya1.mitmpl2023@learner.manipal.edu::d34eee6f-c8dd-455d-abff-0b9375b7237c" providerId="AD" clId="Web-{76E8EBD1-3F83-E535-0F72-EF5E2CA8F717}" dt="2025-09-14T20:43:10.657" v="1"/>
        <pc:sldMkLst>
          <pc:docMk/>
          <pc:sldMk cId="2053236922" sldId="2147483175"/>
        </pc:sldMkLst>
        <pc:spChg chg="add del mod">
          <ac:chgData name="saumya gupta - 123141168 - MITMPL" userId="S::saumya1.mitmpl2023@learner.manipal.edu::d34eee6f-c8dd-455d-abff-0b9375b7237c" providerId="AD" clId="Web-{76E8EBD1-3F83-E535-0F72-EF5E2CA8F717}" dt="2025-09-14T20:43:10.657" v="1"/>
          <ac:spMkLst>
            <pc:docMk/>
            <pc:sldMk cId="2053236922" sldId="2147483175"/>
            <ac:spMk id="6" creationId="{64B3FDAA-FA35-8547-AFB3-9BD0463B884D}"/>
          </ac:spMkLst>
        </pc:spChg>
        <pc:picChg chg="add del">
          <ac:chgData name="saumya gupta - 123141168 - MITMPL" userId="S::saumya1.mitmpl2023@learner.manipal.edu::d34eee6f-c8dd-455d-abff-0b9375b7237c" providerId="AD" clId="Web-{76E8EBD1-3F83-E535-0F72-EF5E2CA8F717}" dt="2025-09-14T20:43:10.657" v="1"/>
          <ac:picMkLst>
            <pc:docMk/>
            <pc:sldMk cId="2053236922" sldId="2147483175"/>
            <ac:picMk id="5" creationId="{7758E709-25FC-45C3-BC78-578FDDECBACA}"/>
          </ac:picMkLst>
        </pc:picChg>
      </pc:sldChg>
    </pc:docChg>
  </pc:docChgLst>
  <pc:docChgLst>
    <pc:chgData name="ABHINAV JALLEPALLI - 230958015 - MITMPL" userId="S::abhinav3.mitmpl2023@learner.manipal.edu::3f9d6c81-10e9-4b71-8ef7-0c2ed9c915b4" providerId="AD" clId="Web-{1F1F7141-580D-FE61-AA3E-2E97781E717F}"/>
    <pc:docChg chg="modSld">
      <pc:chgData name="ABHINAV JALLEPALLI - 230958015 - MITMPL" userId="S::abhinav3.mitmpl2023@learner.manipal.edu::3f9d6c81-10e9-4b71-8ef7-0c2ed9c915b4" providerId="AD" clId="Web-{1F1F7141-580D-FE61-AA3E-2E97781E717F}" dt="2025-09-02T17:18:34.554" v="0" actId="1076"/>
      <pc:docMkLst>
        <pc:docMk/>
      </pc:docMkLst>
      <pc:sldChg chg="modSp">
        <pc:chgData name="ABHINAV JALLEPALLI - 230958015 - MITMPL" userId="S::abhinav3.mitmpl2023@learner.manipal.edu::3f9d6c81-10e9-4b71-8ef7-0c2ed9c915b4" providerId="AD" clId="Web-{1F1F7141-580D-FE61-AA3E-2E97781E717F}" dt="2025-09-02T17:18:34.554" v="0" actId="1076"/>
        <pc:sldMkLst>
          <pc:docMk/>
          <pc:sldMk cId="498720915" sldId="2147483198"/>
        </pc:sldMkLst>
        <pc:picChg chg="mod">
          <ac:chgData name="ABHINAV JALLEPALLI - 230958015 - MITMPL" userId="S::abhinav3.mitmpl2023@learner.manipal.edu::3f9d6c81-10e9-4b71-8ef7-0c2ed9c915b4" providerId="AD" clId="Web-{1F1F7141-580D-FE61-AA3E-2E97781E717F}" dt="2025-09-02T17:18:34.554" v="0" actId="1076"/>
          <ac:picMkLst>
            <pc:docMk/>
            <pc:sldMk cId="498720915" sldId="2147483198"/>
            <ac:picMk id="5" creationId="{2957CDED-CDA8-49CD-83E7-A8F3F1D603B7}"/>
          </ac:picMkLst>
        </pc:picChg>
      </pc:sldChg>
    </pc:docChg>
  </pc:docChgLst>
  <pc:docChgLst>
    <pc:chgData name="Umang Jain - 123103236 - MITMPL" userId="S::umang.mitmpl2023@learner.manipal.edu::695550ad-9cc8-46ca-ba0b-3d8b3ca379ad" providerId="AD" clId="Web-{75C53B38-9123-F6AE-725F-FD9CAC89B36E}"/>
    <pc:docChg chg="modSld">
      <pc:chgData name="Umang Jain - 123103236 - MITMPL" userId="S::umang.mitmpl2023@learner.manipal.edu::695550ad-9cc8-46ca-ba0b-3d8b3ca379ad" providerId="AD" clId="Web-{75C53B38-9123-F6AE-725F-FD9CAC89B36E}" dt="2025-09-02T11:22:52.618" v="0" actId="14100"/>
      <pc:docMkLst>
        <pc:docMk/>
      </pc:docMkLst>
      <pc:sldChg chg="modSp">
        <pc:chgData name="Umang Jain - 123103236 - MITMPL" userId="S::umang.mitmpl2023@learner.manipal.edu::695550ad-9cc8-46ca-ba0b-3d8b3ca379ad" providerId="AD" clId="Web-{75C53B38-9123-F6AE-725F-FD9CAC89B36E}" dt="2025-09-02T11:22:52.618" v="0" actId="14100"/>
        <pc:sldMkLst>
          <pc:docMk/>
          <pc:sldMk cId="1204818644" sldId="2147483170"/>
        </pc:sldMkLst>
        <pc:graphicFrameChg chg="mod">
          <ac:chgData name="Umang Jain - 123103236 - MITMPL" userId="S::umang.mitmpl2023@learner.manipal.edu::695550ad-9cc8-46ca-ba0b-3d8b3ca379ad" providerId="AD" clId="Web-{75C53B38-9123-F6AE-725F-FD9CAC89B36E}" dt="2025-09-02T11:22:52.618" v="0" actId="14100"/>
          <ac:graphicFrameMkLst>
            <pc:docMk/>
            <pc:sldMk cId="1204818644" sldId="2147483170"/>
            <ac:graphicFrameMk id="4" creationId="{3E0F7042-F41C-4AA5-AD53-E1CE22E44E3F}"/>
          </ac:graphicFrameMkLst>
        </pc:graphicFrameChg>
      </pc:sldChg>
    </pc:docChg>
  </pc:docChgLst>
  <pc:docChgLst>
    <pc:chgData name="Venu Miriyala" userId="52c44cb45e9b6ff9" providerId="LiveId" clId="{2883A66A-A2ED-4DE7-8475-4DBDDF88D31D}"/>
    <pc:docChg chg="undo custSel addSld delSld modSld sldOrd delMainMaster">
      <pc:chgData name="Venu Miriyala" userId="52c44cb45e9b6ff9" providerId="LiveId" clId="{2883A66A-A2ED-4DE7-8475-4DBDDF88D31D}" dt="2025-08-21T01:08:18.722" v="13364" actId="255"/>
      <pc:docMkLst>
        <pc:docMk/>
      </pc:docMkLst>
      <pc:sldChg chg="del">
        <pc:chgData name="Venu Miriyala" userId="52c44cb45e9b6ff9" providerId="LiveId" clId="{2883A66A-A2ED-4DE7-8475-4DBDDF88D31D}" dt="2025-08-19T06:56:23.091" v="517" actId="47"/>
        <pc:sldMkLst>
          <pc:docMk/>
          <pc:sldMk cId="260051584" sldId="257"/>
        </pc:sldMkLst>
      </pc:sldChg>
      <pc:sldChg chg="modSp mod">
        <pc:chgData name="Venu Miriyala" userId="52c44cb45e9b6ff9" providerId="LiveId" clId="{2883A66A-A2ED-4DE7-8475-4DBDDF88D31D}" dt="2025-08-20T04:40:38.618" v="13361" actId="1076"/>
        <pc:sldMkLst>
          <pc:docMk/>
          <pc:sldMk cId="3206886608" sldId="268"/>
        </pc:sldMkLst>
        <pc:spChg chg="mod">
          <ac:chgData name="Venu Miriyala" userId="52c44cb45e9b6ff9" providerId="LiveId" clId="{2883A66A-A2ED-4DE7-8475-4DBDDF88D31D}" dt="2025-08-20T04:39:47.934" v="13329" actId="20577"/>
          <ac:spMkLst>
            <pc:docMk/>
            <pc:sldMk cId="3206886608" sldId="268"/>
            <ac:spMk id="3" creationId="{00000000-0000-0000-0000-000000000000}"/>
          </ac:spMkLst>
        </pc:spChg>
        <pc:spChg chg="mod">
          <ac:chgData name="Venu Miriyala" userId="52c44cb45e9b6ff9" providerId="LiveId" clId="{2883A66A-A2ED-4DE7-8475-4DBDDF88D31D}" dt="2025-08-20T04:40:38.618" v="13361" actId="1076"/>
          <ac:spMkLst>
            <pc:docMk/>
            <pc:sldMk cId="3206886608" sldId="268"/>
            <ac:spMk id="4" creationId="{00000000-0000-0000-0000-000000000000}"/>
          </ac:spMkLst>
        </pc:spChg>
      </pc:sldChg>
      <pc:sldChg chg="del">
        <pc:chgData name="Venu Miriyala" userId="52c44cb45e9b6ff9" providerId="LiveId" clId="{2883A66A-A2ED-4DE7-8475-4DBDDF88D31D}" dt="2025-08-19T06:56:23.091" v="517" actId="47"/>
        <pc:sldMkLst>
          <pc:docMk/>
          <pc:sldMk cId="2155653554" sldId="271"/>
        </pc:sldMkLst>
      </pc:sldChg>
      <pc:sldChg chg="del">
        <pc:chgData name="Venu Miriyala" userId="52c44cb45e9b6ff9" providerId="LiveId" clId="{2883A66A-A2ED-4DE7-8475-4DBDDF88D31D}" dt="2025-08-19T06:56:27.505" v="518" actId="47"/>
        <pc:sldMkLst>
          <pc:docMk/>
          <pc:sldMk cId="185543973" sldId="278"/>
        </pc:sldMkLst>
      </pc:sldChg>
      <pc:sldChg chg="del">
        <pc:chgData name="Venu Miriyala" userId="52c44cb45e9b6ff9" providerId="LiveId" clId="{2883A66A-A2ED-4DE7-8475-4DBDDF88D31D}" dt="2025-08-19T06:56:23.091" v="517" actId="47"/>
        <pc:sldMkLst>
          <pc:docMk/>
          <pc:sldMk cId="2082353557" sldId="279"/>
        </pc:sldMkLst>
      </pc:sldChg>
      <pc:sldChg chg="del">
        <pc:chgData name="Venu Miriyala" userId="52c44cb45e9b6ff9" providerId="LiveId" clId="{2883A66A-A2ED-4DE7-8475-4DBDDF88D31D}" dt="2025-08-19T06:56:23.091" v="517" actId="47"/>
        <pc:sldMkLst>
          <pc:docMk/>
          <pc:sldMk cId="3893130280" sldId="284"/>
        </pc:sldMkLst>
      </pc:sldChg>
      <pc:sldChg chg="addSp delSp modSp add del setBg delDesignElem">
        <pc:chgData name="Venu Miriyala" userId="52c44cb45e9b6ff9" providerId="LiveId" clId="{2883A66A-A2ED-4DE7-8475-4DBDDF88D31D}" dt="2025-08-19T14:48:58.787" v="873" actId="20577"/>
        <pc:sldMkLst>
          <pc:docMk/>
          <pc:sldMk cId="3025590363" sldId="2563"/>
        </pc:sldMkLst>
      </pc:sldChg>
      <pc:sldChg chg="addSp delSp add del setBg delDesignElem">
        <pc:chgData name="Venu Miriyala" userId="52c44cb45e9b6ff9" providerId="LiveId" clId="{2883A66A-A2ED-4DE7-8475-4DBDDF88D31D}" dt="2025-08-19T14:48:51.304" v="872"/>
        <pc:sldMkLst>
          <pc:docMk/>
          <pc:sldMk cId="3376259022" sldId="2564"/>
        </pc:sldMkLst>
      </pc:sldChg>
      <pc:sldChg chg="addSp delSp add del setBg delDesignElem">
        <pc:chgData name="Venu Miriyala" userId="52c44cb45e9b6ff9" providerId="LiveId" clId="{2883A66A-A2ED-4DE7-8475-4DBDDF88D31D}" dt="2025-08-19T14:48:51.304" v="872"/>
        <pc:sldMkLst>
          <pc:docMk/>
          <pc:sldMk cId="1083230843" sldId="2565"/>
        </pc:sldMkLst>
      </pc:sldChg>
      <pc:sldChg chg="addSp delSp modSp add del setBg delDesignElem">
        <pc:chgData name="Venu Miriyala" userId="52c44cb45e9b6ff9" providerId="LiveId" clId="{2883A66A-A2ED-4DE7-8475-4DBDDF88D31D}" dt="2025-08-20T00:52:34.124" v="2421" actId="20577"/>
        <pc:sldMkLst>
          <pc:docMk/>
          <pc:sldMk cId="3820409043" sldId="2566"/>
        </pc:sldMkLst>
      </pc:sldChg>
      <pc:sldChg chg="addSp delSp add del setBg delDesignElem">
        <pc:chgData name="Venu Miriyala" userId="52c44cb45e9b6ff9" providerId="LiveId" clId="{2883A66A-A2ED-4DE7-8475-4DBDDF88D31D}" dt="2025-08-19T14:49:22.178" v="880"/>
        <pc:sldMkLst>
          <pc:docMk/>
          <pc:sldMk cId="670751493" sldId="2567"/>
        </pc:sldMkLst>
      </pc:sldChg>
      <pc:sldChg chg="del">
        <pc:chgData name="Venu Miriyala" userId="52c44cb45e9b6ff9" providerId="LiveId" clId="{2883A66A-A2ED-4DE7-8475-4DBDDF88D31D}" dt="2025-08-19T06:56:27.505" v="518" actId="47"/>
        <pc:sldMkLst>
          <pc:docMk/>
          <pc:sldMk cId="2894999519" sldId="2567"/>
        </pc:sldMkLst>
      </pc:sldChg>
      <pc:sldChg chg="addSp delSp modSp add del setBg modAnim delDesignElem">
        <pc:chgData name="Venu Miriyala" userId="52c44cb45e9b6ff9" providerId="LiveId" clId="{2883A66A-A2ED-4DE7-8475-4DBDDF88D31D}" dt="2025-08-20T00:56:15.807" v="2842" actId="20577"/>
        <pc:sldMkLst>
          <pc:docMk/>
          <pc:sldMk cId="1273256051" sldId="2568"/>
        </pc:sldMkLst>
      </pc:sldChg>
      <pc:sldChg chg="del">
        <pc:chgData name="Venu Miriyala" userId="52c44cb45e9b6ff9" providerId="LiveId" clId="{2883A66A-A2ED-4DE7-8475-4DBDDF88D31D}" dt="2025-08-19T06:56:32.157" v="519" actId="47"/>
        <pc:sldMkLst>
          <pc:docMk/>
          <pc:sldMk cId="3352542415" sldId="2568"/>
        </pc:sldMkLst>
      </pc:sldChg>
      <pc:sldChg chg="addSp delSp modSp add del setBg delDesignElem">
        <pc:chgData name="Venu Miriyala" userId="52c44cb45e9b6ff9" providerId="LiveId" clId="{2883A66A-A2ED-4DE7-8475-4DBDDF88D31D}" dt="2025-08-20T00:55:39.322" v="2727" actId="20577"/>
        <pc:sldMkLst>
          <pc:docMk/>
          <pc:sldMk cId="3638738281" sldId="2569"/>
        </pc:sldMkLst>
      </pc:sldChg>
      <pc:sldChg chg="del">
        <pc:chgData name="Venu Miriyala" userId="52c44cb45e9b6ff9" providerId="LiveId" clId="{2883A66A-A2ED-4DE7-8475-4DBDDF88D31D}" dt="2025-08-19T06:56:32.157" v="519" actId="47"/>
        <pc:sldMkLst>
          <pc:docMk/>
          <pc:sldMk cId="3735261035" sldId="2569"/>
        </pc:sldMkLst>
      </pc:sldChg>
      <pc:sldChg chg="del">
        <pc:chgData name="Venu Miriyala" userId="52c44cb45e9b6ff9" providerId="LiveId" clId="{2883A66A-A2ED-4DE7-8475-4DBDDF88D31D}" dt="2025-08-19T06:56:32.157" v="519" actId="47"/>
        <pc:sldMkLst>
          <pc:docMk/>
          <pc:sldMk cId="1274440868" sldId="2570"/>
        </pc:sldMkLst>
      </pc:sldChg>
      <pc:sldChg chg="addSp delSp modSp add del mod setBg delDesignElem">
        <pc:chgData name="Venu Miriyala" userId="52c44cb45e9b6ff9" providerId="LiveId" clId="{2883A66A-A2ED-4DE7-8475-4DBDDF88D31D}" dt="2025-08-20T00:58:54.847" v="3170" actId="20577"/>
        <pc:sldMkLst>
          <pc:docMk/>
          <pc:sldMk cId="2520672265" sldId="2570"/>
        </pc:sldMkLst>
      </pc:sldChg>
      <pc:sldChg chg="del">
        <pc:chgData name="Venu Miriyala" userId="52c44cb45e9b6ff9" providerId="LiveId" clId="{2883A66A-A2ED-4DE7-8475-4DBDDF88D31D}" dt="2025-08-19T06:56:32.157" v="519" actId="47"/>
        <pc:sldMkLst>
          <pc:docMk/>
          <pc:sldMk cId="175588158" sldId="2571"/>
        </pc:sldMkLst>
      </pc:sldChg>
      <pc:sldChg chg="addSp delSp add del setBg delDesignElem">
        <pc:chgData name="Venu Miriyala" userId="52c44cb45e9b6ff9" providerId="LiveId" clId="{2883A66A-A2ED-4DE7-8475-4DBDDF88D31D}" dt="2025-08-19T14:49:44.548" v="887"/>
        <pc:sldMkLst>
          <pc:docMk/>
          <pc:sldMk cId="2250979729" sldId="2571"/>
        </pc:sldMkLst>
      </pc:sldChg>
      <pc:sldChg chg="del">
        <pc:chgData name="Venu Miriyala" userId="52c44cb45e9b6ff9" providerId="LiveId" clId="{2883A66A-A2ED-4DE7-8475-4DBDDF88D31D}" dt="2025-08-19T06:56:32.157" v="519" actId="47"/>
        <pc:sldMkLst>
          <pc:docMk/>
          <pc:sldMk cId="397461676" sldId="2572"/>
        </pc:sldMkLst>
      </pc:sldChg>
      <pc:sldChg chg="addSp delSp add del setBg delDesignElem">
        <pc:chgData name="Venu Miriyala" userId="52c44cb45e9b6ff9" providerId="LiveId" clId="{2883A66A-A2ED-4DE7-8475-4DBDDF88D31D}" dt="2025-08-19T14:49:44.548" v="887"/>
        <pc:sldMkLst>
          <pc:docMk/>
          <pc:sldMk cId="3361447343" sldId="2572"/>
        </pc:sldMkLst>
      </pc:sldChg>
      <pc:sldChg chg="del">
        <pc:chgData name="Venu Miriyala" userId="52c44cb45e9b6ff9" providerId="LiveId" clId="{2883A66A-A2ED-4DE7-8475-4DBDDF88D31D}" dt="2025-08-19T06:56:23.091" v="517" actId="47"/>
        <pc:sldMkLst>
          <pc:docMk/>
          <pc:sldMk cId="1820515587" sldId="2573"/>
        </pc:sldMkLst>
      </pc:sldChg>
      <pc:sldChg chg="addSp delSp add del setBg delDesignElem">
        <pc:chgData name="Venu Miriyala" userId="52c44cb45e9b6ff9" providerId="LiveId" clId="{2883A66A-A2ED-4DE7-8475-4DBDDF88D31D}" dt="2025-08-19T14:49:44.548" v="887"/>
        <pc:sldMkLst>
          <pc:docMk/>
          <pc:sldMk cId="3097294317" sldId="2573"/>
        </pc:sldMkLst>
      </pc:sldChg>
      <pc:sldChg chg="addSp delSp add del setBg delDesignElem">
        <pc:chgData name="Venu Miriyala" userId="52c44cb45e9b6ff9" providerId="LiveId" clId="{2883A66A-A2ED-4DE7-8475-4DBDDF88D31D}" dt="2025-08-19T14:49:44.548" v="887"/>
        <pc:sldMkLst>
          <pc:docMk/>
          <pc:sldMk cId="1549400152" sldId="2574"/>
        </pc:sldMkLst>
      </pc:sldChg>
      <pc:sldChg chg="del">
        <pc:chgData name="Venu Miriyala" userId="52c44cb45e9b6ff9" providerId="LiveId" clId="{2883A66A-A2ED-4DE7-8475-4DBDDF88D31D}" dt="2025-08-19T06:56:32.157" v="519" actId="47"/>
        <pc:sldMkLst>
          <pc:docMk/>
          <pc:sldMk cId="2799726982" sldId="2574"/>
        </pc:sldMkLst>
      </pc:sldChg>
      <pc:sldChg chg="del">
        <pc:chgData name="Venu Miriyala" userId="52c44cb45e9b6ff9" providerId="LiveId" clId="{2883A66A-A2ED-4DE7-8475-4DBDDF88D31D}" dt="2025-08-19T06:56:27.505" v="518" actId="47"/>
        <pc:sldMkLst>
          <pc:docMk/>
          <pc:sldMk cId="3393256105" sldId="2575"/>
        </pc:sldMkLst>
      </pc:sldChg>
      <pc:sldChg chg="addSp delSp add del setBg delDesignElem">
        <pc:chgData name="Venu Miriyala" userId="52c44cb45e9b6ff9" providerId="LiveId" clId="{2883A66A-A2ED-4DE7-8475-4DBDDF88D31D}" dt="2025-08-19T14:50:05.959" v="894"/>
        <pc:sldMkLst>
          <pc:docMk/>
          <pc:sldMk cId="4025593365" sldId="2575"/>
        </pc:sldMkLst>
      </pc:sldChg>
      <pc:sldChg chg="addSp delSp add del setBg delDesignElem">
        <pc:chgData name="Venu Miriyala" userId="52c44cb45e9b6ff9" providerId="LiveId" clId="{2883A66A-A2ED-4DE7-8475-4DBDDF88D31D}" dt="2025-08-19T14:50:05.959" v="894"/>
        <pc:sldMkLst>
          <pc:docMk/>
          <pc:sldMk cId="1478061015" sldId="2576"/>
        </pc:sldMkLst>
      </pc:sldChg>
      <pc:sldChg chg="del">
        <pc:chgData name="Venu Miriyala" userId="52c44cb45e9b6ff9" providerId="LiveId" clId="{2883A66A-A2ED-4DE7-8475-4DBDDF88D31D}" dt="2025-08-19T06:56:27.505" v="518" actId="47"/>
        <pc:sldMkLst>
          <pc:docMk/>
          <pc:sldMk cId="2052639213" sldId="2576"/>
        </pc:sldMkLst>
      </pc:sldChg>
      <pc:sldChg chg="del">
        <pc:chgData name="Venu Miriyala" userId="52c44cb45e9b6ff9" providerId="LiveId" clId="{2883A66A-A2ED-4DE7-8475-4DBDDF88D31D}" dt="2025-08-19T06:56:32.157" v="519" actId="47"/>
        <pc:sldMkLst>
          <pc:docMk/>
          <pc:sldMk cId="963846235" sldId="2577"/>
        </pc:sldMkLst>
      </pc:sldChg>
      <pc:sldChg chg="addSp delSp add del setBg delDesignElem">
        <pc:chgData name="Venu Miriyala" userId="52c44cb45e9b6ff9" providerId="LiveId" clId="{2883A66A-A2ED-4DE7-8475-4DBDDF88D31D}" dt="2025-08-19T14:50:05.959" v="894"/>
        <pc:sldMkLst>
          <pc:docMk/>
          <pc:sldMk cId="2735705641" sldId="2577"/>
        </pc:sldMkLst>
      </pc:sldChg>
      <pc:sldChg chg="addSp delSp add del setBg delDesignElem">
        <pc:chgData name="Venu Miriyala" userId="52c44cb45e9b6ff9" providerId="LiveId" clId="{2883A66A-A2ED-4DE7-8475-4DBDDF88D31D}" dt="2025-08-19T14:50:05.959" v="894"/>
        <pc:sldMkLst>
          <pc:docMk/>
          <pc:sldMk cId="2917108396" sldId="2578"/>
        </pc:sldMkLst>
      </pc:sldChg>
      <pc:sldChg chg="del">
        <pc:chgData name="Venu Miriyala" userId="52c44cb45e9b6ff9" providerId="LiveId" clId="{2883A66A-A2ED-4DE7-8475-4DBDDF88D31D}" dt="2025-08-19T06:56:23.091" v="517" actId="47"/>
        <pc:sldMkLst>
          <pc:docMk/>
          <pc:sldMk cId="3838806483" sldId="2578"/>
        </pc:sldMkLst>
      </pc:sldChg>
      <pc:sldChg chg="del">
        <pc:chgData name="Venu Miriyala" userId="52c44cb45e9b6ff9" providerId="LiveId" clId="{2883A66A-A2ED-4DE7-8475-4DBDDF88D31D}" dt="2025-08-19T06:56:23.091" v="517" actId="47"/>
        <pc:sldMkLst>
          <pc:docMk/>
          <pc:sldMk cId="2193741339" sldId="2579"/>
        </pc:sldMkLst>
      </pc:sldChg>
      <pc:sldChg chg="addSp delSp modSp add del setBg delDesignElem">
        <pc:chgData name="Venu Miriyala" userId="52c44cb45e9b6ff9" providerId="LiveId" clId="{2883A66A-A2ED-4DE7-8475-4DBDDF88D31D}" dt="2025-08-20T01:58:13.252" v="7792" actId="20577"/>
        <pc:sldMkLst>
          <pc:docMk/>
          <pc:sldMk cId="3199442919" sldId="2579"/>
        </pc:sldMkLst>
      </pc:sldChg>
      <pc:sldChg chg="addSp delSp add del setBg delDesignElem">
        <pc:chgData name="Venu Miriyala" userId="52c44cb45e9b6ff9" providerId="LiveId" clId="{2883A66A-A2ED-4DE7-8475-4DBDDF88D31D}" dt="2025-08-19T14:48:26.424" v="865"/>
        <pc:sldMkLst>
          <pc:docMk/>
          <pc:sldMk cId="3754033569" sldId="2579"/>
        </pc:sldMkLst>
      </pc:sldChg>
      <pc:sldChg chg="del">
        <pc:chgData name="Venu Miriyala" userId="52c44cb45e9b6ff9" providerId="LiveId" clId="{2883A66A-A2ED-4DE7-8475-4DBDDF88D31D}" dt="2025-08-19T06:56:23.091" v="517" actId="47"/>
        <pc:sldMkLst>
          <pc:docMk/>
          <pc:sldMk cId="2440541200" sldId="2580"/>
        </pc:sldMkLst>
      </pc:sldChg>
      <pc:sldChg chg="addSp delSp modSp add del mod setBg delDesignElem">
        <pc:chgData name="Venu Miriyala" userId="52c44cb45e9b6ff9" providerId="LiveId" clId="{2883A66A-A2ED-4DE7-8475-4DBDDF88D31D}" dt="2025-08-20T02:08:49.828" v="8031" actId="1076"/>
        <pc:sldMkLst>
          <pc:docMk/>
          <pc:sldMk cId="3944600598" sldId="2580"/>
        </pc:sldMkLst>
      </pc:sldChg>
      <pc:sldChg chg="addSp delSp modSp add del mod setBg delDesignElem">
        <pc:chgData name="Venu Miriyala" userId="52c44cb45e9b6ff9" providerId="LiveId" clId="{2883A66A-A2ED-4DE7-8475-4DBDDF88D31D}" dt="2025-08-20T02:24:36.579" v="8982" actId="20577"/>
        <pc:sldMkLst>
          <pc:docMk/>
          <pc:sldMk cId="1591105558" sldId="2581"/>
        </pc:sldMkLst>
      </pc:sldChg>
      <pc:sldChg chg="del">
        <pc:chgData name="Venu Miriyala" userId="52c44cb45e9b6ff9" providerId="LiveId" clId="{2883A66A-A2ED-4DE7-8475-4DBDDF88D31D}" dt="2025-08-19T06:56:23.091" v="517" actId="47"/>
        <pc:sldMkLst>
          <pc:docMk/>
          <pc:sldMk cId="3149673807" sldId="2581"/>
        </pc:sldMkLst>
      </pc:sldChg>
      <pc:sldChg chg="addSp delSp add del setBg delDesignElem">
        <pc:chgData name="Venu Miriyala" userId="52c44cb45e9b6ff9" providerId="LiveId" clId="{2883A66A-A2ED-4DE7-8475-4DBDDF88D31D}" dt="2025-08-20T04:36:57.705" v="13225"/>
        <pc:sldMkLst>
          <pc:docMk/>
          <pc:sldMk cId="419940616" sldId="2582"/>
        </pc:sldMkLst>
      </pc:sldChg>
      <pc:sldChg chg="addSp delSp add del setBg delDesignElem">
        <pc:chgData name="Venu Miriyala" userId="52c44cb45e9b6ff9" providerId="LiveId" clId="{2883A66A-A2ED-4DE7-8475-4DBDDF88D31D}" dt="2025-08-20T02:30:23.995" v="9223" actId="47"/>
        <pc:sldMkLst>
          <pc:docMk/>
          <pc:sldMk cId="472039140" sldId="2582"/>
        </pc:sldMkLst>
      </pc:sldChg>
      <pc:sldChg chg="del">
        <pc:chgData name="Venu Miriyala" userId="52c44cb45e9b6ff9" providerId="LiveId" clId="{2883A66A-A2ED-4DE7-8475-4DBDDF88D31D}" dt="2025-08-19T06:56:23.091" v="517" actId="47"/>
        <pc:sldMkLst>
          <pc:docMk/>
          <pc:sldMk cId="2244533085" sldId="2582"/>
        </pc:sldMkLst>
      </pc:sldChg>
      <pc:sldChg chg="addSp delSp add del setBg delDesignElem">
        <pc:chgData name="Venu Miriyala" userId="52c44cb45e9b6ff9" providerId="LiveId" clId="{2883A66A-A2ED-4DE7-8475-4DBDDF88D31D}" dt="2025-08-20T02:30:26.454" v="9224" actId="47"/>
        <pc:sldMkLst>
          <pc:docMk/>
          <pc:sldMk cId="213616289" sldId="2583"/>
        </pc:sldMkLst>
      </pc:sldChg>
      <pc:sldChg chg="addSp delSp add del setBg delDesignElem">
        <pc:chgData name="Venu Miriyala" userId="52c44cb45e9b6ff9" providerId="LiveId" clId="{2883A66A-A2ED-4DE7-8475-4DBDDF88D31D}" dt="2025-08-20T04:37:40.339" v="13238" actId="47"/>
        <pc:sldMkLst>
          <pc:docMk/>
          <pc:sldMk cId="1275134216" sldId="2583"/>
        </pc:sldMkLst>
      </pc:sldChg>
      <pc:sldChg chg="del">
        <pc:chgData name="Venu Miriyala" userId="52c44cb45e9b6ff9" providerId="LiveId" clId="{2883A66A-A2ED-4DE7-8475-4DBDDF88D31D}" dt="2025-08-19T06:56:27.505" v="518" actId="47"/>
        <pc:sldMkLst>
          <pc:docMk/>
          <pc:sldMk cId="1162194126" sldId="6634"/>
        </pc:sldMkLst>
      </pc:sldChg>
      <pc:sldChg chg="del">
        <pc:chgData name="Venu Miriyala" userId="52c44cb45e9b6ff9" providerId="LiveId" clId="{2883A66A-A2ED-4DE7-8475-4DBDDF88D31D}" dt="2025-08-19T06:56:23.091" v="517" actId="47"/>
        <pc:sldMkLst>
          <pc:docMk/>
          <pc:sldMk cId="989703802" sldId="2147472067"/>
        </pc:sldMkLst>
      </pc:sldChg>
      <pc:sldChg chg="del">
        <pc:chgData name="Venu Miriyala" userId="52c44cb45e9b6ff9" providerId="LiveId" clId="{2883A66A-A2ED-4DE7-8475-4DBDDF88D31D}" dt="2025-08-19T06:56:23.091" v="517" actId="47"/>
        <pc:sldMkLst>
          <pc:docMk/>
          <pc:sldMk cId="3124721510" sldId="2147472068"/>
        </pc:sldMkLst>
      </pc:sldChg>
      <pc:sldChg chg="del">
        <pc:chgData name="Venu Miriyala" userId="52c44cb45e9b6ff9" providerId="LiveId" clId="{2883A66A-A2ED-4DE7-8475-4DBDDF88D31D}" dt="2025-08-19T06:56:23.091" v="517" actId="47"/>
        <pc:sldMkLst>
          <pc:docMk/>
          <pc:sldMk cId="2211386607" sldId="2147472069"/>
        </pc:sldMkLst>
      </pc:sldChg>
      <pc:sldChg chg="del">
        <pc:chgData name="Venu Miriyala" userId="52c44cb45e9b6ff9" providerId="LiveId" clId="{2883A66A-A2ED-4DE7-8475-4DBDDF88D31D}" dt="2025-08-19T06:56:23.091" v="517" actId="47"/>
        <pc:sldMkLst>
          <pc:docMk/>
          <pc:sldMk cId="2304356892" sldId="2147472070"/>
        </pc:sldMkLst>
      </pc:sldChg>
      <pc:sldChg chg="del">
        <pc:chgData name="Venu Miriyala" userId="52c44cb45e9b6ff9" providerId="LiveId" clId="{2883A66A-A2ED-4DE7-8475-4DBDDF88D31D}" dt="2025-08-19T06:56:23.091" v="517" actId="47"/>
        <pc:sldMkLst>
          <pc:docMk/>
          <pc:sldMk cId="2914347759" sldId="2147472071"/>
        </pc:sldMkLst>
      </pc:sldChg>
      <pc:sldChg chg="del">
        <pc:chgData name="Venu Miriyala" userId="52c44cb45e9b6ff9" providerId="LiveId" clId="{2883A66A-A2ED-4DE7-8475-4DBDDF88D31D}" dt="2025-08-19T06:56:23.091" v="517" actId="47"/>
        <pc:sldMkLst>
          <pc:docMk/>
          <pc:sldMk cId="127241630" sldId="2147472072"/>
        </pc:sldMkLst>
      </pc:sldChg>
      <pc:sldChg chg="del">
        <pc:chgData name="Venu Miriyala" userId="52c44cb45e9b6ff9" providerId="LiveId" clId="{2883A66A-A2ED-4DE7-8475-4DBDDF88D31D}" dt="2025-08-19T06:56:23.091" v="517" actId="47"/>
        <pc:sldMkLst>
          <pc:docMk/>
          <pc:sldMk cId="1959855285" sldId="2147472073"/>
        </pc:sldMkLst>
      </pc:sldChg>
      <pc:sldChg chg="del">
        <pc:chgData name="Venu Miriyala" userId="52c44cb45e9b6ff9" providerId="LiveId" clId="{2883A66A-A2ED-4DE7-8475-4DBDDF88D31D}" dt="2025-08-19T06:56:23.091" v="517" actId="47"/>
        <pc:sldMkLst>
          <pc:docMk/>
          <pc:sldMk cId="2213250751" sldId="2147472074"/>
        </pc:sldMkLst>
      </pc:sldChg>
      <pc:sldChg chg="del">
        <pc:chgData name="Venu Miriyala" userId="52c44cb45e9b6ff9" providerId="LiveId" clId="{2883A66A-A2ED-4DE7-8475-4DBDDF88D31D}" dt="2025-08-19T06:56:23.091" v="517" actId="47"/>
        <pc:sldMkLst>
          <pc:docMk/>
          <pc:sldMk cId="1085287019" sldId="2147472075"/>
        </pc:sldMkLst>
      </pc:sldChg>
      <pc:sldChg chg="modSp modAnim">
        <pc:chgData name="Venu Miriyala" userId="52c44cb45e9b6ff9" providerId="LiveId" clId="{2883A66A-A2ED-4DE7-8475-4DBDDF88D31D}" dt="2025-08-20T04:15:03.002" v="12515" actId="20577"/>
        <pc:sldMkLst>
          <pc:docMk/>
          <pc:sldMk cId="3774244905" sldId="2147483075"/>
        </pc:sldMkLst>
        <pc:spChg chg="mod">
          <ac:chgData name="Venu Miriyala" userId="52c44cb45e9b6ff9" providerId="LiveId" clId="{2883A66A-A2ED-4DE7-8475-4DBDDF88D31D}" dt="2025-08-20T04:15:03.002" v="12515" actId="20577"/>
          <ac:spMkLst>
            <pc:docMk/>
            <pc:sldMk cId="3774244905" sldId="2147483075"/>
            <ac:spMk id="4" creationId="{D935D455-8FE0-8207-6D02-2D6CB942A828}"/>
          </ac:spMkLst>
        </pc:spChg>
      </pc:sldChg>
      <pc:sldChg chg="ord modNotes">
        <pc:chgData name="Venu Miriyala" userId="52c44cb45e9b6ff9" providerId="LiveId" clId="{2883A66A-A2ED-4DE7-8475-4DBDDF88D31D}" dt="2025-08-20T04:31:52.955" v="13136"/>
        <pc:sldMkLst>
          <pc:docMk/>
          <pc:sldMk cId="2135119597" sldId="2147483078"/>
        </pc:sldMkLst>
      </pc:sldChg>
      <pc:sldChg chg="del">
        <pc:chgData name="Venu Miriyala" userId="52c44cb45e9b6ff9" providerId="LiveId" clId="{2883A66A-A2ED-4DE7-8475-4DBDDF88D31D}" dt="2025-08-19T06:56:27.505" v="518" actId="47"/>
        <pc:sldMkLst>
          <pc:docMk/>
          <pc:sldMk cId="142760820" sldId="2147483083"/>
        </pc:sldMkLst>
      </pc:sldChg>
      <pc:sldChg chg="ord">
        <pc:chgData name="Venu Miriyala" userId="52c44cb45e9b6ff9" providerId="LiveId" clId="{2883A66A-A2ED-4DE7-8475-4DBDDF88D31D}" dt="2025-08-20T01:15:48.176" v="5069"/>
        <pc:sldMkLst>
          <pc:docMk/>
          <pc:sldMk cId="2937884154" sldId="2147483084"/>
        </pc:sldMkLst>
      </pc:sldChg>
      <pc:sldChg chg="modSp add mod">
        <pc:chgData name="Venu Miriyala" userId="52c44cb45e9b6ff9" providerId="LiveId" clId="{2883A66A-A2ED-4DE7-8475-4DBDDF88D31D}" dt="2025-08-21T01:08:18.722" v="13364" actId="255"/>
        <pc:sldMkLst>
          <pc:docMk/>
          <pc:sldMk cId="2862755268" sldId="2147483085"/>
        </pc:sldMkLst>
        <pc:spChg chg="mod">
          <ac:chgData name="Venu Miriyala" userId="52c44cb45e9b6ff9" providerId="LiveId" clId="{2883A66A-A2ED-4DE7-8475-4DBDDF88D31D}" dt="2025-08-20T00:49:28.717" v="2002" actId="1076"/>
          <ac:spMkLst>
            <pc:docMk/>
            <pc:sldMk cId="2862755268" sldId="2147483085"/>
            <ac:spMk id="2" creationId="{7FF7B317-82B2-08F4-9353-F4D727447FE9}"/>
          </ac:spMkLst>
        </pc:spChg>
        <pc:spChg chg="mod">
          <ac:chgData name="Venu Miriyala" userId="52c44cb45e9b6ff9" providerId="LiveId" clId="{2883A66A-A2ED-4DE7-8475-4DBDDF88D31D}" dt="2025-08-21T01:08:18.722" v="13364" actId="255"/>
          <ac:spMkLst>
            <pc:docMk/>
            <pc:sldMk cId="2862755268" sldId="2147483085"/>
            <ac:spMk id="3" creationId="{DEC74E7F-ABF1-83D5-11BF-CF15F7863633}"/>
          </ac:spMkLst>
        </pc:spChg>
      </pc:sldChg>
      <pc:sldChg chg="del">
        <pc:chgData name="Venu Miriyala" userId="52c44cb45e9b6ff9" providerId="LiveId" clId="{2883A66A-A2ED-4DE7-8475-4DBDDF88D31D}" dt="2025-08-19T06:56:27.505" v="518" actId="47"/>
        <pc:sldMkLst>
          <pc:docMk/>
          <pc:sldMk cId="3322054911" sldId="2147483086"/>
        </pc:sldMkLst>
      </pc:sldChg>
      <pc:sldChg chg="addSp delSp modSp add del setBg delDesignElem">
        <pc:chgData name="Venu Miriyala" userId="52c44cb45e9b6ff9" providerId="LiveId" clId="{2883A66A-A2ED-4DE7-8475-4DBDDF88D31D}" dt="2025-08-19T14:52:09.741" v="903" actId="20577"/>
        <pc:sldMkLst>
          <pc:docMk/>
          <pc:sldMk cId="3846394158" sldId="2147483086"/>
        </pc:sldMkLst>
      </pc:sldChg>
      <pc:sldChg chg="addSp delSp modSp add del setBg delDesignElem">
        <pc:chgData name="Venu Miriyala" userId="52c44cb45e9b6ff9" providerId="LiveId" clId="{2883A66A-A2ED-4DE7-8475-4DBDDF88D31D}" dt="2025-08-20T01:09:56.593" v="4359" actId="20577"/>
        <pc:sldMkLst>
          <pc:docMk/>
          <pc:sldMk cId="2185554176" sldId="2147483087"/>
        </pc:sldMkLst>
      </pc:sldChg>
      <pc:sldChg chg="addSp delSp add del setBg delDesignElem">
        <pc:chgData name="Venu Miriyala" userId="52c44cb45e9b6ff9" providerId="LiveId" clId="{2883A66A-A2ED-4DE7-8475-4DBDDF88D31D}" dt="2025-08-19T14:53:41.324" v="911" actId="47"/>
        <pc:sldMkLst>
          <pc:docMk/>
          <pc:sldMk cId="1899471403" sldId="2147483088"/>
        </pc:sldMkLst>
      </pc:sldChg>
      <pc:sldChg chg="del">
        <pc:chgData name="Venu Miriyala" userId="52c44cb45e9b6ff9" providerId="LiveId" clId="{2883A66A-A2ED-4DE7-8475-4DBDDF88D31D}" dt="2025-08-19T06:56:27.505" v="518" actId="47"/>
        <pc:sldMkLst>
          <pc:docMk/>
          <pc:sldMk cId="2980046958" sldId="2147483088"/>
        </pc:sldMkLst>
      </pc:sldChg>
      <pc:sldChg chg="addSp delSp add del setBg delDesignElem">
        <pc:chgData name="Venu Miriyala" userId="52c44cb45e9b6ff9" providerId="LiveId" clId="{2883A66A-A2ED-4DE7-8475-4DBDDF88D31D}" dt="2025-08-19T14:53:43.371" v="912" actId="47"/>
        <pc:sldMkLst>
          <pc:docMk/>
          <pc:sldMk cId="1101521765" sldId="2147483089"/>
        </pc:sldMkLst>
      </pc:sldChg>
      <pc:sldChg chg="del">
        <pc:chgData name="Venu Miriyala" userId="52c44cb45e9b6ff9" providerId="LiveId" clId="{2883A66A-A2ED-4DE7-8475-4DBDDF88D31D}" dt="2025-08-19T06:56:27.505" v="518" actId="47"/>
        <pc:sldMkLst>
          <pc:docMk/>
          <pc:sldMk cId="1189176925" sldId="2147483089"/>
        </pc:sldMkLst>
      </pc:sldChg>
      <pc:sldChg chg="del">
        <pc:chgData name="Venu Miriyala" userId="52c44cb45e9b6ff9" providerId="LiveId" clId="{2883A66A-A2ED-4DE7-8475-4DBDDF88D31D}" dt="2025-08-19T06:56:27.505" v="518" actId="47"/>
        <pc:sldMkLst>
          <pc:docMk/>
          <pc:sldMk cId="875009800" sldId="2147483090"/>
        </pc:sldMkLst>
      </pc:sldChg>
      <pc:sldChg chg="addSp delSp add del setBg delDesignElem">
        <pc:chgData name="Venu Miriyala" userId="52c44cb45e9b6ff9" providerId="LiveId" clId="{2883A66A-A2ED-4DE7-8475-4DBDDF88D31D}" dt="2025-08-19T14:53:45.219" v="913" actId="47"/>
        <pc:sldMkLst>
          <pc:docMk/>
          <pc:sldMk cId="2583189842" sldId="2147483090"/>
        </pc:sldMkLst>
      </pc:sldChg>
      <pc:sldChg chg="del">
        <pc:chgData name="Venu Miriyala" userId="52c44cb45e9b6ff9" providerId="LiveId" clId="{2883A66A-A2ED-4DE7-8475-4DBDDF88D31D}" dt="2025-08-19T06:56:27.505" v="518" actId="47"/>
        <pc:sldMkLst>
          <pc:docMk/>
          <pc:sldMk cId="516181538" sldId="2147483091"/>
        </pc:sldMkLst>
      </pc:sldChg>
      <pc:sldChg chg="addSp delSp modSp add del setBg delDesignElem">
        <pc:chgData name="Venu Miriyala" userId="52c44cb45e9b6ff9" providerId="LiveId" clId="{2883A66A-A2ED-4DE7-8475-4DBDDF88D31D}" dt="2025-08-20T01:09:37.091" v="4358" actId="20577"/>
        <pc:sldMkLst>
          <pc:docMk/>
          <pc:sldMk cId="1486127873" sldId="2147483091"/>
        </pc:sldMkLst>
      </pc:sldChg>
      <pc:sldChg chg="addSp delSp add del setBg delDesignElem">
        <pc:chgData name="Venu Miriyala" userId="52c44cb45e9b6ff9" providerId="LiveId" clId="{2883A66A-A2ED-4DE7-8475-4DBDDF88D31D}" dt="2025-08-19T14:53:24.984" v="910"/>
        <pc:sldMkLst>
          <pc:docMk/>
          <pc:sldMk cId="1361543968" sldId="2147483092"/>
        </pc:sldMkLst>
      </pc:sldChg>
      <pc:sldChg chg="del">
        <pc:chgData name="Venu Miriyala" userId="52c44cb45e9b6ff9" providerId="LiveId" clId="{2883A66A-A2ED-4DE7-8475-4DBDDF88D31D}" dt="2025-08-19T06:56:27.505" v="518" actId="47"/>
        <pc:sldMkLst>
          <pc:docMk/>
          <pc:sldMk cId="2164184195" sldId="2147483092"/>
        </pc:sldMkLst>
      </pc:sldChg>
      <pc:sldChg chg="del">
        <pc:chgData name="Venu Miriyala" userId="52c44cb45e9b6ff9" providerId="LiveId" clId="{2883A66A-A2ED-4DE7-8475-4DBDDF88D31D}" dt="2025-08-19T06:56:27.505" v="518" actId="47"/>
        <pc:sldMkLst>
          <pc:docMk/>
          <pc:sldMk cId="26443159" sldId="2147483093"/>
        </pc:sldMkLst>
      </pc:sldChg>
      <pc:sldChg chg="addSp delSp add del setBg delDesignElem">
        <pc:chgData name="Venu Miriyala" userId="52c44cb45e9b6ff9" providerId="LiveId" clId="{2883A66A-A2ED-4DE7-8475-4DBDDF88D31D}" dt="2025-08-20T01:10:12.274" v="4360" actId="47"/>
        <pc:sldMkLst>
          <pc:docMk/>
          <pc:sldMk cId="2732548950" sldId="2147483093"/>
        </pc:sldMkLst>
      </pc:sldChg>
      <pc:sldChg chg="del">
        <pc:chgData name="Venu Miriyala" userId="52c44cb45e9b6ff9" providerId="LiveId" clId="{2883A66A-A2ED-4DE7-8475-4DBDDF88D31D}" dt="2025-08-19T06:56:27.505" v="518" actId="47"/>
        <pc:sldMkLst>
          <pc:docMk/>
          <pc:sldMk cId="242034201" sldId="2147483094"/>
        </pc:sldMkLst>
      </pc:sldChg>
      <pc:sldChg chg="addSp delSp add del setBg delDesignElem">
        <pc:chgData name="Venu Miriyala" userId="52c44cb45e9b6ff9" providerId="LiveId" clId="{2883A66A-A2ED-4DE7-8475-4DBDDF88D31D}" dt="2025-08-19T14:57:15.272" v="924"/>
        <pc:sldMkLst>
          <pc:docMk/>
          <pc:sldMk cId="2584106154" sldId="2147483094"/>
        </pc:sldMkLst>
      </pc:sldChg>
      <pc:sldChg chg="addSp delSp modSp add del setBg delDesignElem">
        <pc:chgData name="Venu Miriyala" userId="52c44cb45e9b6ff9" providerId="LiveId" clId="{2883A66A-A2ED-4DE7-8475-4DBDDF88D31D}" dt="2025-08-19T15:05:01.045" v="1013"/>
        <pc:sldMkLst>
          <pc:docMk/>
          <pc:sldMk cId="1670806812" sldId="2147483095"/>
        </pc:sldMkLst>
      </pc:sldChg>
      <pc:sldChg chg="del">
        <pc:chgData name="Venu Miriyala" userId="52c44cb45e9b6ff9" providerId="LiveId" clId="{2883A66A-A2ED-4DE7-8475-4DBDDF88D31D}" dt="2025-08-19T06:56:32.157" v="519" actId="47"/>
        <pc:sldMkLst>
          <pc:docMk/>
          <pc:sldMk cId="2728684237" sldId="2147483095"/>
        </pc:sldMkLst>
      </pc:sldChg>
      <pc:sldChg chg="del">
        <pc:chgData name="Venu Miriyala" userId="52c44cb45e9b6ff9" providerId="LiveId" clId="{2883A66A-A2ED-4DE7-8475-4DBDDF88D31D}" dt="2025-08-19T06:56:27.505" v="518" actId="47"/>
        <pc:sldMkLst>
          <pc:docMk/>
          <pc:sldMk cId="649710295" sldId="2147483096"/>
        </pc:sldMkLst>
      </pc:sldChg>
      <pc:sldChg chg="addSp delSp add del setBg delDesignElem">
        <pc:chgData name="Venu Miriyala" userId="52c44cb45e9b6ff9" providerId="LiveId" clId="{2883A66A-A2ED-4DE7-8475-4DBDDF88D31D}" dt="2025-08-19T14:57:15.272" v="924"/>
        <pc:sldMkLst>
          <pc:docMk/>
          <pc:sldMk cId="1626774322" sldId="2147483096"/>
        </pc:sldMkLst>
      </pc:sldChg>
      <pc:sldChg chg="del">
        <pc:chgData name="Venu Miriyala" userId="52c44cb45e9b6ff9" providerId="LiveId" clId="{2883A66A-A2ED-4DE7-8475-4DBDDF88D31D}" dt="2025-08-19T06:56:27.505" v="518" actId="47"/>
        <pc:sldMkLst>
          <pc:docMk/>
          <pc:sldMk cId="37771580" sldId="2147483097"/>
        </pc:sldMkLst>
      </pc:sldChg>
      <pc:sldChg chg="addSp delSp add del setBg delDesignElem">
        <pc:chgData name="Venu Miriyala" userId="52c44cb45e9b6ff9" providerId="LiveId" clId="{2883A66A-A2ED-4DE7-8475-4DBDDF88D31D}" dt="2025-08-19T14:57:15.272" v="924"/>
        <pc:sldMkLst>
          <pc:docMk/>
          <pc:sldMk cId="245200411" sldId="2147483097"/>
        </pc:sldMkLst>
      </pc:sldChg>
      <pc:sldChg chg="addSp delSp add del setBg delDesignElem">
        <pc:chgData name="Venu Miriyala" userId="52c44cb45e9b6ff9" providerId="LiveId" clId="{2883A66A-A2ED-4DE7-8475-4DBDDF88D31D}" dt="2025-08-19T14:57:31.207" v="925" actId="47"/>
        <pc:sldMkLst>
          <pc:docMk/>
          <pc:sldMk cId="199208139" sldId="2147483098"/>
        </pc:sldMkLst>
      </pc:sldChg>
      <pc:sldChg chg="del">
        <pc:chgData name="Venu Miriyala" userId="52c44cb45e9b6ff9" providerId="LiveId" clId="{2883A66A-A2ED-4DE7-8475-4DBDDF88D31D}" dt="2025-08-19T06:56:23.091" v="517" actId="47"/>
        <pc:sldMkLst>
          <pc:docMk/>
          <pc:sldMk cId="2646492311" sldId="2147483098"/>
        </pc:sldMkLst>
      </pc:sldChg>
      <pc:sldChg chg="addSp delSp add del setBg delDesignElem">
        <pc:chgData name="Venu Miriyala" userId="52c44cb45e9b6ff9" providerId="LiveId" clId="{2883A66A-A2ED-4DE7-8475-4DBDDF88D31D}" dt="2025-08-19T14:57:15.272" v="924"/>
        <pc:sldMkLst>
          <pc:docMk/>
          <pc:sldMk cId="899405409" sldId="2147483099"/>
        </pc:sldMkLst>
      </pc:sldChg>
      <pc:sldChg chg="del">
        <pc:chgData name="Venu Miriyala" userId="52c44cb45e9b6ff9" providerId="LiveId" clId="{2883A66A-A2ED-4DE7-8475-4DBDDF88D31D}" dt="2025-08-19T06:56:23.091" v="517" actId="47"/>
        <pc:sldMkLst>
          <pc:docMk/>
          <pc:sldMk cId="4242603415" sldId="2147483099"/>
        </pc:sldMkLst>
      </pc:sldChg>
      <pc:sldChg chg="addSp delSp add del setBg delDesignElem">
        <pc:chgData name="Venu Miriyala" userId="52c44cb45e9b6ff9" providerId="LiveId" clId="{2883A66A-A2ED-4DE7-8475-4DBDDF88D31D}" dt="2025-08-20T01:23:31.743" v="5070" actId="47"/>
        <pc:sldMkLst>
          <pc:docMk/>
          <pc:sldMk cId="1209517804" sldId="2147483100"/>
        </pc:sldMkLst>
      </pc:sldChg>
      <pc:sldChg chg="del">
        <pc:chgData name="Venu Miriyala" userId="52c44cb45e9b6ff9" providerId="LiveId" clId="{2883A66A-A2ED-4DE7-8475-4DBDDF88D31D}" dt="2025-08-19T06:56:23.091" v="517" actId="47"/>
        <pc:sldMkLst>
          <pc:docMk/>
          <pc:sldMk cId="4060593957" sldId="2147483100"/>
        </pc:sldMkLst>
      </pc:sldChg>
      <pc:sldChg chg="addSp delSp add del setBg delDesignElem">
        <pc:chgData name="Venu Miriyala" userId="52c44cb45e9b6ff9" providerId="LiveId" clId="{2883A66A-A2ED-4DE7-8475-4DBDDF88D31D}" dt="2025-08-19T15:02:22.843" v="932"/>
        <pc:sldMkLst>
          <pc:docMk/>
          <pc:sldMk cId="213306948" sldId="2147483101"/>
        </pc:sldMkLst>
      </pc:sldChg>
      <pc:sldChg chg="addSp delSp add del setBg delDesignElem">
        <pc:chgData name="Venu Miriyala" userId="52c44cb45e9b6ff9" providerId="LiveId" clId="{2883A66A-A2ED-4DE7-8475-4DBDDF88D31D}" dt="2025-08-19T14:57:51.554" v="926" actId="47"/>
        <pc:sldMkLst>
          <pc:docMk/>
          <pc:sldMk cId="2734468542" sldId="2147483101"/>
        </pc:sldMkLst>
      </pc:sldChg>
      <pc:sldChg chg="del">
        <pc:chgData name="Venu Miriyala" userId="52c44cb45e9b6ff9" providerId="LiveId" clId="{2883A66A-A2ED-4DE7-8475-4DBDDF88D31D}" dt="2025-08-19T06:56:23.091" v="517" actId="47"/>
        <pc:sldMkLst>
          <pc:docMk/>
          <pc:sldMk cId="4053563495" sldId="2147483101"/>
        </pc:sldMkLst>
      </pc:sldChg>
      <pc:sldChg chg="del">
        <pc:chgData name="Venu Miriyala" userId="52c44cb45e9b6ff9" providerId="LiveId" clId="{2883A66A-A2ED-4DE7-8475-4DBDDF88D31D}" dt="2025-08-19T06:56:23.091" v="517" actId="47"/>
        <pc:sldMkLst>
          <pc:docMk/>
          <pc:sldMk cId="1154150835" sldId="2147483102"/>
        </pc:sldMkLst>
      </pc:sldChg>
      <pc:sldChg chg="addSp delSp add del setBg delDesignElem">
        <pc:chgData name="Venu Miriyala" userId="52c44cb45e9b6ff9" providerId="LiveId" clId="{2883A66A-A2ED-4DE7-8475-4DBDDF88D31D}" dt="2025-08-19T15:02:22.843" v="932"/>
        <pc:sldMkLst>
          <pc:docMk/>
          <pc:sldMk cId="1875431075" sldId="2147483102"/>
        </pc:sldMkLst>
      </pc:sldChg>
      <pc:sldChg chg="addSp delSp modSp add del mod setBg delDesignElem">
        <pc:chgData name="Venu Miriyala" userId="52c44cb45e9b6ff9" providerId="LiveId" clId="{2883A66A-A2ED-4DE7-8475-4DBDDF88D31D}" dt="2025-08-20T01:44:47.461" v="7490" actId="20577"/>
        <pc:sldMkLst>
          <pc:docMk/>
          <pc:sldMk cId="1532525167" sldId="2147483103"/>
        </pc:sldMkLst>
      </pc:sldChg>
      <pc:sldChg chg="del">
        <pc:chgData name="Venu Miriyala" userId="52c44cb45e9b6ff9" providerId="LiveId" clId="{2883A66A-A2ED-4DE7-8475-4DBDDF88D31D}" dt="2025-08-19T06:56:23.091" v="517" actId="47"/>
        <pc:sldMkLst>
          <pc:docMk/>
          <pc:sldMk cId="4156488324" sldId="2147483103"/>
        </pc:sldMkLst>
      </pc:sldChg>
      <pc:sldChg chg="del">
        <pc:chgData name="Venu Miriyala" userId="52c44cb45e9b6ff9" providerId="LiveId" clId="{2883A66A-A2ED-4DE7-8475-4DBDDF88D31D}" dt="2025-08-19T06:56:23.091" v="517" actId="47"/>
        <pc:sldMkLst>
          <pc:docMk/>
          <pc:sldMk cId="2026265494" sldId="2147483104"/>
        </pc:sldMkLst>
      </pc:sldChg>
      <pc:sldChg chg="modSp add mod ord">
        <pc:chgData name="Venu Miriyala" userId="52c44cb45e9b6ff9" providerId="LiveId" clId="{2883A66A-A2ED-4DE7-8475-4DBDDF88D31D}" dt="2025-08-20T00:51:00.660" v="2198" actId="14100"/>
        <pc:sldMkLst>
          <pc:docMk/>
          <pc:sldMk cId="2244899576" sldId="2147483104"/>
        </pc:sldMkLst>
        <pc:spChg chg="mod">
          <ac:chgData name="Venu Miriyala" userId="52c44cb45e9b6ff9" providerId="LiveId" clId="{2883A66A-A2ED-4DE7-8475-4DBDDF88D31D}" dt="2025-08-20T00:50:09.499" v="2087" actId="20577"/>
          <ac:spMkLst>
            <pc:docMk/>
            <pc:sldMk cId="2244899576" sldId="2147483104"/>
            <ac:spMk id="2" creationId="{6495D7A6-FAF4-39DE-09A7-D8FE051B88AE}"/>
          </ac:spMkLst>
        </pc:spChg>
        <pc:spChg chg="mod">
          <ac:chgData name="Venu Miriyala" userId="52c44cb45e9b6ff9" providerId="LiveId" clId="{2883A66A-A2ED-4DE7-8475-4DBDDF88D31D}" dt="2025-08-20T00:51:00.660" v="2198" actId="14100"/>
          <ac:spMkLst>
            <pc:docMk/>
            <pc:sldMk cId="2244899576" sldId="2147483104"/>
            <ac:spMk id="3" creationId="{E445B954-D7B4-F4C0-F2FE-A1D672DB4934}"/>
          </ac:spMkLst>
        </pc:spChg>
      </pc:sldChg>
      <pc:sldChg chg="del">
        <pc:chgData name="Venu Miriyala" userId="52c44cb45e9b6ff9" providerId="LiveId" clId="{2883A66A-A2ED-4DE7-8475-4DBDDF88D31D}" dt="2025-08-19T06:56:23.091" v="517" actId="47"/>
        <pc:sldMkLst>
          <pc:docMk/>
          <pc:sldMk cId="300343613" sldId="2147483105"/>
        </pc:sldMkLst>
      </pc:sldChg>
      <pc:sldChg chg="modSp add mod">
        <pc:chgData name="Venu Miriyala" userId="52c44cb45e9b6ff9" providerId="LiveId" clId="{2883A66A-A2ED-4DE7-8475-4DBDDF88D31D}" dt="2025-08-20T01:35:32.027" v="6605" actId="20577"/>
        <pc:sldMkLst>
          <pc:docMk/>
          <pc:sldMk cId="3591111244" sldId="2147483105"/>
        </pc:sldMkLst>
      </pc:sldChg>
      <pc:sldChg chg="modSp add mod">
        <pc:chgData name="Venu Miriyala" userId="52c44cb45e9b6ff9" providerId="LiveId" clId="{2883A66A-A2ED-4DE7-8475-4DBDDF88D31D}" dt="2025-08-20T01:15:13.075" v="5067" actId="255"/>
        <pc:sldMkLst>
          <pc:docMk/>
          <pc:sldMk cId="1217192095" sldId="2147483106"/>
        </pc:sldMkLst>
      </pc:sldChg>
      <pc:sldChg chg="add del">
        <pc:chgData name="Venu Miriyala" userId="52c44cb45e9b6ff9" providerId="LiveId" clId="{2883A66A-A2ED-4DE7-8475-4DBDDF88D31D}" dt="2025-08-20T01:05:52.604" v="3947"/>
        <pc:sldMkLst>
          <pc:docMk/>
          <pc:sldMk cId="1359090728" sldId="2147483106"/>
        </pc:sldMkLst>
      </pc:sldChg>
      <pc:sldChg chg="add del">
        <pc:chgData name="Venu Miriyala" userId="52c44cb45e9b6ff9" providerId="LiveId" clId="{2883A66A-A2ED-4DE7-8475-4DBDDF88D31D}" dt="2025-08-20T01:10:28.130" v="4362"/>
        <pc:sldMkLst>
          <pc:docMk/>
          <pc:sldMk cId="1850349788" sldId="2147483106"/>
        </pc:sldMkLst>
      </pc:sldChg>
      <pc:sldChg chg="del">
        <pc:chgData name="Venu Miriyala" userId="52c44cb45e9b6ff9" providerId="LiveId" clId="{2883A66A-A2ED-4DE7-8475-4DBDDF88D31D}" dt="2025-08-19T06:56:23.091" v="517" actId="47"/>
        <pc:sldMkLst>
          <pc:docMk/>
          <pc:sldMk cId="4240380714" sldId="2147483106"/>
        </pc:sldMkLst>
      </pc:sldChg>
      <pc:sldChg chg="del">
        <pc:chgData name="Venu Miriyala" userId="52c44cb45e9b6ff9" providerId="LiveId" clId="{2883A66A-A2ED-4DE7-8475-4DBDDF88D31D}" dt="2025-08-19T06:56:23.091" v="517" actId="47"/>
        <pc:sldMkLst>
          <pc:docMk/>
          <pc:sldMk cId="2994082371" sldId="2147483107"/>
        </pc:sldMkLst>
      </pc:sldChg>
      <pc:sldChg chg="modSp add mod">
        <pc:chgData name="Venu Miriyala" userId="52c44cb45e9b6ff9" providerId="LiveId" clId="{2883A66A-A2ED-4DE7-8475-4DBDDF88D31D}" dt="2025-08-20T01:34:20.465" v="6476" actId="20577"/>
        <pc:sldMkLst>
          <pc:docMk/>
          <pc:sldMk cId="4188829246" sldId="2147483107"/>
        </pc:sldMkLst>
      </pc:sldChg>
      <pc:sldChg chg="del">
        <pc:chgData name="Venu Miriyala" userId="52c44cb45e9b6ff9" providerId="LiveId" clId="{2883A66A-A2ED-4DE7-8475-4DBDDF88D31D}" dt="2025-08-19T06:56:23.091" v="517" actId="47"/>
        <pc:sldMkLst>
          <pc:docMk/>
          <pc:sldMk cId="1229491042" sldId="2147483108"/>
        </pc:sldMkLst>
      </pc:sldChg>
      <pc:sldChg chg="modSp add mod">
        <pc:chgData name="Venu Miriyala" userId="52c44cb45e9b6ff9" providerId="LiveId" clId="{2883A66A-A2ED-4DE7-8475-4DBDDF88D31D}" dt="2025-08-20T01:53:35.309" v="7730" actId="20577"/>
        <pc:sldMkLst>
          <pc:docMk/>
          <pc:sldMk cId="3528973908" sldId="2147483108"/>
        </pc:sldMkLst>
      </pc:sldChg>
      <pc:sldChg chg="addSp delSp modSp add del mod ord setBg modAnim delDesignElem">
        <pc:chgData name="Venu Miriyala" userId="52c44cb45e9b6ff9" providerId="LiveId" clId="{2883A66A-A2ED-4DE7-8475-4DBDDF88D31D}" dt="2025-08-20T02:13:02.992" v="8296" actId="20577"/>
        <pc:sldMkLst>
          <pc:docMk/>
          <pc:sldMk cId="401660611" sldId="2147483109"/>
        </pc:sldMkLst>
      </pc:sldChg>
      <pc:sldChg chg="addSp delSp add del setBg delDesignElem">
        <pc:chgData name="Venu Miriyala" userId="52c44cb45e9b6ff9" providerId="LiveId" clId="{2883A66A-A2ED-4DE7-8475-4DBDDF88D31D}" dt="2025-08-20T02:02:34.007" v="7923"/>
        <pc:sldMkLst>
          <pc:docMk/>
          <pc:sldMk cId="2727438794" sldId="2147483110"/>
        </pc:sldMkLst>
      </pc:sldChg>
      <pc:sldChg chg="del">
        <pc:chgData name="Venu Miriyala" userId="52c44cb45e9b6ff9" providerId="LiveId" clId="{2883A66A-A2ED-4DE7-8475-4DBDDF88D31D}" dt="2025-08-19T06:56:23.091" v="517" actId="47"/>
        <pc:sldMkLst>
          <pc:docMk/>
          <pc:sldMk cId="2953442456" sldId="2147483110"/>
        </pc:sldMkLst>
      </pc:sldChg>
      <pc:sldChg chg="modSp add mod">
        <pc:chgData name="Venu Miriyala" userId="52c44cb45e9b6ff9" providerId="LiveId" clId="{2883A66A-A2ED-4DE7-8475-4DBDDF88D31D}" dt="2025-08-20T02:26:46.650" v="9185" actId="20577"/>
        <pc:sldMkLst>
          <pc:docMk/>
          <pc:sldMk cId="3230544953" sldId="2147483111"/>
        </pc:sldMkLst>
      </pc:sldChg>
      <pc:sldChg chg="del">
        <pc:chgData name="Venu Miriyala" userId="52c44cb45e9b6ff9" providerId="LiveId" clId="{2883A66A-A2ED-4DE7-8475-4DBDDF88D31D}" dt="2025-08-19T06:56:23.091" v="517" actId="47"/>
        <pc:sldMkLst>
          <pc:docMk/>
          <pc:sldMk cId="4103367649" sldId="2147483111"/>
        </pc:sldMkLst>
      </pc:sldChg>
      <pc:sldChg chg="del">
        <pc:chgData name="Venu Miriyala" userId="52c44cb45e9b6ff9" providerId="LiveId" clId="{2883A66A-A2ED-4DE7-8475-4DBDDF88D31D}" dt="2025-08-19T06:56:23.091" v="517" actId="47"/>
        <pc:sldMkLst>
          <pc:docMk/>
          <pc:sldMk cId="1397565313" sldId="2147483112"/>
        </pc:sldMkLst>
      </pc:sldChg>
      <pc:sldChg chg="addSp delSp modSp add del setBg delDesignElem">
        <pc:chgData name="Venu Miriyala" userId="52c44cb45e9b6ff9" providerId="LiveId" clId="{2883A66A-A2ED-4DE7-8475-4DBDDF88D31D}" dt="2025-08-20T02:25:43.707" v="9068" actId="20577"/>
        <pc:sldMkLst>
          <pc:docMk/>
          <pc:sldMk cId="3245944052" sldId="2147483112"/>
        </pc:sldMkLst>
      </pc:sldChg>
      <pc:sldChg chg="addSp delSp modSp add del setBg delDesignElem">
        <pc:chgData name="Venu Miriyala" userId="52c44cb45e9b6ff9" providerId="LiveId" clId="{2883A66A-A2ED-4DE7-8475-4DBDDF88D31D}" dt="2025-08-20T02:29:13.564" v="9220" actId="20577"/>
        <pc:sldMkLst>
          <pc:docMk/>
          <pc:sldMk cId="73620617" sldId="2147483113"/>
        </pc:sldMkLst>
      </pc:sldChg>
      <pc:sldChg chg="addSp delSp add del setBg delDesignElem">
        <pc:chgData name="Venu Miriyala" userId="52c44cb45e9b6ff9" providerId="LiveId" clId="{2883A66A-A2ED-4DE7-8475-4DBDDF88D31D}" dt="2025-08-20T02:24:52.491" v="8983" actId="47"/>
        <pc:sldMkLst>
          <pc:docMk/>
          <pc:sldMk cId="1921403827" sldId="2147483113"/>
        </pc:sldMkLst>
      </pc:sldChg>
      <pc:sldChg chg="del">
        <pc:chgData name="Venu Miriyala" userId="52c44cb45e9b6ff9" providerId="LiveId" clId="{2883A66A-A2ED-4DE7-8475-4DBDDF88D31D}" dt="2025-08-19T06:56:23.091" v="517" actId="47"/>
        <pc:sldMkLst>
          <pc:docMk/>
          <pc:sldMk cId="3585678625" sldId="2147483113"/>
        </pc:sldMkLst>
      </pc:sldChg>
      <pc:sldChg chg="addSp delSp add del setBg delDesignElem">
        <pc:chgData name="Venu Miriyala" userId="52c44cb45e9b6ff9" providerId="LiveId" clId="{2883A66A-A2ED-4DE7-8475-4DBDDF88D31D}" dt="2025-08-20T02:29:01.831" v="9209"/>
        <pc:sldMkLst>
          <pc:docMk/>
          <pc:sldMk cId="1123313480" sldId="2147483114"/>
        </pc:sldMkLst>
      </pc:sldChg>
      <pc:sldChg chg="del">
        <pc:chgData name="Venu Miriyala" userId="52c44cb45e9b6ff9" providerId="LiveId" clId="{2883A66A-A2ED-4DE7-8475-4DBDDF88D31D}" dt="2025-08-19T06:56:23.091" v="517" actId="47"/>
        <pc:sldMkLst>
          <pc:docMk/>
          <pc:sldMk cId="3866938382" sldId="2147483114"/>
        </pc:sldMkLst>
      </pc:sldChg>
      <pc:sldChg chg="addSp delSp add del setBg delDesignElem">
        <pc:chgData name="Venu Miriyala" userId="52c44cb45e9b6ff9" providerId="LiveId" clId="{2883A66A-A2ED-4DE7-8475-4DBDDF88D31D}" dt="2025-08-20T02:29:01.831" v="9209"/>
        <pc:sldMkLst>
          <pc:docMk/>
          <pc:sldMk cId="297502382" sldId="2147483115"/>
        </pc:sldMkLst>
      </pc:sldChg>
      <pc:sldChg chg="del">
        <pc:chgData name="Venu Miriyala" userId="52c44cb45e9b6ff9" providerId="LiveId" clId="{2883A66A-A2ED-4DE7-8475-4DBDDF88D31D}" dt="2025-08-19T06:56:23.091" v="517" actId="47"/>
        <pc:sldMkLst>
          <pc:docMk/>
          <pc:sldMk cId="254700313" sldId="2147483116"/>
        </pc:sldMkLst>
      </pc:sldChg>
      <pc:sldChg chg="addSp delSp add del ord setBg delDesignElem">
        <pc:chgData name="Venu Miriyala" userId="52c44cb45e9b6ff9" providerId="LiveId" clId="{2883A66A-A2ED-4DE7-8475-4DBDDF88D31D}" dt="2025-08-20T02:30:17.990" v="9222"/>
        <pc:sldMkLst>
          <pc:docMk/>
          <pc:sldMk cId="2404997559" sldId="2147483116"/>
        </pc:sldMkLst>
      </pc:sldChg>
      <pc:sldChg chg="addSp delSp add del setBg delDesignElem">
        <pc:chgData name="Venu Miriyala" userId="52c44cb45e9b6ff9" providerId="LiveId" clId="{2883A66A-A2ED-4DE7-8475-4DBDDF88D31D}" dt="2025-08-20T02:29:01.831" v="9209"/>
        <pc:sldMkLst>
          <pc:docMk/>
          <pc:sldMk cId="1592419711" sldId="2147483117"/>
        </pc:sldMkLst>
      </pc:sldChg>
      <pc:sldChg chg="addSp delSp add del setBg delDesignElem">
        <pc:chgData name="Venu Miriyala" userId="52c44cb45e9b6ff9" providerId="LiveId" clId="{2883A66A-A2ED-4DE7-8475-4DBDDF88D31D}" dt="2025-08-20T02:29:01.831" v="9209"/>
        <pc:sldMkLst>
          <pc:docMk/>
          <pc:sldMk cId="736117236" sldId="2147483118"/>
        </pc:sldMkLst>
      </pc:sldChg>
      <pc:sldChg chg="addSp delSp add del setBg delDesignElem">
        <pc:chgData name="Venu Miriyala" userId="52c44cb45e9b6ff9" providerId="LiveId" clId="{2883A66A-A2ED-4DE7-8475-4DBDDF88D31D}" dt="2025-08-20T02:29:01.831" v="9209"/>
        <pc:sldMkLst>
          <pc:docMk/>
          <pc:sldMk cId="483215571" sldId="2147483119"/>
        </pc:sldMkLst>
      </pc:sldChg>
      <pc:sldChg chg="addSp delSp add del setBg delDesignElem">
        <pc:chgData name="Venu Miriyala" userId="52c44cb45e9b6ff9" providerId="LiveId" clId="{2883A66A-A2ED-4DE7-8475-4DBDDF88D31D}" dt="2025-08-20T02:29:01.831" v="9209"/>
        <pc:sldMkLst>
          <pc:docMk/>
          <pc:sldMk cId="2788119841" sldId="2147483120"/>
        </pc:sldMkLst>
      </pc:sldChg>
      <pc:sldChg chg="addSp delSp add del setBg delDesignElem">
        <pc:chgData name="Venu Miriyala" userId="52c44cb45e9b6ff9" providerId="LiveId" clId="{2883A66A-A2ED-4DE7-8475-4DBDDF88D31D}" dt="2025-08-20T02:29:01.831" v="9209"/>
        <pc:sldMkLst>
          <pc:docMk/>
          <pc:sldMk cId="1179292153" sldId="2147483121"/>
        </pc:sldMkLst>
      </pc:sldChg>
      <pc:sldChg chg="addSp delSp add del setBg delDesignElem">
        <pc:chgData name="Venu Miriyala" userId="52c44cb45e9b6ff9" providerId="LiveId" clId="{2883A66A-A2ED-4DE7-8475-4DBDDF88D31D}" dt="2025-08-20T02:29:01.831" v="9209"/>
        <pc:sldMkLst>
          <pc:docMk/>
          <pc:sldMk cId="3795045891" sldId="2147483122"/>
        </pc:sldMkLst>
      </pc:sldChg>
      <pc:sldChg chg="addSp delSp add del setBg delDesignElem">
        <pc:chgData name="Venu Miriyala" userId="52c44cb45e9b6ff9" providerId="LiveId" clId="{2883A66A-A2ED-4DE7-8475-4DBDDF88D31D}" dt="2025-08-20T02:29:01.831" v="9209"/>
        <pc:sldMkLst>
          <pc:docMk/>
          <pc:sldMk cId="1346626024" sldId="2147483123"/>
        </pc:sldMkLst>
      </pc:sldChg>
      <pc:sldChg chg="addSp delSp add del setBg delDesignElem">
        <pc:chgData name="Venu Miriyala" userId="52c44cb45e9b6ff9" providerId="LiveId" clId="{2883A66A-A2ED-4DE7-8475-4DBDDF88D31D}" dt="2025-08-20T02:29:01.831" v="9209"/>
        <pc:sldMkLst>
          <pc:docMk/>
          <pc:sldMk cId="2755734571" sldId="2147483124"/>
        </pc:sldMkLst>
      </pc:sldChg>
      <pc:sldChg chg="addSp delSp add del setBg delDesignElem">
        <pc:chgData name="Venu Miriyala" userId="52c44cb45e9b6ff9" providerId="LiveId" clId="{2883A66A-A2ED-4DE7-8475-4DBDDF88D31D}" dt="2025-08-20T02:29:01.831" v="9209"/>
        <pc:sldMkLst>
          <pc:docMk/>
          <pc:sldMk cId="905551747" sldId="2147483125"/>
        </pc:sldMkLst>
      </pc:sldChg>
      <pc:sldChg chg="addSp delSp add del setBg delDesignElem">
        <pc:chgData name="Venu Miriyala" userId="52c44cb45e9b6ff9" providerId="LiveId" clId="{2883A66A-A2ED-4DE7-8475-4DBDDF88D31D}" dt="2025-08-20T02:29:01.831" v="9209"/>
        <pc:sldMkLst>
          <pc:docMk/>
          <pc:sldMk cId="1169614247" sldId="2147483126"/>
        </pc:sldMkLst>
      </pc:sldChg>
      <pc:sldChg chg="addSp delSp add del setBg delDesignElem">
        <pc:chgData name="Venu Miriyala" userId="52c44cb45e9b6ff9" providerId="LiveId" clId="{2883A66A-A2ED-4DE7-8475-4DBDDF88D31D}" dt="2025-08-20T02:29:01.831" v="9209"/>
        <pc:sldMkLst>
          <pc:docMk/>
          <pc:sldMk cId="3692457815" sldId="2147483127"/>
        </pc:sldMkLst>
      </pc:sldChg>
      <pc:sldChg chg="addSp delSp add del setBg delDesignElem">
        <pc:chgData name="Venu Miriyala" userId="52c44cb45e9b6ff9" providerId="LiveId" clId="{2883A66A-A2ED-4DE7-8475-4DBDDF88D31D}" dt="2025-08-20T02:29:01.831" v="9209"/>
        <pc:sldMkLst>
          <pc:docMk/>
          <pc:sldMk cId="1465826717" sldId="2147483128"/>
        </pc:sldMkLst>
      </pc:sldChg>
      <pc:sldChg chg="addSp delSp add del setBg delDesignElem">
        <pc:chgData name="Venu Miriyala" userId="52c44cb45e9b6ff9" providerId="LiveId" clId="{2883A66A-A2ED-4DE7-8475-4DBDDF88D31D}" dt="2025-08-20T02:29:01.831" v="9209"/>
        <pc:sldMkLst>
          <pc:docMk/>
          <pc:sldMk cId="360270652" sldId="2147483129"/>
        </pc:sldMkLst>
      </pc:sldChg>
      <pc:sldChg chg="addSp delSp add del setBg delDesignElem">
        <pc:chgData name="Venu Miriyala" userId="52c44cb45e9b6ff9" providerId="LiveId" clId="{2883A66A-A2ED-4DE7-8475-4DBDDF88D31D}" dt="2025-08-20T02:29:01.831" v="9209"/>
        <pc:sldMkLst>
          <pc:docMk/>
          <pc:sldMk cId="779023576" sldId="2147483130"/>
        </pc:sldMkLst>
      </pc:sldChg>
      <pc:sldChg chg="addSp delSp add del setBg delDesignElem">
        <pc:chgData name="Venu Miriyala" userId="52c44cb45e9b6ff9" providerId="LiveId" clId="{2883A66A-A2ED-4DE7-8475-4DBDDF88D31D}" dt="2025-08-20T02:29:01.831" v="9209"/>
        <pc:sldMkLst>
          <pc:docMk/>
          <pc:sldMk cId="1076484854" sldId="2147483131"/>
        </pc:sldMkLst>
      </pc:sldChg>
      <pc:sldChg chg="modSp add mod">
        <pc:chgData name="Venu Miriyala" userId="52c44cb45e9b6ff9" providerId="LiveId" clId="{2883A66A-A2ED-4DE7-8475-4DBDDF88D31D}" dt="2025-08-20T03:33:36.443" v="10688" actId="20577"/>
        <pc:sldMkLst>
          <pc:docMk/>
          <pc:sldMk cId="2793882401" sldId="2147483132"/>
        </pc:sldMkLst>
      </pc:sldChg>
      <pc:sldChg chg="addSp delSp add del setBg delDesignElem">
        <pc:chgData name="Venu Miriyala" userId="52c44cb45e9b6ff9" providerId="LiveId" clId="{2883A66A-A2ED-4DE7-8475-4DBDDF88D31D}" dt="2025-08-20T02:35:48.868" v="9315"/>
        <pc:sldMkLst>
          <pc:docMk/>
          <pc:sldMk cId="3503929634" sldId="2147483133"/>
        </pc:sldMkLst>
      </pc:sldChg>
      <pc:sldChg chg="addSp delSp modSp add del setBg modAnim delDesignElem">
        <pc:chgData name="Venu Miriyala" userId="52c44cb45e9b6ff9" providerId="LiveId" clId="{2883A66A-A2ED-4DE7-8475-4DBDDF88D31D}" dt="2025-08-20T02:43:57.467" v="9502" actId="255"/>
        <pc:sldMkLst>
          <pc:docMk/>
          <pc:sldMk cId="2744401692" sldId="2147483134"/>
        </pc:sldMkLst>
      </pc:sldChg>
      <pc:sldChg chg="addSp delSp modSp add del mod setBg delDesignElem">
        <pc:chgData name="Venu Miriyala" userId="52c44cb45e9b6ff9" providerId="LiveId" clId="{2883A66A-A2ED-4DE7-8475-4DBDDF88D31D}" dt="2025-08-20T03:35:32.766" v="10927" actId="27636"/>
        <pc:sldMkLst>
          <pc:docMk/>
          <pc:sldMk cId="2681408472" sldId="2147483135"/>
        </pc:sldMkLst>
      </pc:sldChg>
      <pc:sldChg chg="addSp delSp modSp add del mod setBg delDesignElem">
        <pc:chgData name="Venu Miriyala" userId="52c44cb45e9b6ff9" providerId="LiveId" clId="{2883A66A-A2ED-4DE7-8475-4DBDDF88D31D}" dt="2025-08-20T02:52:02.595" v="9694" actId="14100"/>
        <pc:sldMkLst>
          <pc:docMk/>
          <pc:sldMk cId="1654114038" sldId="2147483136"/>
        </pc:sldMkLst>
      </pc:sldChg>
      <pc:sldChg chg="addSp delSp add del setBg delDesignElem">
        <pc:chgData name="Venu Miriyala" userId="52c44cb45e9b6ff9" providerId="LiveId" clId="{2883A66A-A2ED-4DE7-8475-4DBDDF88D31D}" dt="2025-08-20T02:36:07.001" v="9316" actId="47"/>
        <pc:sldMkLst>
          <pc:docMk/>
          <pc:sldMk cId="3069404948" sldId="2147483136"/>
        </pc:sldMkLst>
      </pc:sldChg>
      <pc:sldChg chg="addSp delSp modSp add del mod setBg delDesignElem">
        <pc:chgData name="Venu Miriyala" userId="52c44cb45e9b6ff9" providerId="LiveId" clId="{2883A66A-A2ED-4DE7-8475-4DBDDF88D31D}" dt="2025-08-20T02:57:50.055" v="10009" actId="20577"/>
        <pc:sldMkLst>
          <pc:docMk/>
          <pc:sldMk cId="3327542548" sldId="2147483137"/>
        </pc:sldMkLst>
      </pc:sldChg>
      <pc:sldChg chg="addSp delSp modSp add del mod setBg delDesignElem">
        <pc:chgData name="Venu Miriyala" userId="52c44cb45e9b6ff9" providerId="LiveId" clId="{2883A66A-A2ED-4DE7-8475-4DBDDF88D31D}" dt="2025-08-20T02:55:54.253" v="9773" actId="20577"/>
        <pc:sldMkLst>
          <pc:docMk/>
          <pc:sldMk cId="3002601844" sldId="2147483138"/>
        </pc:sldMkLst>
      </pc:sldChg>
      <pc:sldChg chg="addSp delSp add del setBg delDesignElem">
        <pc:chgData name="Venu Miriyala" userId="52c44cb45e9b6ff9" providerId="LiveId" clId="{2883A66A-A2ED-4DE7-8475-4DBDDF88D31D}" dt="2025-08-20T03:37:54.580" v="10940"/>
        <pc:sldMkLst>
          <pc:docMk/>
          <pc:sldMk cId="3072194152" sldId="2147483139"/>
        </pc:sldMkLst>
      </pc:sldChg>
      <pc:sldChg chg="addSp delSp modSp add del setBg delDesignElem">
        <pc:chgData name="Venu Miriyala" userId="52c44cb45e9b6ff9" providerId="LiveId" clId="{2883A66A-A2ED-4DE7-8475-4DBDDF88D31D}" dt="2025-08-20T03:40:25.965" v="11077" actId="20577"/>
        <pc:sldMkLst>
          <pc:docMk/>
          <pc:sldMk cId="2666640815" sldId="2147483140"/>
        </pc:sldMkLst>
      </pc:sldChg>
      <pc:sldChg chg="addSp delSp modSp add del mod setBg delDesignElem">
        <pc:chgData name="Venu Miriyala" userId="52c44cb45e9b6ff9" providerId="LiveId" clId="{2883A66A-A2ED-4DE7-8475-4DBDDF88D31D}" dt="2025-08-20T03:41:40.471" v="11100" actId="27636"/>
        <pc:sldMkLst>
          <pc:docMk/>
          <pc:sldMk cId="2656998254" sldId="2147483141"/>
        </pc:sldMkLst>
      </pc:sldChg>
      <pc:sldChg chg="addSp delSp add del setBg delDesignElem">
        <pc:chgData name="Venu Miriyala" userId="52c44cb45e9b6ff9" providerId="LiveId" clId="{2883A66A-A2ED-4DE7-8475-4DBDDF88D31D}" dt="2025-08-20T03:41:43.198" v="11101" actId="47"/>
        <pc:sldMkLst>
          <pc:docMk/>
          <pc:sldMk cId="2247261962" sldId="2147483142"/>
        </pc:sldMkLst>
      </pc:sldChg>
      <pc:sldChg chg="addSp delSp add del setBg delDesignElem">
        <pc:chgData name="Venu Miriyala" userId="52c44cb45e9b6ff9" providerId="LiveId" clId="{2883A66A-A2ED-4DE7-8475-4DBDDF88D31D}" dt="2025-08-20T03:37:54.580" v="10940"/>
        <pc:sldMkLst>
          <pc:docMk/>
          <pc:sldMk cId="2582157059" sldId="2147483143"/>
        </pc:sldMkLst>
      </pc:sldChg>
      <pc:sldChg chg="addSp delSp modSp add del mod setBg delDesignElem">
        <pc:chgData name="Venu Miriyala" userId="52c44cb45e9b6ff9" providerId="LiveId" clId="{2883A66A-A2ED-4DE7-8475-4DBDDF88D31D}" dt="2025-08-20T03:51:32.201" v="11675" actId="20577"/>
        <pc:sldMkLst>
          <pc:docMk/>
          <pc:sldMk cId="1080382136" sldId="2147483144"/>
        </pc:sldMkLst>
      </pc:sldChg>
      <pc:sldChg chg="addSp delSp modSp add del setBg delDesignElem">
        <pc:chgData name="Venu Miriyala" userId="52c44cb45e9b6ff9" providerId="LiveId" clId="{2883A66A-A2ED-4DE7-8475-4DBDDF88D31D}" dt="2025-08-20T03:42:11.394" v="11122" actId="20577"/>
        <pc:sldMkLst>
          <pc:docMk/>
          <pc:sldMk cId="366746520" sldId="2147483145"/>
        </pc:sldMkLst>
      </pc:sldChg>
      <pc:sldChg chg="addSp delSp add del setBg delDesignElem">
        <pc:chgData name="Venu Miriyala" userId="52c44cb45e9b6ff9" providerId="LiveId" clId="{2883A66A-A2ED-4DE7-8475-4DBDDF88D31D}" dt="2025-08-20T03:37:54.580" v="10940"/>
        <pc:sldMkLst>
          <pc:docMk/>
          <pc:sldMk cId="340678787" sldId="2147483146"/>
        </pc:sldMkLst>
      </pc:sldChg>
      <pc:sldChg chg="addSp delSp add del setBg delDesignElem">
        <pc:chgData name="Venu Miriyala" userId="52c44cb45e9b6ff9" providerId="LiveId" clId="{2883A66A-A2ED-4DE7-8475-4DBDDF88D31D}" dt="2025-08-20T03:42:42.432" v="11123" actId="47"/>
        <pc:sldMkLst>
          <pc:docMk/>
          <pc:sldMk cId="1237857424" sldId="2147483147"/>
        </pc:sldMkLst>
      </pc:sldChg>
      <pc:sldChg chg="addSp delSp add del setBg delDesignElem">
        <pc:chgData name="Venu Miriyala" userId="52c44cb45e9b6ff9" providerId="LiveId" clId="{2883A66A-A2ED-4DE7-8475-4DBDDF88D31D}" dt="2025-08-20T03:37:54.580" v="10940"/>
        <pc:sldMkLst>
          <pc:docMk/>
          <pc:sldMk cId="711522543" sldId="2147483148"/>
        </pc:sldMkLst>
      </pc:sldChg>
      <pc:sldChg chg="modSp add mod">
        <pc:chgData name="Venu Miriyala" userId="52c44cb45e9b6ff9" providerId="LiveId" clId="{2883A66A-A2ED-4DE7-8475-4DBDDF88D31D}" dt="2025-08-20T03:48:02.877" v="11617" actId="20577"/>
        <pc:sldMkLst>
          <pc:docMk/>
          <pc:sldMk cId="1058974862" sldId="2147483149"/>
        </pc:sldMkLst>
      </pc:sldChg>
      <pc:sldChg chg="addSp delSp add del setBg delDesignElem">
        <pc:chgData name="Venu Miriyala" userId="52c44cb45e9b6ff9" providerId="LiveId" clId="{2883A66A-A2ED-4DE7-8475-4DBDDF88D31D}" dt="2025-08-20T03:54:40.532" v="11699"/>
        <pc:sldMkLst>
          <pc:docMk/>
          <pc:sldMk cId="1404120145" sldId="2147483150"/>
        </pc:sldMkLst>
      </pc:sldChg>
      <pc:sldChg chg="addSp delSp modSp add del setBg delDesignElem">
        <pc:chgData name="Venu Miriyala" userId="52c44cb45e9b6ff9" providerId="LiveId" clId="{2883A66A-A2ED-4DE7-8475-4DBDDF88D31D}" dt="2025-08-20T03:56:04.866" v="11781" actId="20577"/>
        <pc:sldMkLst>
          <pc:docMk/>
          <pc:sldMk cId="1227780856" sldId="2147483151"/>
        </pc:sldMkLst>
      </pc:sldChg>
      <pc:sldChg chg="addSp delSp add del setBg delDesignElem">
        <pc:chgData name="Venu Miriyala" userId="52c44cb45e9b6ff9" providerId="LiveId" clId="{2883A66A-A2ED-4DE7-8475-4DBDDF88D31D}" dt="2025-08-20T03:54:40.532" v="11699"/>
        <pc:sldMkLst>
          <pc:docMk/>
          <pc:sldMk cId="1964806878" sldId="2147483152"/>
        </pc:sldMkLst>
      </pc:sldChg>
      <pc:sldChg chg="addSp delSp add del setBg delDesignElem">
        <pc:chgData name="Venu Miriyala" userId="52c44cb45e9b6ff9" providerId="LiveId" clId="{2883A66A-A2ED-4DE7-8475-4DBDDF88D31D}" dt="2025-08-20T03:56:26.934" v="11782" actId="47"/>
        <pc:sldMkLst>
          <pc:docMk/>
          <pc:sldMk cId="123628150" sldId="2147483153"/>
        </pc:sldMkLst>
      </pc:sldChg>
      <pc:sldChg chg="addSp delSp add del setBg delDesignElem">
        <pc:chgData name="Venu Miriyala" userId="52c44cb45e9b6ff9" providerId="LiveId" clId="{2883A66A-A2ED-4DE7-8475-4DBDDF88D31D}" dt="2025-08-20T03:54:40.532" v="11699"/>
        <pc:sldMkLst>
          <pc:docMk/>
          <pc:sldMk cId="2212150242" sldId="2147483154"/>
        </pc:sldMkLst>
      </pc:sldChg>
      <pc:sldChg chg="addSp delSp add del setBg delDesignElem">
        <pc:chgData name="Venu Miriyala" userId="52c44cb45e9b6ff9" providerId="LiveId" clId="{2883A66A-A2ED-4DE7-8475-4DBDDF88D31D}" dt="2025-08-20T03:54:40.532" v="11699"/>
        <pc:sldMkLst>
          <pc:docMk/>
          <pc:sldMk cId="882267999" sldId="2147483155"/>
        </pc:sldMkLst>
      </pc:sldChg>
      <pc:sldChg chg="addSp delSp add del setBg delDesignElem">
        <pc:chgData name="Venu Miriyala" userId="52c44cb45e9b6ff9" providerId="LiveId" clId="{2883A66A-A2ED-4DE7-8475-4DBDDF88D31D}" dt="2025-08-20T03:54:40.532" v="11699"/>
        <pc:sldMkLst>
          <pc:docMk/>
          <pc:sldMk cId="646039843" sldId="2147483156"/>
        </pc:sldMkLst>
      </pc:sldChg>
      <pc:sldChg chg="addSp delSp add del setBg delDesignElem">
        <pc:chgData name="Venu Miriyala" userId="52c44cb45e9b6ff9" providerId="LiveId" clId="{2883A66A-A2ED-4DE7-8475-4DBDDF88D31D}" dt="2025-08-20T03:54:40.532" v="11699"/>
        <pc:sldMkLst>
          <pc:docMk/>
          <pc:sldMk cId="1410450571" sldId="2147483157"/>
        </pc:sldMkLst>
      </pc:sldChg>
      <pc:sldChg chg="addSp delSp add del setBg delDesignElem">
        <pc:chgData name="Venu Miriyala" userId="52c44cb45e9b6ff9" providerId="LiveId" clId="{2883A66A-A2ED-4DE7-8475-4DBDDF88D31D}" dt="2025-08-20T03:54:40.532" v="11699"/>
        <pc:sldMkLst>
          <pc:docMk/>
          <pc:sldMk cId="4043988230" sldId="2147483158"/>
        </pc:sldMkLst>
      </pc:sldChg>
      <pc:sldChg chg="addSp delSp add del setBg delDesignElem">
        <pc:chgData name="Venu Miriyala" userId="52c44cb45e9b6ff9" providerId="LiveId" clId="{2883A66A-A2ED-4DE7-8475-4DBDDF88D31D}" dt="2025-08-20T03:54:40.532" v="11699"/>
        <pc:sldMkLst>
          <pc:docMk/>
          <pc:sldMk cId="2818225157" sldId="2147483159"/>
        </pc:sldMkLst>
      </pc:sldChg>
      <pc:sldChg chg="addSp delSp add del setBg delDesignElem">
        <pc:chgData name="Venu Miriyala" userId="52c44cb45e9b6ff9" providerId="LiveId" clId="{2883A66A-A2ED-4DE7-8475-4DBDDF88D31D}" dt="2025-08-20T03:54:40.532" v="11699"/>
        <pc:sldMkLst>
          <pc:docMk/>
          <pc:sldMk cId="928880323" sldId="2147483160"/>
        </pc:sldMkLst>
      </pc:sldChg>
      <pc:sldChg chg="addSp delSp add del setBg delDesignElem">
        <pc:chgData name="Venu Miriyala" userId="52c44cb45e9b6ff9" providerId="LiveId" clId="{2883A66A-A2ED-4DE7-8475-4DBDDF88D31D}" dt="2025-08-20T03:54:40.532" v="11699"/>
        <pc:sldMkLst>
          <pc:docMk/>
          <pc:sldMk cId="2014795216" sldId="2147483161"/>
        </pc:sldMkLst>
      </pc:sldChg>
      <pc:sldChg chg="addSp delSp modSp add del ord setBg delDesignElem">
        <pc:chgData name="Venu Miriyala" userId="52c44cb45e9b6ff9" providerId="LiveId" clId="{2883A66A-A2ED-4DE7-8475-4DBDDF88D31D}" dt="2025-08-20T04:06:14.199" v="11974"/>
        <pc:sldMkLst>
          <pc:docMk/>
          <pc:sldMk cId="1140967996" sldId="2147483162"/>
        </pc:sldMkLst>
      </pc:sldChg>
      <pc:sldChg chg="addSp delSp add del ord setBg delDesignElem">
        <pc:chgData name="Venu Miriyala" userId="52c44cb45e9b6ff9" providerId="LiveId" clId="{2883A66A-A2ED-4DE7-8475-4DBDDF88D31D}" dt="2025-08-20T04:06:14.199" v="11974"/>
        <pc:sldMkLst>
          <pc:docMk/>
          <pc:sldMk cId="3524040172" sldId="2147483163"/>
        </pc:sldMkLst>
      </pc:sldChg>
      <pc:sldChg chg="addSp delSp modSp add del ord setBg delDesignElem">
        <pc:chgData name="Venu Miriyala" userId="52c44cb45e9b6ff9" providerId="LiveId" clId="{2883A66A-A2ED-4DE7-8475-4DBDDF88D31D}" dt="2025-08-20T04:06:14.199" v="11974"/>
        <pc:sldMkLst>
          <pc:docMk/>
          <pc:sldMk cId="1694597980" sldId="2147483164"/>
        </pc:sldMkLst>
      </pc:sldChg>
      <pc:sldChg chg="addSp delSp add del ord setBg delDesignElem">
        <pc:chgData name="Venu Miriyala" userId="52c44cb45e9b6ff9" providerId="LiveId" clId="{2883A66A-A2ED-4DE7-8475-4DBDDF88D31D}" dt="2025-08-20T04:06:14.199" v="11974"/>
        <pc:sldMkLst>
          <pc:docMk/>
          <pc:sldMk cId="1343317487" sldId="2147483165"/>
        </pc:sldMkLst>
      </pc:sldChg>
      <pc:sldChg chg="addSp delSp modSp add del setBg delDesignElem">
        <pc:chgData name="Venu Miriyala" userId="52c44cb45e9b6ff9" providerId="LiveId" clId="{2883A66A-A2ED-4DE7-8475-4DBDDF88D31D}" dt="2025-08-20T04:02:17.800" v="11857" actId="47"/>
        <pc:sldMkLst>
          <pc:docMk/>
          <pc:sldMk cId="3761402188" sldId="2147483165"/>
        </pc:sldMkLst>
      </pc:sldChg>
      <pc:sldChg chg="addSp delSp add del ord setBg delDesignElem">
        <pc:chgData name="Venu Miriyala" userId="52c44cb45e9b6ff9" providerId="LiveId" clId="{2883A66A-A2ED-4DE7-8475-4DBDDF88D31D}" dt="2025-08-20T04:06:14.199" v="11974"/>
        <pc:sldMkLst>
          <pc:docMk/>
          <pc:sldMk cId="895604713" sldId="2147483166"/>
        </pc:sldMkLst>
      </pc:sldChg>
      <pc:sldChg chg="addSp delSp add del setBg delDesignElem">
        <pc:chgData name="Venu Miriyala" userId="52c44cb45e9b6ff9" providerId="LiveId" clId="{2883A66A-A2ED-4DE7-8475-4DBDDF88D31D}" dt="2025-08-20T04:02:49.983" v="11858" actId="47"/>
        <pc:sldMkLst>
          <pc:docMk/>
          <pc:sldMk cId="936940389" sldId="2147483166"/>
        </pc:sldMkLst>
      </pc:sldChg>
      <pc:sldChg chg="addSp delSp add del ord setBg delDesignElem">
        <pc:chgData name="Venu Miriyala" userId="52c44cb45e9b6ff9" providerId="LiveId" clId="{2883A66A-A2ED-4DE7-8475-4DBDDF88D31D}" dt="2025-08-20T04:06:14.199" v="11974"/>
        <pc:sldMkLst>
          <pc:docMk/>
          <pc:sldMk cId="3811008779" sldId="2147483167"/>
        </pc:sldMkLst>
      </pc:sldChg>
      <pc:sldChg chg="modSp add mod">
        <pc:chgData name="Venu Miriyala" userId="52c44cb45e9b6ff9" providerId="LiveId" clId="{2883A66A-A2ED-4DE7-8475-4DBDDF88D31D}" dt="2025-08-20T04:09:45.808" v="12360" actId="20577"/>
        <pc:sldMkLst>
          <pc:docMk/>
          <pc:sldMk cId="3245052031" sldId="2147483168"/>
        </pc:sldMkLst>
      </pc:sldChg>
      <pc:sldChg chg="addSp delSp modSp add del setBg delDesignElem">
        <pc:chgData name="Venu Miriyala" userId="52c44cb45e9b6ff9" providerId="LiveId" clId="{2883A66A-A2ED-4DE7-8475-4DBDDF88D31D}" dt="2025-08-20T04:17:29.374" v="12550" actId="20577"/>
        <pc:sldMkLst>
          <pc:docMk/>
          <pc:sldMk cId="1245274492" sldId="2147483169"/>
        </pc:sldMkLst>
        <pc:spChg chg="mod">
          <ac:chgData name="Venu Miriyala" userId="52c44cb45e9b6ff9" providerId="LiveId" clId="{2883A66A-A2ED-4DE7-8475-4DBDDF88D31D}" dt="2025-08-20T04:17:29.374" v="12550" actId="20577"/>
          <ac:spMkLst>
            <pc:docMk/>
            <pc:sldMk cId="1245274492" sldId="2147483169"/>
            <ac:spMk id="2" creationId="{2C933D6B-A437-9DC7-B0D7-6BF300C1B0CE}"/>
          </ac:spMkLst>
        </pc:spChg>
        <pc:spChg chg="add del">
          <ac:chgData name="Venu Miriyala" userId="52c44cb45e9b6ff9" providerId="LiveId" clId="{2883A66A-A2ED-4DE7-8475-4DBDDF88D31D}" dt="2025-08-20T04:16:20.457" v="12521"/>
          <ac:spMkLst>
            <pc:docMk/>
            <pc:sldMk cId="1245274492" sldId="2147483169"/>
            <ac:spMk id="7" creationId="{A3E8498D-DA8F-EF6C-5420-F153D4979209}"/>
          </ac:spMkLst>
        </pc:spChg>
      </pc:sldChg>
      <pc:sldChg chg="addSp delSp add del setBg delDesignElem">
        <pc:chgData name="Venu Miriyala" userId="52c44cb45e9b6ff9" providerId="LiveId" clId="{2883A66A-A2ED-4DE7-8475-4DBDDF88D31D}" dt="2025-08-20T04:16:20.478" v="12522"/>
        <pc:sldMkLst>
          <pc:docMk/>
          <pc:sldMk cId="1204818644" sldId="2147483170"/>
        </pc:sldMkLst>
        <pc:spChg chg="add del">
          <ac:chgData name="Venu Miriyala" userId="52c44cb45e9b6ff9" providerId="LiveId" clId="{2883A66A-A2ED-4DE7-8475-4DBDDF88D31D}" dt="2025-08-20T04:16:20.457" v="12521"/>
          <ac:spMkLst>
            <pc:docMk/>
            <pc:sldMk cId="1204818644" sldId="2147483170"/>
            <ac:spMk id="9" creationId="{DDD1D22E-5996-E45B-92B2-659F701A4A3B}"/>
          </ac:spMkLst>
        </pc:spChg>
      </pc:sldChg>
      <pc:sldChg chg="addSp delSp add del setBg delDesignElem">
        <pc:chgData name="Venu Miriyala" userId="52c44cb45e9b6ff9" providerId="LiveId" clId="{2883A66A-A2ED-4DE7-8475-4DBDDF88D31D}" dt="2025-08-20T04:16:20.478" v="12522"/>
        <pc:sldMkLst>
          <pc:docMk/>
          <pc:sldMk cId="2856550734" sldId="2147483171"/>
        </pc:sldMkLst>
        <pc:spChg chg="add del">
          <ac:chgData name="Venu Miriyala" userId="52c44cb45e9b6ff9" providerId="LiveId" clId="{2883A66A-A2ED-4DE7-8475-4DBDDF88D31D}" dt="2025-08-20T04:16:20.457" v="12521"/>
          <ac:spMkLst>
            <pc:docMk/>
            <pc:sldMk cId="2856550734" sldId="2147483171"/>
            <ac:spMk id="10" creationId="{92CC1E4F-F1F0-B945-BE50-C72A7103E8AC}"/>
          </ac:spMkLst>
        </pc:spChg>
      </pc:sldChg>
      <pc:sldChg chg="addSp delSp modSp add del mod setBg delDesignElem">
        <pc:chgData name="Venu Miriyala" userId="52c44cb45e9b6ff9" providerId="LiveId" clId="{2883A66A-A2ED-4DE7-8475-4DBDDF88D31D}" dt="2025-08-20T04:20:50.985" v="13013" actId="1076"/>
        <pc:sldMkLst>
          <pc:docMk/>
          <pc:sldMk cId="2300744904" sldId="2147483172"/>
        </pc:sldMkLst>
        <pc:spChg chg="mod">
          <ac:chgData name="Venu Miriyala" userId="52c44cb45e9b6ff9" providerId="LiveId" clId="{2883A66A-A2ED-4DE7-8475-4DBDDF88D31D}" dt="2025-08-20T04:20:49.034" v="13012" actId="1076"/>
          <ac:spMkLst>
            <pc:docMk/>
            <pc:sldMk cId="2300744904" sldId="2147483172"/>
            <ac:spMk id="2" creationId="{7EF407C0-2866-FCDC-ABC2-DF6FF33A4AEA}"/>
          </ac:spMkLst>
        </pc:spChg>
        <pc:spChg chg="mod">
          <ac:chgData name="Venu Miriyala" userId="52c44cb45e9b6ff9" providerId="LiveId" clId="{2883A66A-A2ED-4DE7-8475-4DBDDF88D31D}" dt="2025-08-20T04:20:50.985" v="13013" actId="1076"/>
          <ac:spMkLst>
            <pc:docMk/>
            <pc:sldMk cId="2300744904" sldId="2147483172"/>
            <ac:spMk id="4" creationId="{66101A7E-923E-DB1A-4457-2F66C1DBA6E6}"/>
          </ac:spMkLst>
        </pc:spChg>
        <pc:spChg chg="add del">
          <ac:chgData name="Venu Miriyala" userId="52c44cb45e9b6ff9" providerId="LiveId" clId="{2883A66A-A2ED-4DE7-8475-4DBDDF88D31D}" dt="2025-08-20T04:16:20.457" v="12521"/>
          <ac:spMkLst>
            <pc:docMk/>
            <pc:sldMk cId="2300744904" sldId="2147483172"/>
            <ac:spMk id="10" creationId="{92CC1E4F-F1F0-B945-BE50-C72A7103E8AC}"/>
          </ac:spMkLst>
        </pc:spChg>
      </pc:sldChg>
      <pc:sldChg chg="addSp delSp add del setBg delDesignElem">
        <pc:chgData name="Venu Miriyala" userId="52c44cb45e9b6ff9" providerId="LiveId" clId="{2883A66A-A2ED-4DE7-8475-4DBDDF88D31D}" dt="2025-08-20T04:29:07.439" v="13020"/>
        <pc:sldMkLst>
          <pc:docMk/>
          <pc:sldMk cId="598676993" sldId="2147483173"/>
        </pc:sldMkLst>
        <pc:spChg chg="add del">
          <ac:chgData name="Venu Miriyala" userId="52c44cb45e9b6ff9" providerId="LiveId" clId="{2883A66A-A2ED-4DE7-8475-4DBDDF88D31D}" dt="2025-08-20T04:29:07.415" v="13019"/>
          <ac:spMkLst>
            <pc:docMk/>
            <pc:sldMk cId="598676993" sldId="2147483173"/>
            <ac:spMk id="7" creationId="{A3E8498D-DA8F-EF6C-5420-F153D4979209}"/>
          </ac:spMkLst>
        </pc:spChg>
      </pc:sldChg>
      <pc:sldChg chg="addSp delSp add del setBg delDesignElem">
        <pc:chgData name="Venu Miriyala" userId="52c44cb45e9b6ff9" providerId="LiveId" clId="{2883A66A-A2ED-4DE7-8475-4DBDDF88D31D}" dt="2025-08-20T04:29:07.439" v="13020"/>
        <pc:sldMkLst>
          <pc:docMk/>
          <pc:sldMk cId="77920092" sldId="2147483174"/>
        </pc:sldMkLst>
      </pc:sldChg>
      <pc:sldChg chg="addSp delSp add del setBg delDesignElem">
        <pc:chgData name="Venu Miriyala" userId="52c44cb45e9b6ff9" providerId="LiveId" clId="{2883A66A-A2ED-4DE7-8475-4DBDDF88D31D}" dt="2025-08-20T04:29:07.439" v="13020"/>
        <pc:sldMkLst>
          <pc:docMk/>
          <pc:sldMk cId="2053236922" sldId="2147483175"/>
        </pc:sldMkLst>
        <pc:spChg chg="add del">
          <ac:chgData name="Venu Miriyala" userId="52c44cb45e9b6ff9" providerId="LiveId" clId="{2883A66A-A2ED-4DE7-8475-4DBDDF88D31D}" dt="2025-08-20T04:29:07.415" v="13019"/>
          <ac:spMkLst>
            <pc:docMk/>
            <pc:sldMk cId="2053236922" sldId="2147483175"/>
            <ac:spMk id="10" creationId="{2961259D-605E-E200-FF9F-7C8C71D7C8E4}"/>
          </ac:spMkLst>
        </pc:spChg>
      </pc:sldChg>
      <pc:sldChg chg="addSp delSp add del setBg delDesignElem">
        <pc:chgData name="Venu Miriyala" userId="52c44cb45e9b6ff9" providerId="LiveId" clId="{2883A66A-A2ED-4DE7-8475-4DBDDF88D31D}" dt="2025-08-20T04:29:07.439" v="13020"/>
        <pc:sldMkLst>
          <pc:docMk/>
          <pc:sldMk cId="3042197910" sldId="2147483176"/>
        </pc:sldMkLst>
      </pc:sldChg>
      <pc:sldChg chg="addSp delSp modSp add mod setBg delAnim delDesignElem">
        <pc:chgData name="Venu Miriyala" userId="52c44cb45e9b6ff9" providerId="LiveId" clId="{2883A66A-A2ED-4DE7-8475-4DBDDF88D31D}" dt="2025-08-20T04:31:02.901" v="13116" actId="1076"/>
        <pc:sldMkLst>
          <pc:docMk/>
          <pc:sldMk cId="4118138623" sldId="2147483177"/>
        </pc:sldMkLst>
        <pc:spChg chg="mod">
          <ac:chgData name="Venu Miriyala" userId="52c44cb45e9b6ff9" providerId="LiveId" clId="{2883A66A-A2ED-4DE7-8475-4DBDDF88D31D}" dt="2025-08-20T04:30:58.215" v="13115" actId="14100"/>
          <ac:spMkLst>
            <pc:docMk/>
            <pc:sldMk cId="4118138623" sldId="2147483177"/>
            <ac:spMk id="2" creationId="{4F7AF253-0DA2-5AB8-C2F3-D6A100109A69}"/>
          </ac:spMkLst>
        </pc:spChg>
        <pc:picChg chg="add mod">
          <ac:chgData name="Venu Miriyala" userId="52c44cb45e9b6ff9" providerId="LiveId" clId="{2883A66A-A2ED-4DE7-8475-4DBDDF88D31D}" dt="2025-08-20T04:31:02.901" v="13116" actId="1076"/>
          <ac:picMkLst>
            <pc:docMk/>
            <pc:sldMk cId="4118138623" sldId="2147483177"/>
            <ac:picMk id="11" creationId="{42744177-E765-3033-7180-1B231D0568E2}"/>
          </ac:picMkLst>
        </pc:picChg>
      </pc:sldChg>
      <pc:sldChg chg="addSp delSp modSp add mod">
        <pc:chgData name="Venu Miriyala" userId="52c44cb45e9b6ff9" providerId="LiveId" clId="{2883A66A-A2ED-4DE7-8475-4DBDDF88D31D}" dt="2025-08-20T04:31:42.285" v="13134" actId="1076"/>
        <pc:sldMkLst>
          <pc:docMk/>
          <pc:sldMk cId="4243042619" sldId="2147483178"/>
        </pc:sldMkLst>
        <pc:spChg chg="mod">
          <ac:chgData name="Venu Miriyala" userId="52c44cb45e9b6ff9" providerId="LiveId" clId="{2883A66A-A2ED-4DE7-8475-4DBDDF88D31D}" dt="2025-08-20T04:31:42.285" v="13134" actId="1076"/>
          <ac:spMkLst>
            <pc:docMk/>
            <pc:sldMk cId="4243042619" sldId="2147483178"/>
            <ac:spMk id="2" creationId="{F3F0591F-B4B0-251B-3AE4-8A9D7A34E5B2}"/>
          </ac:spMkLst>
        </pc:spChg>
        <pc:picChg chg="add mod">
          <ac:chgData name="Venu Miriyala" userId="52c44cb45e9b6ff9" providerId="LiveId" clId="{2883A66A-A2ED-4DE7-8475-4DBDDF88D31D}" dt="2025-08-20T04:31:39.427" v="13133" actId="1076"/>
          <ac:picMkLst>
            <pc:docMk/>
            <pc:sldMk cId="4243042619" sldId="2147483178"/>
            <ac:picMk id="4" creationId="{BAF242A9-5E48-9AC4-D2BE-E6A213D21C01}"/>
          </ac:picMkLst>
        </pc:picChg>
      </pc:sldChg>
      <pc:sldChg chg="addSp delSp modSp add del mod setBg delDesignElem">
        <pc:chgData name="Venu Miriyala" userId="52c44cb45e9b6ff9" providerId="LiveId" clId="{2883A66A-A2ED-4DE7-8475-4DBDDF88D31D}" dt="2025-08-20T04:33:56.640" v="13153" actId="20577"/>
        <pc:sldMkLst>
          <pc:docMk/>
          <pc:sldMk cId="2492149260" sldId="2147483179"/>
        </pc:sldMkLst>
      </pc:sldChg>
      <pc:sldChg chg="addSp delSp add del setBg delDesignElem">
        <pc:chgData name="Venu Miriyala" userId="52c44cb45e9b6ff9" providerId="LiveId" clId="{2883A66A-A2ED-4DE7-8475-4DBDDF88D31D}" dt="2025-08-20T04:33:28.806" v="13147"/>
        <pc:sldMkLst>
          <pc:docMk/>
          <pc:sldMk cId="2104408566" sldId="2147483180"/>
        </pc:sldMkLst>
        <pc:spChg chg="add del">
          <ac:chgData name="Venu Miriyala" userId="52c44cb45e9b6ff9" providerId="LiveId" clId="{2883A66A-A2ED-4DE7-8475-4DBDDF88D31D}" dt="2025-08-20T04:33:28.768" v="13146"/>
          <ac:spMkLst>
            <pc:docMk/>
            <pc:sldMk cId="2104408566" sldId="2147483180"/>
            <ac:spMk id="8" creationId="{DDD1D22E-5996-E45B-92B2-659F701A4A3B}"/>
          </ac:spMkLst>
        </pc:spChg>
      </pc:sldChg>
      <pc:sldChg chg="addSp delSp add del setBg delDesignElem">
        <pc:chgData name="Venu Miriyala" userId="52c44cb45e9b6ff9" providerId="LiveId" clId="{2883A66A-A2ED-4DE7-8475-4DBDDF88D31D}" dt="2025-08-20T04:33:28.806" v="13147"/>
        <pc:sldMkLst>
          <pc:docMk/>
          <pc:sldMk cId="2876217476" sldId="2147483181"/>
        </pc:sldMkLst>
        <pc:spChg chg="add del">
          <ac:chgData name="Venu Miriyala" userId="52c44cb45e9b6ff9" providerId="LiveId" clId="{2883A66A-A2ED-4DE7-8475-4DBDDF88D31D}" dt="2025-08-20T04:33:28.768" v="13146"/>
          <ac:spMkLst>
            <pc:docMk/>
            <pc:sldMk cId="2876217476" sldId="2147483181"/>
            <ac:spMk id="9" creationId="{9D905D5B-81A8-A5BA-F070-2788B26E0FA0}"/>
          </ac:spMkLst>
        </pc:spChg>
      </pc:sldChg>
      <pc:sldChg chg="addSp delSp add del setBg delDesignElem">
        <pc:chgData name="Venu Miriyala" userId="52c44cb45e9b6ff9" providerId="LiveId" clId="{2883A66A-A2ED-4DE7-8475-4DBDDF88D31D}" dt="2025-08-20T04:34:11.221" v="13154" actId="47"/>
        <pc:sldMkLst>
          <pc:docMk/>
          <pc:sldMk cId="2616069275" sldId="2147483182"/>
        </pc:sldMkLst>
      </pc:sldChg>
      <pc:sldChg chg="addSp delSp add del setBg delDesignElem">
        <pc:chgData name="Venu Miriyala" userId="52c44cb45e9b6ff9" providerId="LiveId" clId="{2883A66A-A2ED-4DE7-8475-4DBDDF88D31D}" dt="2025-08-20T04:34:12.470" v="13155" actId="47"/>
        <pc:sldMkLst>
          <pc:docMk/>
          <pc:sldMk cId="1936862855" sldId="2147483183"/>
        </pc:sldMkLst>
      </pc:sldChg>
      <pc:sldChg chg="addSp delSp modSp add del mod setBg delDesignElem">
        <pc:chgData name="Venu Miriyala" userId="52c44cb45e9b6ff9" providerId="LiveId" clId="{2883A66A-A2ED-4DE7-8475-4DBDDF88D31D}" dt="2025-08-20T04:34:28.935" v="13174" actId="20577"/>
        <pc:sldMkLst>
          <pc:docMk/>
          <pc:sldMk cId="3760989200" sldId="2147483184"/>
        </pc:sldMkLst>
        <pc:spChg chg="mod">
          <ac:chgData name="Venu Miriyala" userId="52c44cb45e9b6ff9" providerId="LiveId" clId="{2883A66A-A2ED-4DE7-8475-4DBDDF88D31D}" dt="2025-08-20T04:34:28.935" v="13174" actId="20577"/>
          <ac:spMkLst>
            <pc:docMk/>
            <pc:sldMk cId="3760989200" sldId="2147483184"/>
            <ac:spMk id="3" creationId="{7E245655-40EC-4E0E-A01F-541C0F50125F}"/>
          </ac:spMkLst>
        </pc:spChg>
        <pc:spChg chg="add del">
          <ac:chgData name="Venu Miriyala" userId="52c44cb45e9b6ff9" providerId="LiveId" clId="{2883A66A-A2ED-4DE7-8475-4DBDDF88D31D}" dt="2025-08-20T04:33:28.768" v="13146"/>
          <ac:spMkLst>
            <pc:docMk/>
            <pc:sldMk cId="3760989200" sldId="2147483184"/>
            <ac:spMk id="9" creationId="{5E8D3B17-7638-DFD3-18E4-8A6D611749CF}"/>
          </ac:spMkLst>
        </pc:spChg>
      </pc:sldChg>
      <pc:sldChg chg="addSp delSp add del setBg delDesignElem">
        <pc:chgData name="Venu Miriyala" userId="52c44cb45e9b6ff9" providerId="LiveId" clId="{2883A66A-A2ED-4DE7-8475-4DBDDF88D31D}" dt="2025-08-20T04:33:28.806" v="13147"/>
        <pc:sldMkLst>
          <pc:docMk/>
          <pc:sldMk cId="929355592" sldId="2147483185"/>
        </pc:sldMkLst>
        <pc:spChg chg="add del">
          <ac:chgData name="Venu Miriyala" userId="52c44cb45e9b6ff9" providerId="LiveId" clId="{2883A66A-A2ED-4DE7-8475-4DBDDF88D31D}" dt="2025-08-20T04:33:28.768" v="13146"/>
          <ac:spMkLst>
            <pc:docMk/>
            <pc:sldMk cId="929355592" sldId="2147483185"/>
            <ac:spMk id="9" creationId="{9D905D5B-81A8-A5BA-F070-2788B26E0FA0}"/>
          </ac:spMkLst>
        </pc:spChg>
      </pc:sldChg>
      <pc:sldChg chg="addSp delSp add del setBg delDesignElem">
        <pc:chgData name="Venu Miriyala" userId="52c44cb45e9b6ff9" providerId="LiveId" clId="{2883A66A-A2ED-4DE7-8475-4DBDDF88D31D}" dt="2025-08-20T04:33:28.806" v="13147"/>
        <pc:sldMkLst>
          <pc:docMk/>
          <pc:sldMk cId="3232028719" sldId="2147483186"/>
        </pc:sldMkLst>
      </pc:sldChg>
      <pc:sldChg chg="addSp delSp modSp add del mod setBg delDesignElem">
        <pc:chgData name="Venu Miriyala" userId="52c44cb45e9b6ff9" providerId="LiveId" clId="{2883A66A-A2ED-4DE7-8475-4DBDDF88D31D}" dt="2025-08-20T04:37:10.551" v="13236" actId="20577"/>
        <pc:sldMkLst>
          <pc:docMk/>
          <pc:sldMk cId="1014940160" sldId="2147483187"/>
        </pc:sldMkLst>
        <pc:spChg chg="mod">
          <ac:chgData name="Venu Miriyala" userId="52c44cb45e9b6ff9" providerId="LiveId" clId="{2883A66A-A2ED-4DE7-8475-4DBDDF88D31D}" dt="2025-08-20T04:37:10.551" v="13236" actId="20577"/>
          <ac:spMkLst>
            <pc:docMk/>
            <pc:sldMk cId="1014940160" sldId="2147483187"/>
            <ac:spMk id="2" creationId="{B17D4139-41DA-CBA9-054E-7A0133662CDB}"/>
          </ac:spMkLst>
        </pc:spChg>
        <pc:spChg chg="add del">
          <ac:chgData name="Venu Miriyala" userId="52c44cb45e9b6ff9" providerId="LiveId" clId="{2883A66A-A2ED-4DE7-8475-4DBDDF88D31D}" dt="2025-08-20T04:36:57.663" v="13224"/>
          <ac:spMkLst>
            <pc:docMk/>
            <pc:sldMk cId="1014940160" sldId="2147483187"/>
            <ac:spMk id="7" creationId="{A3E8498D-DA8F-EF6C-5420-F153D4979209}"/>
          </ac:spMkLst>
        </pc:spChg>
      </pc:sldChg>
      <pc:sldChg chg="addSp delSp add del setBg delDesignElem">
        <pc:chgData name="Venu Miriyala" userId="52c44cb45e9b6ff9" providerId="LiveId" clId="{2883A66A-A2ED-4DE7-8475-4DBDDF88D31D}" dt="2025-08-20T04:37:16.422" v="13237" actId="47"/>
        <pc:sldMkLst>
          <pc:docMk/>
          <pc:sldMk cId="2646819594" sldId="2147483188"/>
        </pc:sldMkLst>
      </pc:sldChg>
      <pc:sldChg chg="addSp delSp add del setBg delDesignElem">
        <pc:chgData name="Venu Miriyala" userId="52c44cb45e9b6ff9" providerId="LiveId" clId="{2883A66A-A2ED-4DE7-8475-4DBDDF88D31D}" dt="2025-08-20T04:36:57.705" v="13225"/>
        <pc:sldMkLst>
          <pc:docMk/>
          <pc:sldMk cId="589972229" sldId="2147483189"/>
        </pc:sldMkLst>
        <pc:spChg chg="add del">
          <ac:chgData name="Venu Miriyala" userId="52c44cb45e9b6ff9" providerId="LiveId" clId="{2883A66A-A2ED-4DE7-8475-4DBDDF88D31D}" dt="2025-08-20T04:36:57.663" v="13224"/>
          <ac:spMkLst>
            <pc:docMk/>
            <pc:sldMk cId="589972229" sldId="2147483189"/>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3878090418" sldId="2147483190"/>
        </pc:sldMkLst>
        <pc:spChg chg="add del">
          <ac:chgData name="Venu Miriyala" userId="52c44cb45e9b6ff9" providerId="LiveId" clId="{2883A66A-A2ED-4DE7-8475-4DBDDF88D31D}" dt="2025-08-20T04:36:57.663" v="13224"/>
          <ac:spMkLst>
            <pc:docMk/>
            <pc:sldMk cId="3878090418" sldId="2147483190"/>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3531903020" sldId="2147483191"/>
        </pc:sldMkLst>
        <pc:spChg chg="add del">
          <ac:chgData name="Venu Miriyala" userId="52c44cb45e9b6ff9" providerId="LiveId" clId="{2883A66A-A2ED-4DE7-8475-4DBDDF88D31D}" dt="2025-08-20T04:36:57.663" v="13224"/>
          <ac:spMkLst>
            <pc:docMk/>
            <pc:sldMk cId="3531903020" sldId="2147483191"/>
            <ac:spMk id="7" creationId="{A3E8498D-DA8F-EF6C-5420-F153D4979209}"/>
          </ac:spMkLst>
        </pc:spChg>
      </pc:sldChg>
      <pc:sldChg chg="addSp delSp add del setBg delDesignElem">
        <pc:chgData name="Venu Miriyala" userId="52c44cb45e9b6ff9" providerId="LiveId" clId="{2883A66A-A2ED-4DE7-8475-4DBDDF88D31D}" dt="2025-08-20T04:36:57.705" v="13225"/>
        <pc:sldMkLst>
          <pc:docMk/>
          <pc:sldMk cId="1513299678" sldId="2147483192"/>
        </pc:sldMkLst>
        <pc:spChg chg="add del">
          <ac:chgData name="Venu Miriyala" userId="52c44cb45e9b6ff9" providerId="LiveId" clId="{2883A66A-A2ED-4DE7-8475-4DBDDF88D31D}" dt="2025-08-20T04:36:57.663" v="13224"/>
          <ac:spMkLst>
            <pc:docMk/>
            <pc:sldMk cId="1513299678" sldId="2147483192"/>
            <ac:spMk id="10" creationId="{9D905D5B-81A8-A5BA-F070-2788B26E0FA0}"/>
          </ac:spMkLst>
        </pc:spChg>
      </pc:sldChg>
      <pc:sldChg chg="addSp delSp add del setBg delDesignElem">
        <pc:chgData name="Venu Miriyala" userId="52c44cb45e9b6ff9" providerId="LiveId" clId="{2883A66A-A2ED-4DE7-8475-4DBDDF88D31D}" dt="2025-08-20T04:36:57.705" v="13225"/>
        <pc:sldMkLst>
          <pc:docMk/>
          <pc:sldMk cId="1368007602" sldId="2147483193"/>
        </pc:sldMkLst>
        <pc:spChg chg="add del">
          <ac:chgData name="Venu Miriyala" userId="52c44cb45e9b6ff9" providerId="LiveId" clId="{2883A66A-A2ED-4DE7-8475-4DBDDF88D31D}" dt="2025-08-20T04:36:57.663" v="13224"/>
          <ac:spMkLst>
            <pc:docMk/>
            <pc:sldMk cId="1368007602" sldId="2147483193"/>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37608979" sldId="2147483194"/>
        </pc:sldMkLst>
        <pc:spChg chg="add del">
          <ac:chgData name="Venu Miriyala" userId="52c44cb45e9b6ff9" providerId="LiveId" clId="{2883A66A-A2ED-4DE7-8475-4DBDDF88D31D}" dt="2025-08-20T04:36:57.663" v="13224"/>
          <ac:spMkLst>
            <pc:docMk/>
            <pc:sldMk cId="37608979" sldId="2147483194"/>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279019142" sldId="2147483195"/>
        </pc:sldMkLst>
        <pc:spChg chg="add del">
          <ac:chgData name="Venu Miriyala" userId="52c44cb45e9b6ff9" providerId="LiveId" clId="{2883A66A-A2ED-4DE7-8475-4DBDDF88D31D}" dt="2025-08-20T04:36:57.663" v="13224"/>
          <ac:spMkLst>
            <pc:docMk/>
            <pc:sldMk cId="279019142" sldId="2147483195"/>
            <ac:spMk id="7" creationId="{A3E8498D-DA8F-EF6C-5420-F153D4979209}"/>
          </ac:spMkLst>
        </pc:spChg>
      </pc:sldChg>
      <pc:sldChg chg="addSp delSp add del setBg delDesignElem">
        <pc:chgData name="Venu Miriyala" userId="52c44cb45e9b6ff9" providerId="LiveId" clId="{2883A66A-A2ED-4DE7-8475-4DBDDF88D31D}" dt="2025-08-20T04:36:57.705" v="13225"/>
        <pc:sldMkLst>
          <pc:docMk/>
          <pc:sldMk cId="3676142994" sldId="2147483196"/>
        </pc:sldMkLst>
        <pc:spChg chg="add del">
          <ac:chgData name="Venu Miriyala" userId="52c44cb45e9b6ff9" providerId="LiveId" clId="{2883A66A-A2ED-4DE7-8475-4DBDDF88D31D}" dt="2025-08-20T04:36:57.663" v="13224"/>
          <ac:spMkLst>
            <pc:docMk/>
            <pc:sldMk cId="3676142994" sldId="2147483196"/>
            <ac:spMk id="9" creationId="{DDD1D22E-5996-E45B-92B2-659F701A4A3B}"/>
          </ac:spMkLst>
        </pc:spChg>
      </pc:sldChg>
      <pc:sldChg chg="addSp delSp add del setBg delDesignElem">
        <pc:chgData name="Venu Miriyala" userId="52c44cb45e9b6ff9" providerId="LiveId" clId="{2883A66A-A2ED-4DE7-8475-4DBDDF88D31D}" dt="2025-08-20T04:36:57.705" v="13225"/>
        <pc:sldMkLst>
          <pc:docMk/>
          <pc:sldMk cId="2399815816" sldId="2147483197"/>
        </pc:sldMkLst>
        <pc:spChg chg="add del">
          <ac:chgData name="Venu Miriyala" userId="52c44cb45e9b6ff9" providerId="LiveId" clId="{2883A66A-A2ED-4DE7-8475-4DBDDF88D31D}" dt="2025-08-20T04:36:57.663" v="13224"/>
          <ac:spMkLst>
            <pc:docMk/>
            <pc:sldMk cId="2399815816" sldId="2147483197"/>
            <ac:spMk id="10" creationId="{2961259D-605E-E200-FF9F-7C8C71D7C8E4}"/>
          </ac:spMkLst>
        </pc:spChg>
      </pc:sldChg>
      <pc:sldChg chg="addSp delSp add del setBg delDesignElem">
        <pc:chgData name="Venu Miriyala" userId="52c44cb45e9b6ff9" providerId="LiveId" clId="{2883A66A-A2ED-4DE7-8475-4DBDDF88D31D}" dt="2025-08-20T04:36:57.705" v="13225"/>
        <pc:sldMkLst>
          <pc:docMk/>
          <pc:sldMk cId="498720915" sldId="2147483198"/>
        </pc:sldMkLst>
        <pc:spChg chg="add del">
          <ac:chgData name="Venu Miriyala" userId="52c44cb45e9b6ff9" providerId="LiveId" clId="{2883A66A-A2ED-4DE7-8475-4DBDDF88D31D}" dt="2025-08-20T04:36:57.663" v="13224"/>
          <ac:spMkLst>
            <pc:docMk/>
            <pc:sldMk cId="498720915" sldId="2147483198"/>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1188715944" sldId="2147483199"/>
        </pc:sldMkLst>
        <pc:spChg chg="add del">
          <ac:chgData name="Venu Miriyala" userId="52c44cb45e9b6ff9" providerId="LiveId" clId="{2883A66A-A2ED-4DE7-8475-4DBDDF88D31D}" dt="2025-08-20T04:36:57.663" v="13224"/>
          <ac:spMkLst>
            <pc:docMk/>
            <pc:sldMk cId="1188715944" sldId="2147483199"/>
            <ac:spMk id="7" creationId="{A3E8498D-DA8F-EF6C-5420-F153D4979209}"/>
          </ac:spMkLst>
        </pc:spChg>
      </pc:sldChg>
      <pc:sldChg chg="addSp delSp add del setBg delDesignElem">
        <pc:chgData name="Venu Miriyala" userId="52c44cb45e9b6ff9" providerId="LiveId" clId="{2883A66A-A2ED-4DE7-8475-4DBDDF88D31D}" dt="2025-08-20T04:36:57.705" v="13225"/>
        <pc:sldMkLst>
          <pc:docMk/>
          <pc:sldMk cId="345816735" sldId="2147483200"/>
        </pc:sldMkLst>
        <pc:spChg chg="add del">
          <ac:chgData name="Venu Miriyala" userId="52c44cb45e9b6ff9" providerId="LiveId" clId="{2883A66A-A2ED-4DE7-8475-4DBDDF88D31D}" dt="2025-08-20T04:36:57.663" v="13224"/>
          <ac:spMkLst>
            <pc:docMk/>
            <pc:sldMk cId="345816735" sldId="2147483200"/>
            <ac:spMk id="10" creationId="{5E8D3B17-7638-DFD3-18E4-8A6D611749CF}"/>
          </ac:spMkLst>
        </pc:spChg>
      </pc:sldChg>
      <pc:sldChg chg="addSp delSp add del setBg delDesignElem">
        <pc:chgData name="Venu Miriyala" userId="52c44cb45e9b6ff9" providerId="LiveId" clId="{2883A66A-A2ED-4DE7-8475-4DBDDF88D31D}" dt="2025-08-20T04:36:57.705" v="13225"/>
        <pc:sldMkLst>
          <pc:docMk/>
          <pc:sldMk cId="3940010864" sldId="2147483201"/>
        </pc:sldMkLst>
        <pc:spChg chg="add del">
          <ac:chgData name="Venu Miriyala" userId="52c44cb45e9b6ff9" providerId="LiveId" clId="{2883A66A-A2ED-4DE7-8475-4DBDDF88D31D}" dt="2025-08-20T04:36:57.663" v="13224"/>
          <ac:spMkLst>
            <pc:docMk/>
            <pc:sldMk cId="3940010864" sldId="2147483201"/>
            <ac:spMk id="10" creationId="{6ACA6F80-D392-A64E-3CF8-F28F1CCEE67B}"/>
          </ac:spMkLst>
        </pc:spChg>
      </pc:sldChg>
      <pc:sldChg chg="addSp delSp add del setBg delDesignElem">
        <pc:chgData name="Venu Miriyala" userId="52c44cb45e9b6ff9" providerId="LiveId" clId="{2883A66A-A2ED-4DE7-8475-4DBDDF88D31D}" dt="2025-08-20T04:36:57.705" v="13225"/>
        <pc:sldMkLst>
          <pc:docMk/>
          <pc:sldMk cId="3189006464" sldId="2147483202"/>
        </pc:sldMkLst>
        <pc:spChg chg="add del">
          <ac:chgData name="Venu Miriyala" userId="52c44cb45e9b6ff9" providerId="LiveId" clId="{2883A66A-A2ED-4DE7-8475-4DBDDF88D31D}" dt="2025-08-20T04:36:57.663" v="13224"/>
          <ac:spMkLst>
            <pc:docMk/>
            <pc:sldMk cId="3189006464" sldId="2147483202"/>
            <ac:spMk id="10" creationId="{9D905D5B-81A8-A5BA-F070-2788B26E0FA0}"/>
          </ac:spMkLst>
        </pc:spChg>
      </pc:sldChg>
      <pc:sldChg chg="addSp delSp add del setBg delDesignElem">
        <pc:chgData name="Venu Miriyala" userId="52c44cb45e9b6ff9" providerId="LiveId" clId="{2883A66A-A2ED-4DE7-8475-4DBDDF88D31D}" dt="2025-08-20T04:36:57.705" v="13225"/>
        <pc:sldMkLst>
          <pc:docMk/>
          <pc:sldMk cId="4035529031" sldId="2147483203"/>
        </pc:sldMkLst>
        <pc:spChg chg="add del">
          <ac:chgData name="Venu Miriyala" userId="52c44cb45e9b6ff9" providerId="LiveId" clId="{2883A66A-A2ED-4DE7-8475-4DBDDF88D31D}" dt="2025-08-20T04:36:57.663" v="13224"/>
          <ac:spMkLst>
            <pc:docMk/>
            <pc:sldMk cId="4035529031" sldId="2147483203"/>
            <ac:spMk id="7" creationId="{A3E8498D-DA8F-EF6C-5420-F153D4979209}"/>
          </ac:spMkLst>
        </pc:spChg>
      </pc:sldChg>
      <pc:sldChg chg="addSp delSp add del setBg delDesignElem">
        <pc:chgData name="Venu Miriyala" userId="52c44cb45e9b6ff9" providerId="LiveId" clId="{2883A66A-A2ED-4DE7-8475-4DBDDF88D31D}" dt="2025-08-20T04:36:57.705" v="13225"/>
        <pc:sldMkLst>
          <pc:docMk/>
          <pc:sldMk cId="1276737917" sldId="2147483204"/>
        </pc:sldMkLst>
        <pc:spChg chg="add del">
          <ac:chgData name="Venu Miriyala" userId="52c44cb45e9b6ff9" providerId="LiveId" clId="{2883A66A-A2ED-4DE7-8475-4DBDDF88D31D}" dt="2025-08-20T04:36:57.663" v="13224"/>
          <ac:spMkLst>
            <pc:docMk/>
            <pc:sldMk cId="1276737917" sldId="2147483204"/>
            <ac:spMk id="10" creationId="{9D905D5B-81A8-A5BA-F070-2788B26E0FA0}"/>
          </ac:spMkLst>
        </pc:spChg>
      </pc:sldChg>
      <pc:sldChg chg="addSp delSp modSp add del mod setBg delDesignElem">
        <pc:chgData name="Venu Miriyala" userId="52c44cb45e9b6ff9" providerId="LiveId" clId="{2883A66A-A2ED-4DE7-8475-4DBDDF88D31D}" dt="2025-08-20T04:37:04.182" v="13227" actId="27636"/>
        <pc:sldMkLst>
          <pc:docMk/>
          <pc:sldMk cId="3508548757" sldId="2147483205"/>
        </pc:sldMkLst>
        <pc:spChg chg="mod">
          <ac:chgData name="Venu Miriyala" userId="52c44cb45e9b6ff9" providerId="LiveId" clId="{2883A66A-A2ED-4DE7-8475-4DBDDF88D31D}" dt="2025-08-20T04:37:04.182" v="13227" actId="27636"/>
          <ac:spMkLst>
            <pc:docMk/>
            <pc:sldMk cId="3508548757" sldId="2147483205"/>
            <ac:spMk id="4" creationId="{854B3E8A-8066-8D10-A06B-27F8759D088C}"/>
          </ac:spMkLst>
        </pc:spChg>
        <pc:spChg chg="add del">
          <ac:chgData name="Venu Miriyala" userId="52c44cb45e9b6ff9" providerId="LiveId" clId="{2883A66A-A2ED-4DE7-8475-4DBDDF88D31D}" dt="2025-08-20T04:36:57.663" v="13224"/>
          <ac:spMkLst>
            <pc:docMk/>
            <pc:sldMk cId="3508548757" sldId="2147483205"/>
            <ac:spMk id="10" creationId="{92CC1E4F-F1F0-B945-BE50-C72A7103E8AC}"/>
          </ac:spMkLst>
        </pc:spChg>
      </pc:sldChg>
      <pc:sldMasterChg chg="delSldLayout">
        <pc:chgData name="Venu Miriyala" userId="52c44cb45e9b6ff9" providerId="LiveId" clId="{2883A66A-A2ED-4DE7-8475-4DBDDF88D31D}" dt="2025-08-19T06:56:23.091" v="517" actId="47"/>
        <pc:sldMasterMkLst>
          <pc:docMk/>
          <pc:sldMasterMk cId="513439954" sldId="2147483699"/>
        </pc:sldMasterMkLst>
        <pc:sldLayoutChg chg="del">
          <pc:chgData name="Venu Miriyala" userId="52c44cb45e9b6ff9" providerId="LiveId" clId="{2883A66A-A2ED-4DE7-8475-4DBDDF88D31D}" dt="2025-08-19T06:56:23.091" v="517" actId="47"/>
          <pc:sldLayoutMkLst>
            <pc:docMk/>
            <pc:sldMasterMk cId="513439954" sldId="2147483699"/>
            <pc:sldLayoutMk cId="1394337941" sldId="2147483717"/>
          </pc:sldLayoutMkLst>
        </pc:sldLayoutChg>
      </pc:sldMasterChg>
      <pc:sldMasterChg chg="del delSldLayout">
        <pc:chgData name="Venu Miriyala" userId="52c44cb45e9b6ff9" providerId="LiveId" clId="{2883A66A-A2ED-4DE7-8475-4DBDDF88D31D}" dt="2025-08-19T06:56:23.091" v="517" actId="47"/>
        <pc:sldMasterMkLst>
          <pc:docMk/>
          <pc:sldMasterMk cId="4192593253" sldId="2147483719"/>
        </pc:sldMasterMkLst>
        <pc:sldLayoutChg chg="del">
          <pc:chgData name="Venu Miriyala" userId="52c44cb45e9b6ff9" providerId="LiveId" clId="{2883A66A-A2ED-4DE7-8475-4DBDDF88D31D}" dt="2025-08-19T06:56:23.091" v="517" actId="47"/>
          <pc:sldLayoutMkLst>
            <pc:docMk/>
            <pc:sldMasterMk cId="4192593253" sldId="2147483719"/>
            <pc:sldLayoutMk cId="3875841906" sldId="2147483720"/>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2714549168" sldId="2147483721"/>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2942634614" sldId="2147483722"/>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1140330160" sldId="2147483723"/>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3280564193" sldId="2147483724"/>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112431945" sldId="2147483725"/>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3320429309" sldId="2147483726"/>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3284712921" sldId="2147483727"/>
          </pc:sldLayoutMkLst>
        </pc:sldLayoutChg>
        <pc:sldLayoutChg chg="del">
          <pc:chgData name="Venu Miriyala" userId="52c44cb45e9b6ff9" providerId="LiveId" clId="{2883A66A-A2ED-4DE7-8475-4DBDDF88D31D}" dt="2025-08-19T06:56:23.091" v="517" actId="47"/>
          <pc:sldLayoutMkLst>
            <pc:docMk/>
            <pc:sldMasterMk cId="4192593253" sldId="2147483719"/>
            <pc:sldLayoutMk cId="555163477" sldId="2147483728"/>
          </pc:sldLayoutMkLst>
        </pc:sldLayoutChg>
      </pc:sldMasterChg>
      <pc:sldMasterChg chg="del delSldLayout">
        <pc:chgData name="Venu Miriyala" userId="52c44cb45e9b6ff9" providerId="LiveId" clId="{2883A66A-A2ED-4DE7-8475-4DBDDF88D31D}" dt="2025-08-19T06:56:32.157" v="519" actId="47"/>
        <pc:sldMasterMkLst>
          <pc:docMk/>
          <pc:sldMasterMk cId="2176469647" sldId="2147483729"/>
        </pc:sldMasterMkLst>
        <pc:sldLayoutChg chg="del">
          <pc:chgData name="Venu Miriyala" userId="52c44cb45e9b6ff9" providerId="LiveId" clId="{2883A66A-A2ED-4DE7-8475-4DBDDF88D31D}" dt="2025-08-19T06:56:32.157" v="519" actId="47"/>
          <pc:sldLayoutMkLst>
            <pc:docMk/>
            <pc:sldMasterMk cId="2176469647" sldId="2147483729"/>
            <pc:sldLayoutMk cId="2805730776" sldId="2147483730"/>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712949477" sldId="2147483731"/>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3611528793" sldId="2147483732"/>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104254852" sldId="2147483733"/>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222014662" sldId="2147483734"/>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2838874302" sldId="2147483735"/>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4047084625" sldId="2147483736"/>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521334423" sldId="2147483737"/>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335775371" sldId="2147483738"/>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3139103632" sldId="2147483739"/>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766347925" sldId="2147483740"/>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2129453226" sldId="2147483741"/>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2355686375" sldId="2147483742"/>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3274961106" sldId="2147483743"/>
          </pc:sldLayoutMkLst>
        </pc:sldLayoutChg>
        <pc:sldLayoutChg chg="del">
          <pc:chgData name="Venu Miriyala" userId="52c44cb45e9b6ff9" providerId="LiveId" clId="{2883A66A-A2ED-4DE7-8475-4DBDDF88D31D}" dt="2025-08-19T06:56:32.157" v="519" actId="47"/>
          <pc:sldLayoutMkLst>
            <pc:docMk/>
            <pc:sldMasterMk cId="2176469647" sldId="2147483729"/>
            <pc:sldLayoutMk cId="3887596271" sldId="2147483744"/>
          </pc:sldLayoutMkLst>
        </pc:sldLayoutChg>
      </pc:sldMasterChg>
      <pc:sldMasterChg chg="del delSldLayout">
        <pc:chgData name="Venu Miriyala" userId="52c44cb45e9b6ff9" providerId="LiveId" clId="{2883A66A-A2ED-4DE7-8475-4DBDDF88D31D}" dt="2025-08-19T06:56:32.157" v="519" actId="47"/>
        <pc:sldMasterMkLst>
          <pc:docMk/>
          <pc:sldMasterMk cId="4154031765" sldId="2147483745"/>
        </pc:sldMasterMkLst>
        <pc:sldLayoutChg chg="del">
          <pc:chgData name="Venu Miriyala" userId="52c44cb45e9b6ff9" providerId="LiveId" clId="{2883A66A-A2ED-4DE7-8475-4DBDDF88D31D}" dt="2025-08-19T06:56:32.157" v="519" actId="47"/>
          <pc:sldLayoutMkLst>
            <pc:docMk/>
            <pc:sldMasterMk cId="4154031765" sldId="2147483745"/>
            <pc:sldLayoutMk cId="3849535338" sldId="2147483746"/>
          </pc:sldLayoutMkLst>
        </pc:sldLayoutChg>
      </pc:sldMasterChg>
      <pc:sldMasterChg chg="del delSldLayout">
        <pc:chgData name="Venu Miriyala" userId="52c44cb45e9b6ff9" providerId="LiveId" clId="{2883A66A-A2ED-4DE7-8475-4DBDDF88D31D}" dt="2025-08-19T06:56:27.505" v="518" actId="47"/>
        <pc:sldMasterMkLst>
          <pc:docMk/>
          <pc:sldMasterMk cId="2081360219" sldId="2147483747"/>
        </pc:sldMasterMkLst>
        <pc:sldLayoutChg chg="del">
          <pc:chgData name="Venu Miriyala" userId="52c44cb45e9b6ff9" providerId="LiveId" clId="{2883A66A-A2ED-4DE7-8475-4DBDDF88D31D}" dt="2025-08-19T06:56:27.505" v="518" actId="47"/>
          <pc:sldLayoutMkLst>
            <pc:docMk/>
            <pc:sldMasterMk cId="2081360219" sldId="2147483747"/>
            <pc:sldLayoutMk cId="1936366239" sldId="2147483748"/>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4067100513" sldId="2147483749"/>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4030869068" sldId="2147483750"/>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3068966894" sldId="2147483751"/>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2565744668" sldId="2147483752"/>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1209034154" sldId="2147483753"/>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1229744680" sldId="2147483754"/>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1697154292" sldId="2147483755"/>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1529730922" sldId="2147483756"/>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1137697190" sldId="2147483757"/>
          </pc:sldLayoutMkLst>
        </pc:sldLayoutChg>
        <pc:sldLayoutChg chg="del">
          <pc:chgData name="Venu Miriyala" userId="52c44cb45e9b6ff9" providerId="LiveId" clId="{2883A66A-A2ED-4DE7-8475-4DBDDF88D31D}" dt="2025-08-19T06:56:27.505" v="518" actId="47"/>
          <pc:sldLayoutMkLst>
            <pc:docMk/>
            <pc:sldMasterMk cId="2081360219" sldId="2147483747"/>
            <pc:sldLayoutMk cId="217720501" sldId="2147483758"/>
          </pc:sldLayoutMkLst>
        </pc:sldLayoutChg>
      </pc:sldMasterChg>
      <pc:sldMasterChg chg="del delSldLayout">
        <pc:chgData name="Venu Miriyala" userId="52c44cb45e9b6ff9" providerId="LiveId" clId="{2883A66A-A2ED-4DE7-8475-4DBDDF88D31D}" dt="2025-08-19T06:56:27.505" v="518" actId="47"/>
        <pc:sldMasterMkLst>
          <pc:docMk/>
          <pc:sldMasterMk cId="2018460535" sldId="2147483759"/>
        </pc:sldMasterMkLst>
        <pc:sldLayoutChg chg="del">
          <pc:chgData name="Venu Miriyala" userId="52c44cb45e9b6ff9" providerId="LiveId" clId="{2883A66A-A2ED-4DE7-8475-4DBDDF88D31D}" dt="2025-08-19T06:56:27.505" v="518" actId="47"/>
          <pc:sldLayoutMkLst>
            <pc:docMk/>
            <pc:sldMasterMk cId="2018460535" sldId="2147483759"/>
            <pc:sldLayoutMk cId="3828922011" sldId="2147483760"/>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173143520" sldId="2147483761"/>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2621953599" sldId="2147483762"/>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2809979279" sldId="2147483763"/>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1253136105" sldId="2147483764"/>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1838628473" sldId="2147483765"/>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2775432996" sldId="2147483766"/>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1593171663" sldId="2147483767"/>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1933744104" sldId="2147483768"/>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3480415992" sldId="2147483769"/>
          </pc:sldLayoutMkLst>
        </pc:sldLayoutChg>
        <pc:sldLayoutChg chg="del">
          <pc:chgData name="Venu Miriyala" userId="52c44cb45e9b6ff9" providerId="LiveId" clId="{2883A66A-A2ED-4DE7-8475-4DBDDF88D31D}" dt="2025-08-19T06:56:27.505" v="518" actId="47"/>
          <pc:sldLayoutMkLst>
            <pc:docMk/>
            <pc:sldMasterMk cId="2018460535" sldId="2147483759"/>
            <pc:sldLayoutMk cId="2938516770" sldId="2147483770"/>
          </pc:sldLayoutMkLst>
        </pc:sldLayoutChg>
      </pc:sldMasterChg>
      <pc:sldMasterChg chg="del delSldLayout">
        <pc:chgData name="Venu Miriyala" userId="52c44cb45e9b6ff9" providerId="LiveId" clId="{2883A66A-A2ED-4DE7-8475-4DBDDF88D31D}" dt="2025-08-19T06:56:23.091" v="517" actId="47"/>
        <pc:sldMasterMkLst>
          <pc:docMk/>
          <pc:sldMasterMk cId="3218615236" sldId="2147483771"/>
        </pc:sldMasterMkLst>
        <pc:sldLayoutChg chg="del">
          <pc:chgData name="Venu Miriyala" userId="52c44cb45e9b6ff9" providerId="LiveId" clId="{2883A66A-A2ED-4DE7-8475-4DBDDF88D31D}" dt="2025-08-19T06:56:23.091" v="517" actId="47"/>
          <pc:sldLayoutMkLst>
            <pc:docMk/>
            <pc:sldMasterMk cId="3218615236" sldId="2147483771"/>
            <pc:sldLayoutMk cId="2859324071" sldId="2147483772"/>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1498064330" sldId="2147483773"/>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726501446" sldId="2147483774"/>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1816036073" sldId="2147483775"/>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1834316401" sldId="2147483776"/>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356765081" sldId="2147483777"/>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2169661509" sldId="2147483778"/>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2462914082" sldId="2147483779"/>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247986802" sldId="2147483780"/>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1221449764" sldId="2147483781"/>
          </pc:sldLayoutMkLst>
        </pc:sldLayoutChg>
        <pc:sldLayoutChg chg="del">
          <pc:chgData name="Venu Miriyala" userId="52c44cb45e9b6ff9" providerId="LiveId" clId="{2883A66A-A2ED-4DE7-8475-4DBDDF88D31D}" dt="2025-08-19T06:56:23.091" v="517" actId="47"/>
          <pc:sldLayoutMkLst>
            <pc:docMk/>
            <pc:sldMasterMk cId="3218615236" sldId="2147483771"/>
            <pc:sldLayoutMk cId="1134851481" sldId="2147483782"/>
          </pc:sldLayoutMkLst>
        </pc:sldLayoutChg>
      </pc:sldMasterChg>
    </pc:docChg>
  </pc:docChgLst>
  <pc:docChgLst>
    <pc:chgData name="Umang Jain - 123103236 - MITMPL" userId="S::umang.mitmpl2023@learner.manipal.edu::695550ad-9cc8-46ca-ba0b-3d8b3ca379ad" providerId="AD" clId="Web-{E6FE4928-56EB-6288-9886-B420F6A6D4D3}"/>
    <pc:docChg chg="modSld">
      <pc:chgData name="Umang Jain - 123103236 - MITMPL" userId="S::umang.mitmpl2023@learner.manipal.edu::695550ad-9cc8-46ca-ba0b-3d8b3ca379ad" providerId="AD" clId="Web-{E6FE4928-56EB-6288-9886-B420F6A6D4D3}" dt="2025-08-31T06:09:19.234" v="2" actId="14100"/>
      <pc:docMkLst>
        <pc:docMk/>
      </pc:docMkLst>
      <pc:sldChg chg="modSp">
        <pc:chgData name="Umang Jain - 123103236 - MITMPL" userId="S::umang.mitmpl2023@learner.manipal.edu::695550ad-9cc8-46ca-ba0b-3d8b3ca379ad" providerId="AD" clId="Web-{E6FE4928-56EB-6288-9886-B420F6A6D4D3}" dt="2025-08-31T06:09:19.234" v="2" actId="14100"/>
        <pc:sldMkLst>
          <pc:docMk/>
          <pc:sldMk cId="3841037645" sldId="2147483206"/>
        </pc:sldMkLst>
        <pc:graphicFrameChg chg="mod">
          <ac:chgData name="Umang Jain - 123103236 - MITMPL" userId="S::umang.mitmpl2023@learner.manipal.edu::695550ad-9cc8-46ca-ba0b-3d8b3ca379ad" providerId="AD" clId="Web-{E6FE4928-56EB-6288-9886-B420F6A6D4D3}" dt="2025-08-31T06:09:19.234" v="2" actId="14100"/>
          <ac:graphicFrameMkLst>
            <pc:docMk/>
            <pc:sldMk cId="3841037645" sldId="2147483206"/>
            <ac:graphicFrameMk id="4" creationId="{2A86498F-87E2-064F-D93F-F77661508D4E}"/>
          </ac:graphicFrameMkLst>
        </pc:graphicFrameChg>
      </pc:sldChg>
    </pc:docChg>
  </pc:docChgLst>
  <pc:docChgLst>
    <pc:chgData name="Arkadeep Ganguly - 123198206 - MITMPL" userId="S::arkadeep.mitmpl2023@learner.manipal.edu::309b9e0a-2efa-4952-bc62-0a8e10d151c3" providerId="AD" clId="Web-{E6E3723F-74D6-E90F-5AF2-67999A9F5F38}"/>
    <pc:docChg chg="delSld">
      <pc:chgData name="Arkadeep Ganguly - 123198206 - MITMPL" userId="S::arkadeep.mitmpl2023@learner.manipal.edu::309b9e0a-2efa-4952-bc62-0a8e10d151c3" providerId="AD" clId="Web-{E6E3723F-74D6-E90F-5AF2-67999A9F5F38}" dt="2025-09-15T15:27:38.175" v="0"/>
      <pc:docMkLst>
        <pc:docMk/>
      </pc:docMkLst>
      <pc:sldChg chg="del">
        <pc:chgData name="Arkadeep Ganguly - 123198206 - MITMPL" userId="S::arkadeep.mitmpl2023@learner.manipal.edu::309b9e0a-2efa-4952-bc62-0a8e10d151c3" providerId="AD" clId="Web-{E6E3723F-74D6-E90F-5AF2-67999A9F5F38}" dt="2025-09-15T15:27:38.175" v="0"/>
        <pc:sldMkLst>
          <pc:docMk/>
          <pc:sldMk cId="2492149260" sldId="214748317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diagrams/_rels/data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ata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_rels/data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F67ABA-136E-4308-9D49-19AB3A8A78A6}"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94764A3D-2C4C-46E8-95F1-3FC832337842}">
      <dgm:prSet/>
      <dgm:spPr/>
      <dgm:t>
        <a:bodyPr/>
        <a:lstStyle/>
        <a:p>
          <a:pPr>
            <a:lnSpc>
              <a:spcPct val="100000"/>
            </a:lnSpc>
            <a:defRPr b="1"/>
          </a:pPr>
          <a:r>
            <a:rPr lang="en-US"/>
            <a:t>Know Your Customer (KYC)</a:t>
          </a:r>
        </a:p>
      </dgm:t>
    </dgm:pt>
    <dgm:pt modelId="{2B8356F3-8F4D-4389-9702-F2D664A864C8}" type="parTrans" cxnId="{7376CCAB-EC8F-4AFA-885C-DC8E677DB423}">
      <dgm:prSet/>
      <dgm:spPr/>
      <dgm:t>
        <a:bodyPr/>
        <a:lstStyle/>
        <a:p>
          <a:endParaRPr lang="en-US"/>
        </a:p>
      </dgm:t>
    </dgm:pt>
    <dgm:pt modelId="{B5817CC7-EE13-4610-83D2-2D21DA6A563C}" type="sibTrans" cxnId="{7376CCAB-EC8F-4AFA-885C-DC8E677DB423}">
      <dgm:prSet/>
      <dgm:spPr/>
      <dgm:t>
        <a:bodyPr/>
        <a:lstStyle/>
        <a:p>
          <a:pPr>
            <a:lnSpc>
              <a:spcPct val="100000"/>
            </a:lnSpc>
            <a:defRPr b="1"/>
          </a:pPr>
          <a:endParaRPr lang="en-US"/>
        </a:p>
      </dgm:t>
    </dgm:pt>
    <dgm:pt modelId="{AD973A1A-B5B9-4B28-AEAB-1AACFFB2DA39}">
      <dgm:prSet/>
      <dgm:spPr/>
      <dgm:t>
        <a:bodyPr/>
        <a:lstStyle/>
        <a:p>
          <a:pPr>
            <a:lnSpc>
              <a:spcPct val="100000"/>
            </a:lnSpc>
          </a:pPr>
          <a:r>
            <a:rPr lang="en-US"/>
            <a:t>KYC regulations require banks to verify customer identities to prevent fraud and ensure secure transactions.</a:t>
          </a:r>
        </a:p>
      </dgm:t>
    </dgm:pt>
    <dgm:pt modelId="{2122F456-A896-4544-A229-561D5B3C0FD4}" type="parTrans" cxnId="{9956C237-8912-40F2-9732-DFDE6B2C4BD2}">
      <dgm:prSet/>
      <dgm:spPr/>
      <dgm:t>
        <a:bodyPr/>
        <a:lstStyle/>
        <a:p>
          <a:endParaRPr lang="en-US"/>
        </a:p>
      </dgm:t>
    </dgm:pt>
    <dgm:pt modelId="{F6688B23-A6E1-49B9-9C51-7C8E12A441CF}" type="sibTrans" cxnId="{9956C237-8912-40F2-9732-DFDE6B2C4BD2}">
      <dgm:prSet/>
      <dgm:spPr/>
      <dgm:t>
        <a:bodyPr/>
        <a:lstStyle/>
        <a:p>
          <a:endParaRPr lang="en-US"/>
        </a:p>
      </dgm:t>
    </dgm:pt>
    <dgm:pt modelId="{E96234B7-291F-4CEB-8052-0A8994F6ACAB}">
      <dgm:prSet/>
      <dgm:spPr/>
      <dgm:t>
        <a:bodyPr/>
        <a:lstStyle/>
        <a:p>
          <a:pPr>
            <a:lnSpc>
              <a:spcPct val="100000"/>
            </a:lnSpc>
            <a:defRPr b="1"/>
          </a:pPr>
          <a:r>
            <a:rPr lang="en-US"/>
            <a:t>Anti-Money Laundering (AML)</a:t>
          </a:r>
        </a:p>
      </dgm:t>
    </dgm:pt>
    <dgm:pt modelId="{23F251E9-DF66-4EA5-B8F7-CD3EA42234F9}" type="parTrans" cxnId="{0B1776F7-6F16-41E6-AADC-2ADCE296B44F}">
      <dgm:prSet/>
      <dgm:spPr/>
      <dgm:t>
        <a:bodyPr/>
        <a:lstStyle/>
        <a:p>
          <a:endParaRPr lang="en-US"/>
        </a:p>
      </dgm:t>
    </dgm:pt>
    <dgm:pt modelId="{0089566B-6582-4C59-A9B6-A017759C6331}" type="sibTrans" cxnId="{0B1776F7-6F16-41E6-AADC-2ADCE296B44F}">
      <dgm:prSet/>
      <dgm:spPr/>
      <dgm:t>
        <a:bodyPr/>
        <a:lstStyle/>
        <a:p>
          <a:pPr>
            <a:lnSpc>
              <a:spcPct val="100000"/>
            </a:lnSpc>
            <a:defRPr b="1"/>
          </a:pPr>
          <a:endParaRPr lang="en-US"/>
        </a:p>
      </dgm:t>
    </dgm:pt>
    <dgm:pt modelId="{5E705B1A-9250-41D6-B81E-3577E2C7FC4C}">
      <dgm:prSet/>
      <dgm:spPr/>
      <dgm:t>
        <a:bodyPr/>
        <a:lstStyle/>
        <a:p>
          <a:pPr>
            <a:lnSpc>
              <a:spcPct val="100000"/>
            </a:lnSpc>
          </a:pPr>
          <a:r>
            <a:rPr lang="en-US"/>
            <a:t>AML laws prevent illicit financial activities by monitoring and reporting suspicious transactions.</a:t>
          </a:r>
        </a:p>
      </dgm:t>
    </dgm:pt>
    <dgm:pt modelId="{67724E65-69C2-49F3-81E0-DACDF05D1D36}" type="parTrans" cxnId="{C4510644-8948-4173-B224-A56D19AF933E}">
      <dgm:prSet/>
      <dgm:spPr/>
      <dgm:t>
        <a:bodyPr/>
        <a:lstStyle/>
        <a:p>
          <a:endParaRPr lang="en-US"/>
        </a:p>
      </dgm:t>
    </dgm:pt>
    <dgm:pt modelId="{9848E9AA-D496-45C3-8117-BDAFC6D85741}" type="sibTrans" cxnId="{C4510644-8948-4173-B224-A56D19AF933E}">
      <dgm:prSet/>
      <dgm:spPr/>
      <dgm:t>
        <a:bodyPr/>
        <a:lstStyle/>
        <a:p>
          <a:endParaRPr lang="en-US"/>
        </a:p>
      </dgm:t>
    </dgm:pt>
    <dgm:pt modelId="{553E776B-D506-4397-B54D-7C562E83342A}">
      <dgm:prSet/>
      <dgm:spPr/>
      <dgm:t>
        <a:bodyPr/>
        <a:lstStyle/>
        <a:p>
          <a:pPr>
            <a:lnSpc>
              <a:spcPct val="100000"/>
            </a:lnSpc>
            <a:defRPr b="1"/>
          </a:pPr>
          <a:r>
            <a:rPr lang="en-US"/>
            <a:t>Data Privacy Regulations</a:t>
          </a:r>
        </a:p>
      </dgm:t>
    </dgm:pt>
    <dgm:pt modelId="{2138BFF7-4F8C-4424-A5E4-83562ADDE6A2}" type="parTrans" cxnId="{0EB8D18B-DBA8-43EF-B1E4-7DF6D981115C}">
      <dgm:prSet/>
      <dgm:spPr/>
      <dgm:t>
        <a:bodyPr/>
        <a:lstStyle/>
        <a:p>
          <a:endParaRPr lang="en-US"/>
        </a:p>
      </dgm:t>
    </dgm:pt>
    <dgm:pt modelId="{18010999-AEFE-4AFB-B1C9-69FD315EB3C5}" type="sibTrans" cxnId="{0EB8D18B-DBA8-43EF-B1E4-7DF6D981115C}">
      <dgm:prSet/>
      <dgm:spPr/>
      <dgm:t>
        <a:bodyPr/>
        <a:lstStyle/>
        <a:p>
          <a:endParaRPr lang="en-US"/>
        </a:p>
      </dgm:t>
    </dgm:pt>
    <dgm:pt modelId="{555995B0-9331-4719-81DD-B456748BE6E4}">
      <dgm:prSet/>
      <dgm:spPr/>
      <dgm:t>
        <a:bodyPr/>
        <a:lstStyle/>
        <a:p>
          <a:pPr>
            <a:lnSpc>
              <a:spcPct val="100000"/>
            </a:lnSpc>
          </a:pPr>
          <a:r>
            <a:rPr lang="en-US"/>
            <a:t>Data privacy laws safeguard customer information to maintain confidentiality and trust in banking systems.</a:t>
          </a:r>
        </a:p>
      </dgm:t>
    </dgm:pt>
    <dgm:pt modelId="{788EA1A9-FD99-4414-BCB7-BBFED8AE2F5A}" type="parTrans" cxnId="{96DFF005-8620-40AC-B215-5A336542A6DE}">
      <dgm:prSet/>
      <dgm:spPr/>
      <dgm:t>
        <a:bodyPr/>
        <a:lstStyle/>
        <a:p>
          <a:endParaRPr lang="en-US"/>
        </a:p>
      </dgm:t>
    </dgm:pt>
    <dgm:pt modelId="{44EBFE03-BD59-4625-BBD2-7BFB4D483894}" type="sibTrans" cxnId="{96DFF005-8620-40AC-B215-5A336542A6DE}">
      <dgm:prSet/>
      <dgm:spPr/>
      <dgm:t>
        <a:bodyPr/>
        <a:lstStyle/>
        <a:p>
          <a:endParaRPr lang="en-US"/>
        </a:p>
      </dgm:t>
    </dgm:pt>
    <dgm:pt modelId="{52962AB4-A973-4933-BB3B-45C1CA105703}" type="pres">
      <dgm:prSet presAssocID="{9CF67ABA-136E-4308-9D49-19AB3A8A78A6}" presName="Root" presStyleCnt="0">
        <dgm:presLayoutVars>
          <dgm:dir/>
          <dgm:resizeHandles val="exact"/>
        </dgm:presLayoutVars>
      </dgm:prSet>
      <dgm:spPr/>
    </dgm:pt>
    <dgm:pt modelId="{40CFF4EB-03B4-4D18-8A1C-143CFE3CEE28}" type="pres">
      <dgm:prSet presAssocID="{94764A3D-2C4C-46E8-95F1-3FC832337842}" presName="Composite" presStyleCnt="0"/>
      <dgm:spPr/>
    </dgm:pt>
    <dgm:pt modelId="{7B8C023D-7C8A-4D79-8119-8D0C040913E2}" type="pres">
      <dgm:prSet presAssocID="{94764A3D-2C4C-46E8-95F1-3FC83233784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2603" r="12399" b="3"/>
          <a:stretch/>
        </a:blipFill>
      </dgm:spPr>
      <dgm:extLst>
        <a:ext uri="{E40237B7-FDA0-4F09-8148-C483321AD2D9}">
          <dgm14:cNvPr xmlns:dgm14="http://schemas.microsoft.com/office/drawing/2010/diagram" id="0" name="" descr="Login password abstract interface"/>
        </a:ext>
      </dgm:extLst>
    </dgm:pt>
    <dgm:pt modelId="{9EF29D38-884F-4625-A391-775847094C04}" type="pres">
      <dgm:prSet presAssocID="{94764A3D-2C4C-46E8-95F1-3FC832337842}" presName="Subtitle" presStyleLbl="revTx" presStyleIdx="0" presStyleCnt="6">
        <dgm:presLayoutVars>
          <dgm:chMax val="0"/>
          <dgm:bulletEnabled/>
        </dgm:presLayoutVars>
      </dgm:prSet>
      <dgm:spPr/>
    </dgm:pt>
    <dgm:pt modelId="{76413298-20DA-47A8-ABFC-A217B6247109}" type="pres">
      <dgm:prSet presAssocID="{94764A3D-2C4C-46E8-95F1-3FC832337842}" presName="Description" presStyleLbl="revTx" presStyleIdx="1" presStyleCnt="6">
        <dgm:presLayoutVars>
          <dgm:bulletEnabled/>
        </dgm:presLayoutVars>
      </dgm:prSet>
      <dgm:spPr/>
    </dgm:pt>
    <dgm:pt modelId="{9998CB9C-86EC-49F4-B986-062BC17C143C}" type="pres">
      <dgm:prSet presAssocID="{B5817CC7-EE13-4610-83D2-2D21DA6A563C}" presName="sibTrans" presStyleLbl="sibTrans2D1" presStyleIdx="0" presStyleCnt="0"/>
      <dgm:spPr/>
    </dgm:pt>
    <dgm:pt modelId="{31F32361-47CD-4A8B-9ED2-FE5F1C6E206A}" type="pres">
      <dgm:prSet presAssocID="{E96234B7-291F-4CEB-8052-0A8994F6ACAB}" presName="Composite" presStyleCnt="0"/>
      <dgm:spPr/>
    </dgm:pt>
    <dgm:pt modelId="{7770948E-3A11-4D29-937B-8D1587AB258D}" type="pres">
      <dgm:prSet presAssocID="{E96234B7-291F-4CEB-8052-0A8994F6ACAB}"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2198" r="21053" b="2"/>
          <a:stretch/>
        </a:blipFill>
      </dgm:spPr>
      <dgm:extLst>
        <a:ext uri="{E40237B7-FDA0-4F09-8148-C483321AD2D9}">
          <dgm14:cNvPr xmlns:dgm14="http://schemas.microsoft.com/office/drawing/2010/diagram" id="0" name="" descr="stock or currency exchange market display screen board"/>
        </a:ext>
      </dgm:extLst>
    </dgm:pt>
    <dgm:pt modelId="{927FCC60-55A4-41C1-BA48-C942A42B9192}" type="pres">
      <dgm:prSet presAssocID="{E96234B7-291F-4CEB-8052-0A8994F6ACAB}" presName="Subtitle" presStyleLbl="revTx" presStyleIdx="2" presStyleCnt="6">
        <dgm:presLayoutVars>
          <dgm:chMax val="0"/>
          <dgm:bulletEnabled/>
        </dgm:presLayoutVars>
      </dgm:prSet>
      <dgm:spPr/>
    </dgm:pt>
    <dgm:pt modelId="{82BC2D78-4CC7-4DA7-8A43-54CF55BD259D}" type="pres">
      <dgm:prSet presAssocID="{E96234B7-291F-4CEB-8052-0A8994F6ACAB}" presName="Description" presStyleLbl="revTx" presStyleIdx="3" presStyleCnt="6">
        <dgm:presLayoutVars>
          <dgm:bulletEnabled/>
        </dgm:presLayoutVars>
      </dgm:prSet>
      <dgm:spPr/>
    </dgm:pt>
    <dgm:pt modelId="{371FE10A-4377-47A5-98E9-60C843F1F352}" type="pres">
      <dgm:prSet presAssocID="{0089566B-6582-4C59-A9B6-A017759C6331}" presName="sibTrans" presStyleLbl="sibTrans2D1" presStyleIdx="0" presStyleCnt="0"/>
      <dgm:spPr/>
    </dgm:pt>
    <dgm:pt modelId="{BF9E5CD8-B905-4599-A9F7-831CB8E014CD}" type="pres">
      <dgm:prSet presAssocID="{553E776B-D506-4397-B54D-7C562E83342A}" presName="Composite" presStyleCnt="0"/>
      <dgm:spPr/>
    </dgm:pt>
    <dgm:pt modelId="{2DBF86B4-AFE5-4F47-B167-C5A99B0A41C5}" type="pres">
      <dgm:prSet presAssocID="{553E776B-D506-4397-B54D-7C562E83342A}"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 r="-9" b="-8"/>
          <a:stretch/>
        </a:blipFill>
      </dgm:spPr>
      <dgm:extLst>
        <a:ext uri="{E40237B7-FDA0-4F09-8148-C483321AD2D9}">
          <dgm14:cNvPr xmlns:dgm14="http://schemas.microsoft.com/office/drawing/2010/diagram" id="0" name="" descr="Safe storage concept isolated on white background"/>
        </a:ext>
      </dgm:extLst>
    </dgm:pt>
    <dgm:pt modelId="{AE99E324-01E7-4D89-9C42-F7C098325910}" type="pres">
      <dgm:prSet presAssocID="{553E776B-D506-4397-B54D-7C562E83342A}" presName="Subtitle" presStyleLbl="revTx" presStyleIdx="4" presStyleCnt="6">
        <dgm:presLayoutVars>
          <dgm:chMax val="0"/>
          <dgm:bulletEnabled/>
        </dgm:presLayoutVars>
      </dgm:prSet>
      <dgm:spPr/>
    </dgm:pt>
    <dgm:pt modelId="{27A667F7-5EF0-4BA6-BB66-4CBF9074EB1C}" type="pres">
      <dgm:prSet presAssocID="{553E776B-D506-4397-B54D-7C562E83342A}" presName="Description" presStyleLbl="revTx" presStyleIdx="5" presStyleCnt="6">
        <dgm:presLayoutVars>
          <dgm:bulletEnabled/>
        </dgm:presLayoutVars>
      </dgm:prSet>
      <dgm:spPr/>
    </dgm:pt>
  </dgm:ptLst>
  <dgm:cxnLst>
    <dgm:cxn modelId="{96DFF005-8620-40AC-B215-5A336542A6DE}" srcId="{553E776B-D506-4397-B54D-7C562E83342A}" destId="{555995B0-9331-4719-81DD-B456748BE6E4}" srcOrd="0" destOrd="0" parTransId="{788EA1A9-FD99-4414-BCB7-BBFED8AE2F5A}" sibTransId="{44EBFE03-BD59-4625-BBD2-7BFB4D483894}"/>
    <dgm:cxn modelId="{9956C237-8912-40F2-9732-DFDE6B2C4BD2}" srcId="{94764A3D-2C4C-46E8-95F1-3FC832337842}" destId="{AD973A1A-B5B9-4B28-AEAB-1AACFFB2DA39}" srcOrd="0" destOrd="0" parTransId="{2122F456-A896-4544-A229-561D5B3C0FD4}" sibTransId="{F6688B23-A6E1-49B9-9C51-7C8E12A441CF}"/>
    <dgm:cxn modelId="{C4510644-8948-4173-B224-A56D19AF933E}" srcId="{E96234B7-291F-4CEB-8052-0A8994F6ACAB}" destId="{5E705B1A-9250-41D6-B81E-3577E2C7FC4C}" srcOrd="0" destOrd="0" parTransId="{67724E65-69C2-49F3-81E0-DACDF05D1D36}" sibTransId="{9848E9AA-D496-45C3-8117-BDAFC6D85741}"/>
    <dgm:cxn modelId="{0EB8D18B-DBA8-43EF-B1E4-7DF6D981115C}" srcId="{9CF67ABA-136E-4308-9D49-19AB3A8A78A6}" destId="{553E776B-D506-4397-B54D-7C562E83342A}" srcOrd="2" destOrd="0" parTransId="{2138BFF7-4F8C-4424-A5E4-83562ADDE6A2}" sibTransId="{18010999-AEFE-4AFB-B1C9-69FD315EB3C5}"/>
    <dgm:cxn modelId="{6040D2A0-3AE6-44BB-8A04-AE228A81B18C}" type="presOf" srcId="{94764A3D-2C4C-46E8-95F1-3FC832337842}" destId="{9EF29D38-884F-4625-A391-775847094C04}" srcOrd="0" destOrd="0" presId="urn:microsoft.com/office/officeart/2024/3/layout/verticalVisualTextBlock1"/>
    <dgm:cxn modelId="{7376CCAB-EC8F-4AFA-885C-DC8E677DB423}" srcId="{9CF67ABA-136E-4308-9D49-19AB3A8A78A6}" destId="{94764A3D-2C4C-46E8-95F1-3FC832337842}" srcOrd="0" destOrd="0" parTransId="{2B8356F3-8F4D-4389-9702-F2D664A864C8}" sibTransId="{B5817CC7-EE13-4610-83D2-2D21DA6A563C}"/>
    <dgm:cxn modelId="{8CFB72BB-349A-422A-B442-ECBA84424CC1}" type="presOf" srcId="{555995B0-9331-4719-81DD-B456748BE6E4}" destId="{27A667F7-5EF0-4BA6-BB66-4CBF9074EB1C}" srcOrd="0" destOrd="0" presId="urn:microsoft.com/office/officeart/2024/3/layout/verticalVisualTextBlock1"/>
    <dgm:cxn modelId="{7D2FCAC1-8780-49C5-8984-73673A7344BD}" type="presOf" srcId="{0089566B-6582-4C59-A9B6-A017759C6331}" destId="{371FE10A-4377-47A5-98E9-60C843F1F352}" srcOrd="0" destOrd="0" presId="urn:microsoft.com/office/officeart/2024/3/layout/verticalVisualTextBlock1"/>
    <dgm:cxn modelId="{434672CC-949A-4BF1-8F23-0D48C46635C7}" type="presOf" srcId="{E96234B7-291F-4CEB-8052-0A8994F6ACAB}" destId="{927FCC60-55A4-41C1-BA48-C942A42B9192}" srcOrd="0" destOrd="0" presId="urn:microsoft.com/office/officeart/2024/3/layout/verticalVisualTextBlock1"/>
    <dgm:cxn modelId="{9A826AD8-8762-47D8-BF8B-51BB1905280F}" type="presOf" srcId="{553E776B-D506-4397-B54D-7C562E83342A}" destId="{AE99E324-01E7-4D89-9C42-F7C098325910}" srcOrd="0" destOrd="0" presId="urn:microsoft.com/office/officeart/2024/3/layout/verticalVisualTextBlock1"/>
    <dgm:cxn modelId="{91127BE0-E10F-4D13-87BF-D8FCEBCA47AE}" type="presOf" srcId="{B5817CC7-EE13-4610-83D2-2D21DA6A563C}" destId="{9998CB9C-86EC-49F4-B986-062BC17C143C}" srcOrd="0" destOrd="0" presId="urn:microsoft.com/office/officeart/2024/3/layout/verticalVisualTextBlock1"/>
    <dgm:cxn modelId="{385EE0F5-16D3-40A6-B243-EA033C936384}" type="presOf" srcId="{9CF67ABA-136E-4308-9D49-19AB3A8A78A6}" destId="{52962AB4-A973-4933-BB3B-45C1CA105703}" srcOrd="0" destOrd="0" presId="urn:microsoft.com/office/officeart/2024/3/layout/verticalVisualTextBlock1"/>
    <dgm:cxn modelId="{0FDED2F6-6E81-4800-827D-742F22410C95}" type="presOf" srcId="{AD973A1A-B5B9-4B28-AEAB-1AACFFB2DA39}" destId="{76413298-20DA-47A8-ABFC-A217B6247109}" srcOrd="0" destOrd="0" presId="urn:microsoft.com/office/officeart/2024/3/layout/verticalVisualTextBlock1"/>
    <dgm:cxn modelId="{0B1776F7-6F16-41E6-AADC-2ADCE296B44F}" srcId="{9CF67ABA-136E-4308-9D49-19AB3A8A78A6}" destId="{E96234B7-291F-4CEB-8052-0A8994F6ACAB}" srcOrd="1" destOrd="0" parTransId="{23F251E9-DF66-4EA5-B8F7-CD3EA42234F9}" sibTransId="{0089566B-6582-4C59-A9B6-A017759C6331}"/>
    <dgm:cxn modelId="{404D94FB-75D6-4E98-8679-5482822A32F5}" type="presOf" srcId="{5E705B1A-9250-41D6-B81E-3577E2C7FC4C}" destId="{82BC2D78-4CC7-4DA7-8A43-54CF55BD259D}" srcOrd="0" destOrd="0" presId="urn:microsoft.com/office/officeart/2024/3/layout/verticalVisualTextBlock1"/>
    <dgm:cxn modelId="{DE730555-5CF7-457D-929D-6DDDA2A1BDDA}" type="presParOf" srcId="{52962AB4-A973-4933-BB3B-45C1CA105703}" destId="{40CFF4EB-03B4-4D18-8A1C-143CFE3CEE28}" srcOrd="0" destOrd="0" presId="urn:microsoft.com/office/officeart/2024/3/layout/verticalVisualTextBlock1"/>
    <dgm:cxn modelId="{6494CD7A-9E48-4E31-86E4-9B866E39876C}" type="presParOf" srcId="{40CFF4EB-03B4-4D18-8A1C-143CFE3CEE28}" destId="{7B8C023D-7C8A-4D79-8119-8D0C040913E2}" srcOrd="0" destOrd="0" presId="urn:microsoft.com/office/officeart/2024/3/layout/verticalVisualTextBlock1"/>
    <dgm:cxn modelId="{33032643-B88B-426E-8B67-6D3BD274B04F}" type="presParOf" srcId="{40CFF4EB-03B4-4D18-8A1C-143CFE3CEE28}" destId="{9EF29D38-884F-4625-A391-775847094C04}" srcOrd="1" destOrd="0" presId="urn:microsoft.com/office/officeart/2024/3/layout/verticalVisualTextBlock1"/>
    <dgm:cxn modelId="{63457706-FA78-4BF2-ABC6-B6EAFA417953}" type="presParOf" srcId="{40CFF4EB-03B4-4D18-8A1C-143CFE3CEE28}" destId="{76413298-20DA-47A8-ABFC-A217B6247109}" srcOrd="2" destOrd="0" presId="urn:microsoft.com/office/officeart/2024/3/layout/verticalVisualTextBlock1"/>
    <dgm:cxn modelId="{F5F72DFA-4242-4A46-934E-A2B4BC76B6A6}" type="presParOf" srcId="{52962AB4-A973-4933-BB3B-45C1CA105703}" destId="{9998CB9C-86EC-49F4-B986-062BC17C143C}" srcOrd="1" destOrd="0" presId="urn:microsoft.com/office/officeart/2024/3/layout/verticalVisualTextBlock1"/>
    <dgm:cxn modelId="{E1CEB04B-417D-4033-A754-B9ACB6F61B24}" type="presParOf" srcId="{52962AB4-A973-4933-BB3B-45C1CA105703}" destId="{31F32361-47CD-4A8B-9ED2-FE5F1C6E206A}" srcOrd="2" destOrd="0" presId="urn:microsoft.com/office/officeart/2024/3/layout/verticalVisualTextBlock1"/>
    <dgm:cxn modelId="{B6E9D4A7-A3C3-4BF8-95ED-FF71BADE728B}" type="presParOf" srcId="{31F32361-47CD-4A8B-9ED2-FE5F1C6E206A}" destId="{7770948E-3A11-4D29-937B-8D1587AB258D}" srcOrd="0" destOrd="0" presId="urn:microsoft.com/office/officeart/2024/3/layout/verticalVisualTextBlock1"/>
    <dgm:cxn modelId="{EA9612F0-D18C-48EF-9D22-94696EAC1E7F}" type="presParOf" srcId="{31F32361-47CD-4A8B-9ED2-FE5F1C6E206A}" destId="{927FCC60-55A4-41C1-BA48-C942A42B9192}" srcOrd="1" destOrd="0" presId="urn:microsoft.com/office/officeart/2024/3/layout/verticalVisualTextBlock1"/>
    <dgm:cxn modelId="{EE10AA53-AD24-415C-97C3-8731E4B5F76D}" type="presParOf" srcId="{31F32361-47CD-4A8B-9ED2-FE5F1C6E206A}" destId="{82BC2D78-4CC7-4DA7-8A43-54CF55BD259D}" srcOrd="2" destOrd="0" presId="urn:microsoft.com/office/officeart/2024/3/layout/verticalVisualTextBlock1"/>
    <dgm:cxn modelId="{D4AD0C6D-E2F5-4954-9DE8-F7A584573852}" type="presParOf" srcId="{52962AB4-A973-4933-BB3B-45C1CA105703}" destId="{371FE10A-4377-47A5-98E9-60C843F1F352}" srcOrd="3" destOrd="0" presId="urn:microsoft.com/office/officeart/2024/3/layout/verticalVisualTextBlock1"/>
    <dgm:cxn modelId="{5A326777-02D1-4088-AE68-83E865EFC6DA}" type="presParOf" srcId="{52962AB4-A973-4933-BB3B-45C1CA105703}" destId="{BF9E5CD8-B905-4599-A9F7-831CB8E014CD}" srcOrd="4" destOrd="0" presId="urn:microsoft.com/office/officeart/2024/3/layout/verticalVisualTextBlock1"/>
    <dgm:cxn modelId="{56E943B5-BB8B-443F-93F6-F50F595A2C46}" type="presParOf" srcId="{BF9E5CD8-B905-4599-A9F7-831CB8E014CD}" destId="{2DBF86B4-AFE5-4F47-B167-C5A99B0A41C5}" srcOrd="0" destOrd="0" presId="urn:microsoft.com/office/officeart/2024/3/layout/verticalVisualTextBlock1"/>
    <dgm:cxn modelId="{113C9A55-7958-4FAA-A952-94736F0E59AA}" type="presParOf" srcId="{BF9E5CD8-B905-4599-A9F7-831CB8E014CD}" destId="{AE99E324-01E7-4D89-9C42-F7C098325910}" srcOrd="1" destOrd="0" presId="urn:microsoft.com/office/officeart/2024/3/layout/verticalVisualTextBlock1"/>
    <dgm:cxn modelId="{10B01B65-22B7-4EC0-A0EF-46C001C01B41}" type="presParOf" srcId="{BF9E5CD8-B905-4599-A9F7-831CB8E014CD}" destId="{27A667F7-5EF0-4BA6-BB66-4CBF9074EB1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A1CE22-275D-4683-B6CA-810BA911B5E1}"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771AB98C-C13E-4D50-A9F7-FC0ECBF648E5}">
      <dgm:prSet/>
      <dgm:spPr/>
      <dgm:t>
        <a:bodyPr/>
        <a:lstStyle/>
        <a:p>
          <a:pPr>
            <a:lnSpc>
              <a:spcPct val="100000"/>
            </a:lnSpc>
            <a:defRPr b="1"/>
          </a:pPr>
          <a:r>
            <a:rPr lang="en-US"/>
            <a:t>Embedding Regulatory Requirements</a:t>
          </a:r>
        </a:p>
      </dgm:t>
    </dgm:pt>
    <dgm:pt modelId="{94733DF5-F3F8-49EE-A20D-AF27F11E96C3}" type="parTrans" cxnId="{EFFC1D1C-A8DE-4C05-B184-C552EFBFE260}">
      <dgm:prSet/>
      <dgm:spPr/>
      <dgm:t>
        <a:bodyPr/>
        <a:lstStyle/>
        <a:p>
          <a:endParaRPr lang="en-US"/>
        </a:p>
      </dgm:t>
    </dgm:pt>
    <dgm:pt modelId="{8A218242-7CC7-44B9-93EE-4938178B83A7}" type="sibTrans" cxnId="{EFFC1D1C-A8DE-4C05-B184-C552EFBFE260}">
      <dgm:prSet/>
      <dgm:spPr/>
      <dgm:t>
        <a:bodyPr/>
        <a:lstStyle/>
        <a:p>
          <a:pPr>
            <a:lnSpc>
              <a:spcPct val="100000"/>
            </a:lnSpc>
            <a:defRPr b="1"/>
          </a:pPr>
          <a:endParaRPr lang="en-US"/>
        </a:p>
      </dgm:t>
    </dgm:pt>
    <dgm:pt modelId="{BCB291A7-2E7A-4243-B556-2AEB56A436F4}">
      <dgm:prSet/>
      <dgm:spPr/>
      <dgm:t>
        <a:bodyPr/>
        <a:lstStyle/>
        <a:p>
          <a:pPr>
            <a:lnSpc>
              <a:spcPct val="100000"/>
            </a:lnSpc>
          </a:pPr>
          <a:r>
            <a:rPr lang="en-US"/>
            <a:t>Incorporate compliance rules directly within Core Banking Platform and processing to ensure continuous adherence to regulations.</a:t>
          </a:r>
        </a:p>
      </dgm:t>
    </dgm:pt>
    <dgm:pt modelId="{BDC33F57-1ADC-424E-9738-6A9C774BF86D}" type="parTrans" cxnId="{41CD1988-754A-465F-9E92-1E58645CC73E}">
      <dgm:prSet/>
      <dgm:spPr/>
      <dgm:t>
        <a:bodyPr/>
        <a:lstStyle/>
        <a:p>
          <a:endParaRPr lang="en-US"/>
        </a:p>
      </dgm:t>
    </dgm:pt>
    <dgm:pt modelId="{6AB7703E-4726-4A54-98E8-931DB8A19D97}" type="sibTrans" cxnId="{41CD1988-754A-465F-9E92-1E58645CC73E}">
      <dgm:prSet/>
      <dgm:spPr/>
      <dgm:t>
        <a:bodyPr/>
        <a:lstStyle/>
        <a:p>
          <a:endParaRPr lang="en-US"/>
        </a:p>
      </dgm:t>
    </dgm:pt>
    <dgm:pt modelId="{17165DCE-D814-44F6-AA93-D1075C38D47F}">
      <dgm:prSet/>
      <dgm:spPr/>
      <dgm:t>
        <a:bodyPr/>
        <a:lstStyle/>
        <a:p>
          <a:pPr>
            <a:lnSpc>
              <a:spcPct val="100000"/>
            </a:lnSpc>
            <a:defRPr b="1"/>
          </a:pPr>
          <a:r>
            <a:rPr lang="en-US"/>
            <a:t>Integrating with Regulatory Reporting Component </a:t>
          </a:r>
        </a:p>
      </dgm:t>
    </dgm:pt>
    <dgm:pt modelId="{C3F0CCA7-03B4-4DC3-B8FC-7443F58890FE}" type="parTrans" cxnId="{5A4ACA0E-9BDE-4636-A13F-C1C233B0BB8D}">
      <dgm:prSet/>
      <dgm:spPr/>
      <dgm:t>
        <a:bodyPr/>
        <a:lstStyle/>
        <a:p>
          <a:endParaRPr lang="en-US"/>
        </a:p>
      </dgm:t>
    </dgm:pt>
    <dgm:pt modelId="{5524D2E9-4627-4486-8650-2E65810F1193}" type="sibTrans" cxnId="{5A4ACA0E-9BDE-4636-A13F-C1C233B0BB8D}">
      <dgm:prSet/>
      <dgm:spPr/>
      <dgm:t>
        <a:bodyPr/>
        <a:lstStyle/>
        <a:p>
          <a:pPr>
            <a:lnSpc>
              <a:spcPct val="100000"/>
            </a:lnSpc>
            <a:defRPr b="1"/>
          </a:pPr>
          <a:endParaRPr lang="en-US"/>
        </a:p>
      </dgm:t>
    </dgm:pt>
    <dgm:pt modelId="{BFD420FA-0E23-435B-B7FC-CA14BC88F4D4}">
      <dgm:prSet/>
      <dgm:spPr/>
      <dgm:t>
        <a:bodyPr/>
        <a:lstStyle/>
        <a:p>
          <a:pPr>
            <a:lnSpc>
              <a:spcPct val="100000"/>
            </a:lnSpc>
          </a:pPr>
          <a:r>
            <a:rPr lang="en-US"/>
            <a:t>Integrating with a Regulatory Reporting Component to generates the various Reports and Extracts as defined by the Regulator (Format, Content, Timing) </a:t>
          </a:r>
        </a:p>
      </dgm:t>
    </dgm:pt>
    <dgm:pt modelId="{D46064FE-9363-4DD6-A6F1-D1CE7A5ACB3B}" type="parTrans" cxnId="{25C9C77B-B626-4E35-94BF-4EF381944340}">
      <dgm:prSet/>
      <dgm:spPr/>
      <dgm:t>
        <a:bodyPr/>
        <a:lstStyle/>
        <a:p>
          <a:endParaRPr lang="en-US"/>
        </a:p>
      </dgm:t>
    </dgm:pt>
    <dgm:pt modelId="{C2E97F33-8AD9-4D4E-A7B4-388AC3C79A8A}" type="sibTrans" cxnId="{25C9C77B-B626-4E35-94BF-4EF381944340}">
      <dgm:prSet/>
      <dgm:spPr/>
      <dgm:t>
        <a:bodyPr/>
        <a:lstStyle/>
        <a:p>
          <a:endParaRPr lang="en-US"/>
        </a:p>
      </dgm:t>
    </dgm:pt>
    <dgm:pt modelId="{4994FB5E-7281-496C-A494-82199A50B61D}">
      <dgm:prSet/>
      <dgm:spPr/>
      <dgm:t>
        <a:bodyPr/>
        <a:lstStyle/>
        <a:p>
          <a:pPr>
            <a:lnSpc>
              <a:spcPct val="100000"/>
            </a:lnSpc>
            <a:defRPr b="1"/>
          </a:pPr>
          <a:r>
            <a:rPr lang="en-US"/>
            <a:t>Regulatory Certification process</a:t>
          </a:r>
        </a:p>
      </dgm:t>
    </dgm:pt>
    <dgm:pt modelId="{0EF21112-373B-4F69-BA9E-02643BCC3DC4}" type="parTrans" cxnId="{ADFD2B57-E673-47E7-B437-2B943B7436B9}">
      <dgm:prSet/>
      <dgm:spPr/>
      <dgm:t>
        <a:bodyPr/>
        <a:lstStyle/>
        <a:p>
          <a:endParaRPr lang="en-US"/>
        </a:p>
      </dgm:t>
    </dgm:pt>
    <dgm:pt modelId="{E1752F06-A54D-42D6-80EA-B4A8A5C7E7B9}" type="sibTrans" cxnId="{ADFD2B57-E673-47E7-B437-2B943B7436B9}">
      <dgm:prSet/>
      <dgm:spPr/>
      <dgm:t>
        <a:bodyPr/>
        <a:lstStyle/>
        <a:p>
          <a:endParaRPr lang="en-US"/>
        </a:p>
      </dgm:t>
    </dgm:pt>
    <dgm:pt modelId="{9F37426C-26FA-4B9C-AB81-F1DEB3089C07}">
      <dgm:prSet/>
      <dgm:spPr/>
      <dgm:t>
        <a:bodyPr/>
        <a:lstStyle/>
        <a:p>
          <a:pPr>
            <a:lnSpc>
              <a:spcPct val="100000"/>
            </a:lnSpc>
          </a:pPr>
          <a:r>
            <a:rPr lang="en-US"/>
            <a:t>Regulatory Certification process need to be thorough including with an Independent Compliance Expert Signing off Certification Process and Results and using External Specialist Vendor as needed </a:t>
          </a:r>
        </a:p>
        <a:p>
          <a:pPr>
            <a:lnSpc>
              <a:spcPct val="100000"/>
            </a:lnSpc>
          </a:pPr>
          <a:r>
            <a:rPr lang="en-US"/>
            <a:t>The Certification Process needs to include a full automation testing capability so that these tests can be done repeatedly in a cost effective manner</a:t>
          </a:r>
        </a:p>
      </dgm:t>
    </dgm:pt>
    <dgm:pt modelId="{72B505F1-8783-49BC-A416-B9FB4CEEBA34}" type="parTrans" cxnId="{A00AE3DD-B9B6-4C7E-9B69-EDAB4CD24246}">
      <dgm:prSet/>
      <dgm:spPr/>
      <dgm:t>
        <a:bodyPr/>
        <a:lstStyle/>
        <a:p>
          <a:endParaRPr lang="en-US"/>
        </a:p>
      </dgm:t>
    </dgm:pt>
    <dgm:pt modelId="{DD6DCD48-F183-4373-9598-01B104B292D1}" type="sibTrans" cxnId="{A00AE3DD-B9B6-4C7E-9B69-EDAB4CD24246}">
      <dgm:prSet/>
      <dgm:spPr/>
      <dgm:t>
        <a:bodyPr/>
        <a:lstStyle/>
        <a:p>
          <a:endParaRPr lang="en-US"/>
        </a:p>
      </dgm:t>
    </dgm:pt>
    <dgm:pt modelId="{3E698537-7C6C-4B31-8F64-B5B40A602089}" type="pres">
      <dgm:prSet presAssocID="{AEA1CE22-275D-4683-B6CA-810BA911B5E1}" presName="Root" presStyleCnt="0">
        <dgm:presLayoutVars>
          <dgm:dir/>
          <dgm:resizeHandles val="exact"/>
        </dgm:presLayoutVars>
      </dgm:prSet>
      <dgm:spPr/>
    </dgm:pt>
    <dgm:pt modelId="{7424FE3A-8EA7-4AC5-BEFE-D7D80BE185FF}" type="pres">
      <dgm:prSet presAssocID="{771AB98C-C13E-4D50-A9F7-FC0ECBF648E5}" presName="Composite" presStyleCnt="0"/>
      <dgm:spPr/>
    </dgm:pt>
    <dgm:pt modelId="{E310BA8D-4ECA-4274-BBB8-22EBFEA86796}" type="pres">
      <dgm:prSet presAssocID="{771AB98C-C13E-4D50-A9F7-FC0ECBF648E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570" r="18926" b="-6"/>
          <a:stretch/>
        </a:blipFill>
      </dgm:spPr>
      <dgm:extLst>
        <a:ext uri="{E40237B7-FDA0-4F09-8148-C483321AD2D9}">
          <dgm14:cNvPr xmlns:dgm14="http://schemas.microsoft.com/office/drawing/2010/diagram" id="0" name="" descr="Female drawing flow chart"/>
        </a:ext>
      </dgm:extLst>
    </dgm:pt>
    <dgm:pt modelId="{822276AC-84ED-4A58-A363-CDE5C50A0D7B}" type="pres">
      <dgm:prSet presAssocID="{771AB98C-C13E-4D50-A9F7-FC0ECBF648E5}" presName="Subtitle" presStyleLbl="revTx" presStyleIdx="0" presStyleCnt="6">
        <dgm:presLayoutVars>
          <dgm:chMax val="0"/>
          <dgm:bulletEnabled/>
        </dgm:presLayoutVars>
      </dgm:prSet>
      <dgm:spPr/>
    </dgm:pt>
    <dgm:pt modelId="{04A87CE1-5DD7-4468-9AFC-0D7D9185F9F5}" type="pres">
      <dgm:prSet presAssocID="{771AB98C-C13E-4D50-A9F7-FC0ECBF648E5}" presName="Description" presStyleLbl="revTx" presStyleIdx="1" presStyleCnt="6">
        <dgm:presLayoutVars>
          <dgm:bulletEnabled/>
        </dgm:presLayoutVars>
      </dgm:prSet>
      <dgm:spPr/>
    </dgm:pt>
    <dgm:pt modelId="{B997FA63-2A80-4A4D-BA5E-2039A6241E6D}" type="pres">
      <dgm:prSet presAssocID="{8A218242-7CC7-44B9-93EE-4938178B83A7}" presName="sibTrans" presStyleLbl="sibTrans2D1" presStyleIdx="0" presStyleCnt="0"/>
      <dgm:spPr/>
    </dgm:pt>
    <dgm:pt modelId="{0E757C17-E5C1-4313-BDA8-DCC801435E5A}" type="pres">
      <dgm:prSet presAssocID="{17165DCE-D814-44F6-AA93-D1075C38D47F}" presName="Composite" presStyleCnt="0"/>
      <dgm:spPr/>
    </dgm:pt>
    <dgm:pt modelId="{7ED9E003-64D9-40A2-A0D3-C47073602597}" type="pres">
      <dgm:prSet presAssocID="{17165DCE-D814-44F6-AA93-D1075C38D47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097" r="22905" b="3"/>
          <a:stretch/>
        </a:blipFill>
      </dgm:spPr>
      <dgm:extLst>
        <a:ext uri="{E40237B7-FDA0-4F09-8148-C483321AD2D9}">
          <dgm14:cNvPr xmlns:dgm14="http://schemas.microsoft.com/office/drawing/2010/diagram" id="0" name="" descr="Abstract Digital concept which shows network security optimisation and internet technology  "/>
        </a:ext>
      </dgm:extLst>
    </dgm:pt>
    <dgm:pt modelId="{32A68492-82C4-43B4-B333-844C007C89A5}" type="pres">
      <dgm:prSet presAssocID="{17165DCE-D814-44F6-AA93-D1075C38D47F}" presName="Subtitle" presStyleLbl="revTx" presStyleIdx="2" presStyleCnt="6">
        <dgm:presLayoutVars>
          <dgm:chMax val="0"/>
          <dgm:bulletEnabled/>
        </dgm:presLayoutVars>
      </dgm:prSet>
      <dgm:spPr/>
    </dgm:pt>
    <dgm:pt modelId="{DB2F657D-F855-433F-9FDD-048D4F1FDB8E}" type="pres">
      <dgm:prSet presAssocID="{17165DCE-D814-44F6-AA93-D1075C38D47F}" presName="Description" presStyleLbl="revTx" presStyleIdx="3" presStyleCnt="6">
        <dgm:presLayoutVars>
          <dgm:bulletEnabled/>
        </dgm:presLayoutVars>
      </dgm:prSet>
      <dgm:spPr/>
    </dgm:pt>
    <dgm:pt modelId="{C2460266-FFB1-4A90-AB8D-D07B10478F48}" type="pres">
      <dgm:prSet presAssocID="{5524D2E9-4627-4486-8650-2E65810F1193}" presName="sibTrans" presStyleLbl="sibTrans2D1" presStyleIdx="0" presStyleCnt="0"/>
      <dgm:spPr/>
    </dgm:pt>
    <dgm:pt modelId="{FD3461B5-76E6-4A12-A5C9-4AB62FF6D529}" type="pres">
      <dgm:prSet presAssocID="{4994FB5E-7281-496C-A494-82199A50B61D}" presName="Composite" presStyleCnt="0"/>
      <dgm:spPr/>
    </dgm:pt>
    <dgm:pt modelId="{B49A4C76-8645-4591-80DB-088CE6B0CDDF}" type="pres">
      <dgm:prSet presAssocID="{4994FB5E-7281-496C-A494-82199A50B61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87" r="23315" b="3"/>
          <a:stretch/>
        </a:blipFill>
      </dgm:spPr>
      <dgm:extLst>
        <a:ext uri="{E40237B7-FDA0-4F09-8148-C483321AD2D9}">
          <dgm14:cNvPr xmlns:dgm14="http://schemas.microsoft.com/office/drawing/2010/diagram" id="0" name="" descr="Risk management plan"/>
        </a:ext>
      </dgm:extLst>
    </dgm:pt>
    <dgm:pt modelId="{9A96B5DC-9F6C-4977-9FE5-9C5ADDEFF690}" type="pres">
      <dgm:prSet presAssocID="{4994FB5E-7281-496C-A494-82199A50B61D}" presName="Subtitle" presStyleLbl="revTx" presStyleIdx="4" presStyleCnt="6">
        <dgm:presLayoutVars>
          <dgm:chMax val="0"/>
          <dgm:bulletEnabled/>
        </dgm:presLayoutVars>
      </dgm:prSet>
      <dgm:spPr/>
    </dgm:pt>
    <dgm:pt modelId="{1948813E-7818-455B-A3A2-165C50E71C9B}" type="pres">
      <dgm:prSet presAssocID="{4994FB5E-7281-496C-A494-82199A50B61D}" presName="Description" presStyleLbl="revTx" presStyleIdx="5" presStyleCnt="6">
        <dgm:presLayoutVars>
          <dgm:bulletEnabled/>
        </dgm:presLayoutVars>
      </dgm:prSet>
      <dgm:spPr/>
    </dgm:pt>
  </dgm:ptLst>
  <dgm:cxnLst>
    <dgm:cxn modelId="{7FE80700-84A3-4839-9569-C2A156EFE9B9}" type="presOf" srcId="{17165DCE-D814-44F6-AA93-D1075C38D47F}" destId="{32A68492-82C4-43B4-B333-844C007C89A5}" srcOrd="0" destOrd="0" presId="urn:microsoft.com/office/officeart/2024/3/layout/verticalVisualTextBlock1"/>
    <dgm:cxn modelId="{88A25403-A4EA-4DB7-86D8-4A9296975C20}" type="presOf" srcId="{AEA1CE22-275D-4683-B6CA-810BA911B5E1}" destId="{3E698537-7C6C-4B31-8F64-B5B40A602089}" srcOrd="0" destOrd="0" presId="urn:microsoft.com/office/officeart/2024/3/layout/verticalVisualTextBlock1"/>
    <dgm:cxn modelId="{5A4ACA0E-9BDE-4636-A13F-C1C233B0BB8D}" srcId="{AEA1CE22-275D-4683-B6CA-810BA911B5E1}" destId="{17165DCE-D814-44F6-AA93-D1075C38D47F}" srcOrd="1" destOrd="0" parTransId="{C3F0CCA7-03B4-4DC3-B8FC-7443F58890FE}" sibTransId="{5524D2E9-4627-4486-8650-2E65810F1193}"/>
    <dgm:cxn modelId="{EFFC1D1C-A8DE-4C05-B184-C552EFBFE260}" srcId="{AEA1CE22-275D-4683-B6CA-810BA911B5E1}" destId="{771AB98C-C13E-4D50-A9F7-FC0ECBF648E5}" srcOrd="0" destOrd="0" parTransId="{94733DF5-F3F8-49EE-A20D-AF27F11E96C3}" sibTransId="{8A218242-7CC7-44B9-93EE-4938178B83A7}"/>
    <dgm:cxn modelId="{C76CE43E-8FB9-4A92-B54A-51B1CA72DB41}" type="presOf" srcId="{5524D2E9-4627-4486-8650-2E65810F1193}" destId="{C2460266-FFB1-4A90-AB8D-D07B10478F48}" srcOrd="0" destOrd="0" presId="urn:microsoft.com/office/officeart/2024/3/layout/verticalVisualTextBlock1"/>
    <dgm:cxn modelId="{B211255E-A2E6-46FC-BD6F-CDC72D90E951}" type="presOf" srcId="{9F37426C-26FA-4B9C-AB81-F1DEB3089C07}" destId="{1948813E-7818-455B-A3A2-165C50E71C9B}" srcOrd="0" destOrd="0" presId="urn:microsoft.com/office/officeart/2024/3/layout/verticalVisualTextBlock1"/>
    <dgm:cxn modelId="{32985F5F-A593-4317-B430-3D524BC2584B}" type="presOf" srcId="{BFD420FA-0E23-435B-B7FC-CA14BC88F4D4}" destId="{DB2F657D-F855-433F-9FDD-048D4F1FDB8E}" srcOrd="0" destOrd="0" presId="urn:microsoft.com/office/officeart/2024/3/layout/verticalVisualTextBlock1"/>
    <dgm:cxn modelId="{18AEE949-BD8B-4D49-9C0C-BF0B54A87D06}" type="presOf" srcId="{8A218242-7CC7-44B9-93EE-4938178B83A7}" destId="{B997FA63-2A80-4A4D-BA5E-2039A6241E6D}" srcOrd="0" destOrd="0" presId="urn:microsoft.com/office/officeart/2024/3/layout/verticalVisualTextBlock1"/>
    <dgm:cxn modelId="{ADFD2B57-E673-47E7-B437-2B943B7436B9}" srcId="{AEA1CE22-275D-4683-B6CA-810BA911B5E1}" destId="{4994FB5E-7281-496C-A494-82199A50B61D}" srcOrd="2" destOrd="0" parTransId="{0EF21112-373B-4F69-BA9E-02643BCC3DC4}" sibTransId="{E1752F06-A54D-42D6-80EA-B4A8A5C7E7B9}"/>
    <dgm:cxn modelId="{C1BE9B5A-169D-413D-A8E2-8FDD61E9361F}" type="presOf" srcId="{BCB291A7-2E7A-4243-B556-2AEB56A436F4}" destId="{04A87CE1-5DD7-4468-9AFC-0D7D9185F9F5}" srcOrd="0" destOrd="0" presId="urn:microsoft.com/office/officeart/2024/3/layout/verticalVisualTextBlock1"/>
    <dgm:cxn modelId="{25C9C77B-B626-4E35-94BF-4EF381944340}" srcId="{17165DCE-D814-44F6-AA93-D1075C38D47F}" destId="{BFD420FA-0E23-435B-B7FC-CA14BC88F4D4}" srcOrd="0" destOrd="0" parTransId="{D46064FE-9363-4DD6-A6F1-D1CE7A5ACB3B}" sibTransId="{C2E97F33-8AD9-4D4E-A7B4-388AC3C79A8A}"/>
    <dgm:cxn modelId="{41CD1988-754A-465F-9E92-1E58645CC73E}" srcId="{771AB98C-C13E-4D50-A9F7-FC0ECBF648E5}" destId="{BCB291A7-2E7A-4243-B556-2AEB56A436F4}" srcOrd="0" destOrd="0" parTransId="{BDC33F57-1ADC-424E-9738-6A9C774BF86D}" sibTransId="{6AB7703E-4726-4A54-98E8-931DB8A19D97}"/>
    <dgm:cxn modelId="{0E33749D-7954-4919-A04E-2D69B3BEABB4}" type="presOf" srcId="{771AB98C-C13E-4D50-A9F7-FC0ECBF648E5}" destId="{822276AC-84ED-4A58-A363-CDE5C50A0D7B}" srcOrd="0" destOrd="0" presId="urn:microsoft.com/office/officeart/2024/3/layout/verticalVisualTextBlock1"/>
    <dgm:cxn modelId="{A00AE3DD-B9B6-4C7E-9B69-EDAB4CD24246}" srcId="{4994FB5E-7281-496C-A494-82199A50B61D}" destId="{9F37426C-26FA-4B9C-AB81-F1DEB3089C07}" srcOrd="0" destOrd="0" parTransId="{72B505F1-8783-49BC-A416-B9FB4CEEBA34}" sibTransId="{DD6DCD48-F183-4373-9598-01B104B292D1}"/>
    <dgm:cxn modelId="{87ED5BE4-9B50-46D8-B678-39F1C30A59AB}" type="presOf" srcId="{4994FB5E-7281-496C-A494-82199A50B61D}" destId="{9A96B5DC-9F6C-4977-9FE5-9C5ADDEFF690}" srcOrd="0" destOrd="0" presId="urn:microsoft.com/office/officeart/2024/3/layout/verticalVisualTextBlock1"/>
    <dgm:cxn modelId="{978050A1-F9C6-477A-8AFB-442A7FD41072}" type="presParOf" srcId="{3E698537-7C6C-4B31-8F64-B5B40A602089}" destId="{7424FE3A-8EA7-4AC5-BEFE-D7D80BE185FF}" srcOrd="0" destOrd="0" presId="urn:microsoft.com/office/officeart/2024/3/layout/verticalVisualTextBlock1"/>
    <dgm:cxn modelId="{397F5842-A934-4809-9CC3-F8138192BCF5}" type="presParOf" srcId="{7424FE3A-8EA7-4AC5-BEFE-D7D80BE185FF}" destId="{E310BA8D-4ECA-4274-BBB8-22EBFEA86796}" srcOrd="0" destOrd="0" presId="urn:microsoft.com/office/officeart/2024/3/layout/verticalVisualTextBlock1"/>
    <dgm:cxn modelId="{43C32CC5-AEEB-4201-8108-F172082A9B26}" type="presParOf" srcId="{7424FE3A-8EA7-4AC5-BEFE-D7D80BE185FF}" destId="{822276AC-84ED-4A58-A363-CDE5C50A0D7B}" srcOrd="1" destOrd="0" presId="urn:microsoft.com/office/officeart/2024/3/layout/verticalVisualTextBlock1"/>
    <dgm:cxn modelId="{2ECBFFE1-16A1-42B9-A7BB-01D57575E1FA}" type="presParOf" srcId="{7424FE3A-8EA7-4AC5-BEFE-D7D80BE185FF}" destId="{04A87CE1-5DD7-4468-9AFC-0D7D9185F9F5}" srcOrd="2" destOrd="0" presId="urn:microsoft.com/office/officeart/2024/3/layout/verticalVisualTextBlock1"/>
    <dgm:cxn modelId="{9115682D-7C8A-4471-B3A4-A1457FC8871E}" type="presParOf" srcId="{3E698537-7C6C-4B31-8F64-B5B40A602089}" destId="{B997FA63-2A80-4A4D-BA5E-2039A6241E6D}" srcOrd="1" destOrd="0" presId="urn:microsoft.com/office/officeart/2024/3/layout/verticalVisualTextBlock1"/>
    <dgm:cxn modelId="{03DD7394-5E47-4EB0-A082-112C9F484B53}" type="presParOf" srcId="{3E698537-7C6C-4B31-8F64-B5B40A602089}" destId="{0E757C17-E5C1-4313-BDA8-DCC801435E5A}" srcOrd="2" destOrd="0" presId="urn:microsoft.com/office/officeart/2024/3/layout/verticalVisualTextBlock1"/>
    <dgm:cxn modelId="{E566649A-642F-4452-A726-6B02D7F6D962}" type="presParOf" srcId="{0E757C17-E5C1-4313-BDA8-DCC801435E5A}" destId="{7ED9E003-64D9-40A2-A0D3-C47073602597}" srcOrd="0" destOrd="0" presId="urn:microsoft.com/office/officeart/2024/3/layout/verticalVisualTextBlock1"/>
    <dgm:cxn modelId="{6CF877AA-E3E3-48DF-93D3-919F5B975118}" type="presParOf" srcId="{0E757C17-E5C1-4313-BDA8-DCC801435E5A}" destId="{32A68492-82C4-43B4-B333-844C007C89A5}" srcOrd="1" destOrd="0" presId="urn:microsoft.com/office/officeart/2024/3/layout/verticalVisualTextBlock1"/>
    <dgm:cxn modelId="{9042360A-15B9-46C3-AF6B-9FA7792C147B}" type="presParOf" srcId="{0E757C17-E5C1-4313-BDA8-DCC801435E5A}" destId="{DB2F657D-F855-433F-9FDD-048D4F1FDB8E}" srcOrd="2" destOrd="0" presId="urn:microsoft.com/office/officeart/2024/3/layout/verticalVisualTextBlock1"/>
    <dgm:cxn modelId="{CE892ABC-C37A-4EE2-9D53-238F21590D0C}" type="presParOf" srcId="{3E698537-7C6C-4B31-8F64-B5B40A602089}" destId="{C2460266-FFB1-4A90-AB8D-D07B10478F48}" srcOrd="3" destOrd="0" presId="urn:microsoft.com/office/officeart/2024/3/layout/verticalVisualTextBlock1"/>
    <dgm:cxn modelId="{196B44B1-7E50-461A-8465-9F760D6A11E3}" type="presParOf" srcId="{3E698537-7C6C-4B31-8F64-B5B40A602089}" destId="{FD3461B5-76E6-4A12-A5C9-4AB62FF6D529}" srcOrd="4" destOrd="0" presId="urn:microsoft.com/office/officeart/2024/3/layout/verticalVisualTextBlock1"/>
    <dgm:cxn modelId="{61A3DD65-4585-4B9C-93E6-FDD36043BB2C}" type="presParOf" srcId="{FD3461B5-76E6-4A12-A5C9-4AB62FF6D529}" destId="{B49A4C76-8645-4591-80DB-088CE6B0CDDF}" srcOrd="0" destOrd="0" presId="urn:microsoft.com/office/officeart/2024/3/layout/verticalVisualTextBlock1"/>
    <dgm:cxn modelId="{C980C377-198B-4350-BE14-834A2EBD3B65}" type="presParOf" srcId="{FD3461B5-76E6-4A12-A5C9-4AB62FF6D529}" destId="{9A96B5DC-9F6C-4977-9FE5-9C5ADDEFF690}" srcOrd="1" destOrd="0" presId="urn:microsoft.com/office/officeart/2024/3/layout/verticalVisualTextBlock1"/>
    <dgm:cxn modelId="{BFFCE5D0-4B29-41FF-BF81-9F6EAB4FEE6F}" type="presParOf" srcId="{FD3461B5-76E6-4A12-A5C9-4AB62FF6D529}" destId="{1948813E-7818-455B-A3A2-165C50E71C9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F6E7122-D349-461D-8F4F-E9F4B012220F}"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DF1FDEE9-D7E5-4EF8-AC57-82FBF8F1B428}">
      <dgm:prSet/>
      <dgm:spPr/>
      <dgm:t>
        <a:bodyPr/>
        <a:lstStyle/>
        <a:p>
          <a:pPr>
            <a:lnSpc>
              <a:spcPct val="100000"/>
            </a:lnSpc>
            <a:defRPr b="1"/>
          </a:pPr>
          <a:r>
            <a:rPr lang="en-US"/>
            <a:t>Secure Data Sharing</a:t>
          </a:r>
        </a:p>
      </dgm:t>
    </dgm:pt>
    <dgm:pt modelId="{32176AA7-47A1-497C-BE61-BC63E9F0FD0B}" type="parTrans" cxnId="{EBB717CA-E760-4CFE-8FE5-328F9F1927E4}">
      <dgm:prSet/>
      <dgm:spPr/>
      <dgm:t>
        <a:bodyPr/>
        <a:lstStyle/>
        <a:p>
          <a:endParaRPr lang="en-US"/>
        </a:p>
      </dgm:t>
    </dgm:pt>
    <dgm:pt modelId="{0D414CF1-591C-4BC5-8258-83019C763684}" type="sibTrans" cxnId="{EBB717CA-E760-4CFE-8FE5-328F9F1927E4}">
      <dgm:prSet/>
      <dgm:spPr/>
      <dgm:t>
        <a:bodyPr/>
        <a:lstStyle/>
        <a:p>
          <a:pPr>
            <a:lnSpc>
              <a:spcPct val="100000"/>
            </a:lnSpc>
            <a:defRPr b="1"/>
          </a:pPr>
          <a:endParaRPr lang="en-US"/>
        </a:p>
      </dgm:t>
    </dgm:pt>
    <dgm:pt modelId="{293DABB8-2D9E-4676-AC61-DBED5FBFDD38}">
      <dgm:prSet/>
      <dgm:spPr/>
      <dgm:t>
        <a:bodyPr/>
        <a:lstStyle/>
        <a:p>
          <a:pPr>
            <a:lnSpc>
              <a:spcPct val="100000"/>
            </a:lnSpc>
          </a:pPr>
          <a:r>
            <a:rPr lang="en-US"/>
            <a:t>Open banking enables customers to safely share their financial data with authorized third-party providers.</a:t>
          </a:r>
        </a:p>
      </dgm:t>
    </dgm:pt>
    <dgm:pt modelId="{F57FCCF6-BF0E-460A-A92D-FA0380B77168}" type="parTrans" cxnId="{DC723025-5938-4E00-A3CF-BB330392058E}">
      <dgm:prSet/>
      <dgm:spPr/>
      <dgm:t>
        <a:bodyPr/>
        <a:lstStyle/>
        <a:p>
          <a:endParaRPr lang="en-US"/>
        </a:p>
      </dgm:t>
    </dgm:pt>
    <dgm:pt modelId="{3F5C619F-CAE9-465D-A2DE-8EA4239275D8}" type="sibTrans" cxnId="{DC723025-5938-4E00-A3CF-BB330392058E}">
      <dgm:prSet/>
      <dgm:spPr/>
      <dgm:t>
        <a:bodyPr/>
        <a:lstStyle/>
        <a:p>
          <a:endParaRPr lang="en-US"/>
        </a:p>
      </dgm:t>
    </dgm:pt>
    <dgm:pt modelId="{0FAB1559-DC51-494D-A31B-7686BA1B1D00}">
      <dgm:prSet/>
      <dgm:spPr/>
      <dgm:t>
        <a:bodyPr/>
        <a:lstStyle/>
        <a:p>
          <a:pPr>
            <a:lnSpc>
              <a:spcPct val="100000"/>
            </a:lnSpc>
            <a:defRPr b="1"/>
          </a:pPr>
          <a:r>
            <a:rPr lang="en-US"/>
            <a:t>Access to Innovative Services</a:t>
          </a:r>
        </a:p>
      </dgm:t>
    </dgm:pt>
    <dgm:pt modelId="{14EBBD3F-CCEB-448F-BBBA-94ABCACB3C02}" type="parTrans" cxnId="{626F47B8-583F-4C4D-8CE7-32DD61CEC75B}">
      <dgm:prSet/>
      <dgm:spPr/>
      <dgm:t>
        <a:bodyPr/>
        <a:lstStyle/>
        <a:p>
          <a:endParaRPr lang="en-US"/>
        </a:p>
      </dgm:t>
    </dgm:pt>
    <dgm:pt modelId="{45C71458-D671-40AB-8146-CF52F5F5721C}" type="sibTrans" cxnId="{626F47B8-583F-4C4D-8CE7-32DD61CEC75B}">
      <dgm:prSet/>
      <dgm:spPr/>
      <dgm:t>
        <a:bodyPr/>
        <a:lstStyle/>
        <a:p>
          <a:pPr>
            <a:lnSpc>
              <a:spcPct val="100000"/>
            </a:lnSpc>
            <a:defRPr b="1"/>
          </a:pPr>
          <a:endParaRPr lang="en-US"/>
        </a:p>
      </dgm:t>
    </dgm:pt>
    <dgm:pt modelId="{E693F82B-3D66-4850-874C-58A5EECD6D29}">
      <dgm:prSet/>
      <dgm:spPr/>
      <dgm:t>
        <a:bodyPr/>
        <a:lstStyle/>
        <a:p>
          <a:pPr>
            <a:lnSpc>
              <a:spcPct val="100000"/>
            </a:lnSpc>
          </a:pPr>
          <a:r>
            <a:rPr lang="en-US"/>
            <a:t>Customers gain access to new and innovative financial services through open banking frameworks.</a:t>
          </a:r>
        </a:p>
      </dgm:t>
    </dgm:pt>
    <dgm:pt modelId="{426F2564-F42B-46EE-8E64-3D4961F08AED}" type="parTrans" cxnId="{5C2C9070-FEC5-436E-8ED4-E50EDC759144}">
      <dgm:prSet/>
      <dgm:spPr/>
      <dgm:t>
        <a:bodyPr/>
        <a:lstStyle/>
        <a:p>
          <a:endParaRPr lang="en-US"/>
        </a:p>
      </dgm:t>
    </dgm:pt>
    <dgm:pt modelId="{AB941BA4-8688-4187-BD88-417190E50158}" type="sibTrans" cxnId="{5C2C9070-FEC5-436E-8ED4-E50EDC759144}">
      <dgm:prSet/>
      <dgm:spPr/>
      <dgm:t>
        <a:bodyPr/>
        <a:lstStyle/>
        <a:p>
          <a:endParaRPr lang="en-US"/>
        </a:p>
      </dgm:t>
    </dgm:pt>
    <dgm:pt modelId="{73868A1A-85E8-4EED-B25B-A4C4487694C3}">
      <dgm:prSet/>
      <dgm:spPr/>
      <dgm:t>
        <a:bodyPr/>
        <a:lstStyle/>
        <a:p>
          <a:pPr>
            <a:lnSpc>
              <a:spcPct val="100000"/>
            </a:lnSpc>
            <a:defRPr b="1"/>
          </a:pPr>
          <a:r>
            <a:rPr lang="en-US"/>
            <a:t>Fostering Competition</a:t>
          </a:r>
        </a:p>
      </dgm:t>
    </dgm:pt>
    <dgm:pt modelId="{EA187226-C1EC-453D-91C4-240BCAB12F39}" type="parTrans" cxnId="{818FBC1F-DB84-452F-81D2-A89544D3CF35}">
      <dgm:prSet/>
      <dgm:spPr/>
      <dgm:t>
        <a:bodyPr/>
        <a:lstStyle/>
        <a:p>
          <a:endParaRPr lang="en-US"/>
        </a:p>
      </dgm:t>
    </dgm:pt>
    <dgm:pt modelId="{953CC9CF-E087-498A-BD42-F058B1B4B962}" type="sibTrans" cxnId="{818FBC1F-DB84-452F-81D2-A89544D3CF35}">
      <dgm:prSet/>
      <dgm:spPr/>
      <dgm:t>
        <a:bodyPr/>
        <a:lstStyle/>
        <a:p>
          <a:endParaRPr lang="en-US"/>
        </a:p>
      </dgm:t>
    </dgm:pt>
    <dgm:pt modelId="{0E6C90A0-1BDF-4FD3-BC18-9AC4D6510BDA}">
      <dgm:prSet/>
      <dgm:spPr/>
      <dgm:t>
        <a:bodyPr/>
        <a:lstStyle/>
        <a:p>
          <a:pPr>
            <a:lnSpc>
              <a:spcPct val="100000"/>
            </a:lnSpc>
          </a:pPr>
          <a:r>
            <a:rPr lang="en-US"/>
            <a:t>Open banking promotes competition among financial service providers, benefiting customers with better options.</a:t>
          </a:r>
        </a:p>
      </dgm:t>
    </dgm:pt>
    <dgm:pt modelId="{0548461B-17CF-4E80-8A6A-60BF61BF70D9}" type="parTrans" cxnId="{D7AE62C5-ECA3-4AC5-B335-2A63337E0CED}">
      <dgm:prSet/>
      <dgm:spPr/>
      <dgm:t>
        <a:bodyPr/>
        <a:lstStyle/>
        <a:p>
          <a:endParaRPr lang="en-US"/>
        </a:p>
      </dgm:t>
    </dgm:pt>
    <dgm:pt modelId="{76C5F0B1-0B41-4F06-84A1-EDB83AB430EA}" type="sibTrans" cxnId="{D7AE62C5-ECA3-4AC5-B335-2A63337E0CED}">
      <dgm:prSet/>
      <dgm:spPr/>
      <dgm:t>
        <a:bodyPr/>
        <a:lstStyle/>
        <a:p>
          <a:endParaRPr lang="en-US"/>
        </a:p>
      </dgm:t>
    </dgm:pt>
    <dgm:pt modelId="{1B085DF1-3F3C-452F-BDA9-C0B3A491B5AF}" type="pres">
      <dgm:prSet presAssocID="{DF6E7122-D349-461D-8F4F-E9F4B012220F}" presName="Root" presStyleCnt="0">
        <dgm:presLayoutVars>
          <dgm:dir/>
          <dgm:resizeHandles val="exact"/>
        </dgm:presLayoutVars>
      </dgm:prSet>
      <dgm:spPr/>
    </dgm:pt>
    <dgm:pt modelId="{527A4595-4FC6-48C6-B081-916B072E2E7B}" type="pres">
      <dgm:prSet presAssocID="{DF1FDEE9-D7E5-4EF8-AC57-82FBF8F1B428}" presName="Composite" presStyleCnt="0"/>
      <dgm:spPr/>
    </dgm:pt>
    <dgm:pt modelId="{8BC8BA00-DF7E-45C7-BD2F-AA2B76E42AB2}" type="pres">
      <dgm:prSet presAssocID="{DF1FDEE9-D7E5-4EF8-AC57-82FBF8F1B42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1624" r="28378" b="3"/>
          <a:stretch/>
        </a:blipFill>
      </dgm:spPr>
      <dgm:extLst>
        <a:ext uri="{E40237B7-FDA0-4F09-8148-C483321AD2D9}">
          <dgm14:cNvPr xmlns:dgm14="http://schemas.microsoft.com/office/drawing/2010/diagram" id="0" name="" descr="Illustration of programming code"/>
        </a:ext>
      </dgm:extLst>
    </dgm:pt>
    <dgm:pt modelId="{1BDE103A-225F-4D73-8677-21BB6F715935}" type="pres">
      <dgm:prSet presAssocID="{DF1FDEE9-D7E5-4EF8-AC57-82FBF8F1B428}" presName="Subtitle" presStyleLbl="revTx" presStyleIdx="0" presStyleCnt="6">
        <dgm:presLayoutVars>
          <dgm:chMax val="0"/>
          <dgm:bulletEnabled/>
        </dgm:presLayoutVars>
      </dgm:prSet>
      <dgm:spPr/>
    </dgm:pt>
    <dgm:pt modelId="{7BAF376C-AD6C-4578-8182-D97E59A27530}" type="pres">
      <dgm:prSet presAssocID="{DF1FDEE9-D7E5-4EF8-AC57-82FBF8F1B428}" presName="Description" presStyleLbl="revTx" presStyleIdx="1" presStyleCnt="6">
        <dgm:presLayoutVars>
          <dgm:bulletEnabled/>
        </dgm:presLayoutVars>
      </dgm:prSet>
      <dgm:spPr/>
    </dgm:pt>
    <dgm:pt modelId="{DD777DDD-A5CD-4F9B-AF3A-45F614CD92D4}" type="pres">
      <dgm:prSet presAssocID="{0D414CF1-591C-4BC5-8258-83019C763684}" presName="sibTrans" presStyleLbl="sibTrans2D1" presStyleIdx="0" presStyleCnt="0"/>
      <dgm:spPr/>
    </dgm:pt>
    <dgm:pt modelId="{36FC6040-B813-427B-AAEA-C8E43B559740}" type="pres">
      <dgm:prSet presAssocID="{0FAB1559-DC51-494D-A31B-7686BA1B1D00}" presName="Composite" presStyleCnt="0"/>
      <dgm:spPr/>
    </dgm:pt>
    <dgm:pt modelId="{9D51258B-AC7D-49F6-805D-7DF8C10E95FC}" type="pres">
      <dgm:prSet presAssocID="{0FAB1559-DC51-494D-A31B-7686BA1B1D00}"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520" r="18481" b="3"/>
          <a:stretch/>
        </a:blipFill>
      </dgm:spPr>
      <dgm:extLst>
        <a:ext uri="{E40237B7-FDA0-4F09-8148-C483321AD2D9}">
          <dgm14:cNvPr xmlns:dgm14="http://schemas.microsoft.com/office/drawing/2010/diagram" id="0" name="" descr="Fintech electronic banking mobile network technology"/>
        </a:ext>
      </dgm:extLst>
    </dgm:pt>
    <dgm:pt modelId="{8CA07FEF-15FC-4F12-82D1-2CB9F0CAED9A}" type="pres">
      <dgm:prSet presAssocID="{0FAB1559-DC51-494D-A31B-7686BA1B1D00}" presName="Subtitle" presStyleLbl="revTx" presStyleIdx="2" presStyleCnt="6">
        <dgm:presLayoutVars>
          <dgm:chMax val="0"/>
          <dgm:bulletEnabled/>
        </dgm:presLayoutVars>
      </dgm:prSet>
      <dgm:spPr/>
    </dgm:pt>
    <dgm:pt modelId="{66B4B9B3-B319-44A0-A0D7-92A217B164E3}" type="pres">
      <dgm:prSet presAssocID="{0FAB1559-DC51-494D-A31B-7686BA1B1D00}" presName="Description" presStyleLbl="revTx" presStyleIdx="3" presStyleCnt="6">
        <dgm:presLayoutVars>
          <dgm:bulletEnabled/>
        </dgm:presLayoutVars>
      </dgm:prSet>
      <dgm:spPr/>
    </dgm:pt>
    <dgm:pt modelId="{BF40BE4F-8AF3-422E-8F47-C3940C2B34E7}" type="pres">
      <dgm:prSet presAssocID="{45C71458-D671-40AB-8146-CF52F5F5721C}" presName="sibTrans" presStyleLbl="sibTrans2D1" presStyleIdx="0" presStyleCnt="0"/>
      <dgm:spPr/>
    </dgm:pt>
    <dgm:pt modelId="{38E33C4A-F9C6-45F7-8D96-49EA918DE26B}" type="pres">
      <dgm:prSet presAssocID="{73868A1A-85E8-4EED-B25B-A4C4487694C3}" presName="Composite" presStyleCnt="0"/>
      <dgm:spPr/>
    </dgm:pt>
    <dgm:pt modelId="{BAAFA9D5-6E27-4385-8BE9-DC6831E59754}" type="pres">
      <dgm:prSet presAssocID="{73868A1A-85E8-4EED-B25B-A4C4487694C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1454" r="11797" b="2"/>
          <a:stretch/>
        </a:blipFill>
      </dgm:spPr>
      <dgm:extLst>
        <a:ext uri="{E40237B7-FDA0-4F09-8148-C483321AD2D9}">
          <dgm14:cNvPr xmlns:dgm14="http://schemas.microsoft.com/office/drawing/2010/diagram" id="0" name="" descr="People working on a computer"/>
        </a:ext>
      </dgm:extLst>
    </dgm:pt>
    <dgm:pt modelId="{9B748D76-DEB2-40AE-B4E8-EB699648401D}" type="pres">
      <dgm:prSet presAssocID="{73868A1A-85E8-4EED-B25B-A4C4487694C3}" presName="Subtitle" presStyleLbl="revTx" presStyleIdx="4" presStyleCnt="6">
        <dgm:presLayoutVars>
          <dgm:chMax val="0"/>
          <dgm:bulletEnabled/>
        </dgm:presLayoutVars>
      </dgm:prSet>
      <dgm:spPr/>
    </dgm:pt>
    <dgm:pt modelId="{C00AEA86-F06A-417E-90AA-A6539B518F8E}" type="pres">
      <dgm:prSet presAssocID="{73868A1A-85E8-4EED-B25B-A4C4487694C3}" presName="Description" presStyleLbl="revTx" presStyleIdx="5" presStyleCnt="6">
        <dgm:presLayoutVars>
          <dgm:bulletEnabled/>
        </dgm:presLayoutVars>
      </dgm:prSet>
      <dgm:spPr/>
    </dgm:pt>
  </dgm:ptLst>
  <dgm:cxnLst>
    <dgm:cxn modelId="{A2DEB403-1C7A-42A7-A3E9-FD1F6E2E19D0}" type="presOf" srcId="{0E6C90A0-1BDF-4FD3-BC18-9AC4D6510BDA}" destId="{C00AEA86-F06A-417E-90AA-A6539B518F8E}" srcOrd="0" destOrd="0" presId="urn:microsoft.com/office/officeart/2024/3/layout/verticalVisualTextBlock1"/>
    <dgm:cxn modelId="{1F7D8F13-7627-4AA8-B658-B88F7B0099C9}" type="presOf" srcId="{293DABB8-2D9E-4676-AC61-DBED5FBFDD38}" destId="{7BAF376C-AD6C-4578-8182-D97E59A27530}" srcOrd="0" destOrd="0" presId="urn:microsoft.com/office/officeart/2024/3/layout/verticalVisualTextBlock1"/>
    <dgm:cxn modelId="{818FBC1F-DB84-452F-81D2-A89544D3CF35}" srcId="{DF6E7122-D349-461D-8F4F-E9F4B012220F}" destId="{73868A1A-85E8-4EED-B25B-A4C4487694C3}" srcOrd="2" destOrd="0" parTransId="{EA187226-C1EC-453D-91C4-240BCAB12F39}" sibTransId="{953CC9CF-E087-498A-BD42-F058B1B4B962}"/>
    <dgm:cxn modelId="{29151822-1ADF-4244-B5D1-6287A1EA4C66}" type="presOf" srcId="{DF6E7122-D349-461D-8F4F-E9F4B012220F}" destId="{1B085DF1-3F3C-452F-BDA9-C0B3A491B5AF}" srcOrd="0" destOrd="0" presId="urn:microsoft.com/office/officeart/2024/3/layout/verticalVisualTextBlock1"/>
    <dgm:cxn modelId="{DC723025-5938-4E00-A3CF-BB330392058E}" srcId="{DF1FDEE9-D7E5-4EF8-AC57-82FBF8F1B428}" destId="{293DABB8-2D9E-4676-AC61-DBED5FBFDD38}" srcOrd="0" destOrd="0" parTransId="{F57FCCF6-BF0E-460A-A92D-FA0380B77168}" sibTransId="{3F5C619F-CAE9-465D-A2DE-8EA4239275D8}"/>
    <dgm:cxn modelId="{C4906962-89CA-4BFE-B939-7E0FBE6B17DE}" type="presOf" srcId="{45C71458-D671-40AB-8146-CF52F5F5721C}" destId="{BF40BE4F-8AF3-422E-8F47-C3940C2B34E7}" srcOrd="0" destOrd="0" presId="urn:microsoft.com/office/officeart/2024/3/layout/verticalVisualTextBlock1"/>
    <dgm:cxn modelId="{4D140268-CDBA-41EE-A95E-E49FC92D4F62}" type="presOf" srcId="{0D414CF1-591C-4BC5-8258-83019C763684}" destId="{DD777DDD-A5CD-4F9B-AF3A-45F614CD92D4}" srcOrd="0" destOrd="0" presId="urn:microsoft.com/office/officeart/2024/3/layout/verticalVisualTextBlock1"/>
    <dgm:cxn modelId="{23AE074F-E885-4A40-8677-BAC564CD1113}" type="presOf" srcId="{DF1FDEE9-D7E5-4EF8-AC57-82FBF8F1B428}" destId="{1BDE103A-225F-4D73-8677-21BB6F715935}" srcOrd="0" destOrd="0" presId="urn:microsoft.com/office/officeart/2024/3/layout/verticalVisualTextBlock1"/>
    <dgm:cxn modelId="{5C2C9070-FEC5-436E-8ED4-E50EDC759144}" srcId="{0FAB1559-DC51-494D-A31B-7686BA1B1D00}" destId="{E693F82B-3D66-4850-874C-58A5EECD6D29}" srcOrd="0" destOrd="0" parTransId="{426F2564-F42B-46EE-8E64-3D4961F08AED}" sibTransId="{AB941BA4-8688-4187-BD88-417190E50158}"/>
    <dgm:cxn modelId="{C53001A5-D5C4-4536-AD95-278B8911B363}" type="presOf" srcId="{E693F82B-3D66-4850-874C-58A5EECD6D29}" destId="{66B4B9B3-B319-44A0-A0D7-92A217B164E3}" srcOrd="0" destOrd="0" presId="urn:microsoft.com/office/officeart/2024/3/layout/verticalVisualTextBlock1"/>
    <dgm:cxn modelId="{5264A6A7-46A0-47F4-93CC-82199268A053}" type="presOf" srcId="{73868A1A-85E8-4EED-B25B-A4C4487694C3}" destId="{9B748D76-DEB2-40AE-B4E8-EB699648401D}" srcOrd="0" destOrd="0" presId="urn:microsoft.com/office/officeart/2024/3/layout/verticalVisualTextBlock1"/>
    <dgm:cxn modelId="{87CD21AB-1921-4954-898F-05C4F51CC824}" type="presOf" srcId="{0FAB1559-DC51-494D-A31B-7686BA1B1D00}" destId="{8CA07FEF-15FC-4F12-82D1-2CB9F0CAED9A}" srcOrd="0" destOrd="0" presId="urn:microsoft.com/office/officeart/2024/3/layout/verticalVisualTextBlock1"/>
    <dgm:cxn modelId="{626F47B8-583F-4C4D-8CE7-32DD61CEC75B}" srcId="{DF6E7122-D349-461D-8F4F-E9F4B012220F}" destId="{0FAB1559-DC51-494D-A31B-7686BA1B1D00}" srcOrd="1" destOrd="0" parTransId="{14EBBD3F-CCEB-448F-BBBA-94ABCACB3C02}" sibTransId="{45C71458-D671-40AB-8146-CF52F5F5721C}"/>
    <dgm:cxn modelId="{D7AE62C5-ECA3-4AC5-B335-2A63337E0CED}" srcId="{73868A1A-85E8-4EED-B25B-A4C4487694C3}" destId="{0E6C90A0-1BDF-4FD3-BC18-9AC4D6510BDA}" srcOrd="0" destOrd="0" parTransId="{0548461B-17CF-4E80-8A6A-60BF61BF70D9}" sibTransId="{76C5F0B1-0B41-4F06-84A1-EDB83AB430EA}"/>
    <dgm:cxn modelId="{EBB717CA-E760-4CFE-8FE5-328F9F1927E4}" srcId="{DF6E7122-D349-461D-8F4F-E9F4B012220F}" destId="{DF1FDEE9-D7E5-4EF8-AC57-82FBF8F1B428}" srcOrd="0" destOrd="0" parTransId="{32176AA7-47A1-497C-BE61-BC63E9F0FD0B}" sibTransId="{0D414CF1-591C-4BC5-8258-83019C763684}"/>
    <dgm:cxn modelId="{27F15186-B926-497B-BE8A-DC0542E0B9F4}" type="presParOf" srcId="{1B085DF1-3F3C-452F-BDA9-C0B3A491B5AF}" destId="{527A4595-4FC6-48C6-B081-916B072E2E7B}" srcOrd="0" destOrd="0" presId="urn:microsoft.com/office/officeart/2024/3/layout/verticalVisualTextBlock1"/>
    <dgm:cxn modelId="{F8150F35-F1E3-4F8D-AD74-3B47B906ED79}" type="presParOf" srcId="{527A4595-4FC6-48C6-B081-916B072E2E7B}" destId="{8BC8BA00-DF7E-45C7-BD2F-AA2B76E42AB2}" srcOrd="0" destOrd="0" presId="urn:microsoft.com/office/officeart/2024/3/layout/verticalVisualTextBlock1"/>
    <dgm:cxn modelId="{8BFE27C3-103D-492C-9F15-1129E78203D7}" type="presParOf" srcId="{527A4595-4FC6-48C6-B081-916B072E2E7B}" destId="{1BDE103A-225F-4D73-8677-21BB6F715935}" srcOrd="1" destOrd="0" presId="urn:microsoft.com/office/officeart/2024/3/layout/verticalVisualTextBlock1"/>
    <dgm:cxn modelId="{941589C7-29B5-4A2E-AB2F-A9E99F6C868E}" type="presParOf" srcId="{527A4595-4FC6-48C6-B081-916B072E2E7B}" destId="{7BAF376C-AD6C-4578-8182-D97E59A27530}" srcOrd="2" destOrd="0" presId="urn:microsoft.com/office/officeart/2024/3/layout/verticalVisualTextBlock1"/>
    <dgm:cxn modelId="{E3B367AB-2AFB-4288-AC55-914B7A1275EC}" type="presParOf" srcId="{1B085DF1-3F3C-452F-BDA9-C0B3A491B5AF}" destId="{DD777DDD-A5CD-4F9B-AF3A-45F614CD92D4}" srcOrd="1" destOrd="0" presId="urn:microsoft.com/office/officeart/2024/3/layout/verticalVisualTextBlock1"/>
    <dgm:cxn modelId="{2D4D8879-6A60-4419-A82B-35A15AAD386A}" type="presParOf" srcId="{1B085DF1-3F3C-452F-BDA9-C0B3A491B5AF}" destId="{36FC6040-B813-427B-AAEA-C8E43B559740}" srcOrd="2" destOrd="0" presId="urn:microsoft.com/office/officeart/2024/3/layout/verticalVisualTextBlock1"/>
    <dgm:cxn modelId="{215D4CF7-55EF-48B7-99C3-567CE53179A7}" type="presParOf" srcId="{36FC6040-B813-427B-AAEA-C8E43B559740}" destId="{9D51258B-AC7D-49F6-805D-7DF8C10E95FC}" srcOrd="0" destOrd="0" presId="urn:microsoft.com/office/officeart/2024/3/layout/verticalVisualTextBlock1"/>
    <dgm:cxn modelId="{924D2512-B816-4E14-A3BF-DF6A1E2D7971}" type="presParOf" srcId="{36FC6040-B813-427B-AAEA-C8E43B559740}" destId="{8CA07FEF-15FC-4F12-82D1-2CB9F0CAED9A}" srcOrd="1" destOrd="0" presId="urn:microsoft.com/office/officeart/2024/3/layout/verticalVisualTextBlock1"/>
    <dgm:cxn modelId="{F266E377-AE6E-404A-8301-2B5373C16A3D}" type="presParOf" srcId="{36FC6040-B813-427B-AAEA-C8E43B559740}" destId="{66B4B9B3-B319-44A0-A0D7-92A217B164E3}" srcOrd="2" destOrd="0" presId="urn:microsoft.com/office/officeart/2024/3/layout/verticalVisualTextBlock1"/>
    <dgm:cxn modelId="{6A3CF81A-891A-421A-B852-CBEFE17FAD63}" type="presParOf" srcId="{1B085DF1-3F3C-452F-BDA9-C0B3A491B5AF}" destId="{BF40BE4F-8AF3-422E-8F47-C3940C2B34E7}" srcOrd="3" destOrd="0" presId="urn:microsoft.com/office/officeart/2024/3/layout/verticalVisualTextBlock1"/>
    <dgm:cxn modelId="{419D0E3E-DC1A-46B9-ACC2-B6E1FCD5512B}" type="presParOf" srcId="{1B085DF1-3F3C-452F-BDA9-C0B3A491B5AF}" destId="{38E33C4A-F9C6-45F7-8D96-49EA918DE26B}" srcOrd="4" destOrd="0" presId="urn:microsoft.com/office/officeart/2024/3/layout/verticalVisualTextBlock1"/>
    <dgm:cxn modelId="{51EA9C50-599F-43B4-972F-DFC585945E7F}" type="presParOf" srcId="{38E33C4A-F9C6-45F7-8D96-49EA918DE26B}" destId="{BAAFA9D5-6E27-4385-8BE9-DC6831E59754}" srcOrd="0" destOrd="0" presId="urn:microsoft.com/office/officeart/2024/3/layout/verticalVisualTextBlock1"/>
    <dgm:cxn modelId="{91C39C7D-0A7B-453D-B6E1-5829AA4A6EB7}" type="presParOf" srcId="{38E33C4A-F9C6-45F7-8D96-49EA918DE26B}" destId="{9B748D76-DEB2-40AE-B4E8-EB699648401D}" srcOrd="1" destOrd="0" presId="urn:microsoft.com/office/officeart/2024/3/layout/verticalVisualTextBlock1"/>
    <dgm:cxn modelId="{B835E42D-4CEC-43C1-8884-45D0E5DC3223}" type="presParOf" srcId="{38E33C4A-F9C6-45F7-8D96-49EA918DE26B}" destId="{C00AEA86-F06A-417E-90AA-A6539B518F8E}"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CC2D13-89A8-470E-BFB0-03C0A45AA9D6}"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5D7F1CA9-B3EB-4A49-B414-135AAF01A3A9}">
      <dgm:prSet/>
      <dgm:spPr/>
      <dgm:t>
        <a:bodyPr/>
        <a:lstStyle/>
        <a:p>
          <a:pPr>
            <a:lnSpc>
              <a:spcPct val="100000"/>
            </a:lnSpc>
            <a:defRPr b="1"/>
          </a:pPr>
          <a:r>
            <a:rPr lang="en-US"/>
            <a:t>Broad Principles over Rules</a:t>
          </a:r>
        </a:p>
      </dgm:t>
    </dgm:pt>
    <dgm:pt modelId="{2FA2C946-BB3A-4DB5-BC4A-A9618D8EE25B}" type="parTrans" cxnId="{4F4C00E8-C424-4A08-8049-B9A4090052E9}">
      <dgm:prSet/>
      <dgm:spPr/>
      <dgm:t>
        <a:bodyPr/>
        <a:lstStyle/>
        <a:p>
          <a:endParaRPr lang="en-US"/>
        </a:p>
      </dgm:t>
    </dgm:pt>
    <dgm:pt modelId="{F3C181B6-2247-419D-8690-F323A3BD08FC}" type="sibTrans" cxnId="{4F4C00E8-C424-4A08-8049-B9A4090052E9}">
      <dgm:prSet/>
      <dgm:spPr/>
      <dgm:t>
        <a:bodyPr/>
        <a:lstStyle/>
        <a:p>
          <a:pPr>
            <a:lnSpc>
              <a:spcPct val="100000"/>
            </a:lnSpc>
            <a:defRPr b="1"/>
          </a:pPr>
          <a:endParaRPr lang="en-US"/>
        </a:p>
      </dgm:t>
    </dgm:pt>
    <dgm:pt modelId="{19103678-25DB-458B-BE78-20C9C5859F6C}">
      <dgm:prSet/>
      <dgm:spPr/>
      <dgm:t>
        <a:bodyPr/>
        <a:lstStyle/>
        <a:p>
          <a:pPr>
            <a:lnSpc>
              <a:spcPct val="100000"/>
            </a:lnSpc>
          </a:pPr>
          <a:r>
            <a:rPr lang="en-US"/>
            <a:t>IFRS applies broad accounting principles, allowing adaptability rather than strict prescriptive rules.</a:t>
          </a:r>
        </a:p>
      </dgm:t>
    </dgm:pt>
    <dgm:pt modelId="{733437A1-C141-41FD-81A9-429311417AD4}" type="parTrans" cxnId="{F8CA0E2F-C200-48B7-9D53-F8F9D39BA409}">
      <dgm:prSet/>
      <dgm:spPr/>
      <dgm:t>
        <a:bodyPr/>
        <a:lstStyle/>
        <a:p>
          <a:endParaRPr lang="en-US"/>
        </a:p>
      </dgm:t>
    </dgm:pt>
    <dgm:pt modelId="{5D56F2E9-B84F-447D-997A-24F7F98FCA94}" type="sibTrans" cxnId="{F8CA0E2F-C200-48B7-9D53-F8F9D39BA409}">
      <dgm:prSet/>
      <dgm:spPr/>
      <dgm:t>
        <a:bodyPr/>
        <a:lstStyle/>
        <a:p>
          <a:endParaRPr lang="en-US"/>
        </a:p>
      </dgm:t>
    </dgm:pt>
    <dgm:pt modelId="{6C62679C-5F5C-4147-ABD2-870339DFD7E0}">
      <dgm:prSet/>
      <dgm:spPr/>
      <dgm:t>
        <a:bodyPr/>
        <a:lstStyle/>
        <a:p>
          <a:pPr>
            <a:lnSpc>
              <a:spcPct val="100000"/>
            </a:lnSpc>
            <a:defRPr b="1"/>
          </a:pPr>
          <a:r>
            <a:rPr lang="en-US"/>
            <a:t>Flexibility in Application</a:t>
          </a:r>
        </a:p>
      </dgm:t>
    </dgm:pt>
    <dgm:pt modelId="{98053068-D1BF-436B-8136-221765F04A0C}" type="parTrans" cxnId="{8ABD79D9-91F0-4539-AD35-4CF1D26378BD}">
      <dgm:prSet/>
      <dgm:spPr/>
      <dgm:t>
        <a:bodyPr/>
        <a:lstStyle/>
        <a:p>
          <a:endParaRPr lang="en-US"/>
        </a:p>
      </dgm:t>
    </dgm:pt>
    <dgm:pt modelId="{C14423EA-74E8-482C-818B-F57DC83ED096}" type="sibTrans" cxnId="{8ABD79D9-91F0-4539-AD35-4CF1D26378BD}">
      <dgm:prSet/>
      <dgm:spPr/>
      <dgm:t>
        <a:bodyPr/>
        <a:lstStyle/>
        <a:p>
          <a:pPr>
            <a:lnSpc>
              <a:spcPct val="100000"/>
            </a:lnSpc>
            <a:defRPr b="1"/>
          </a:pPr>
          <a:endParaRPr lang="en-US"/>
        </a:p>
      </dgm:t>
    </dgm:pt>
    <dgm:pt modelId="{76AA75ED-8DCB-43CE-B39C-5E6ADFFF66EA}">
      <dgm:prSet/>
      <dgm:spPr/>
      <dgm:t>
        <a:bodyPr/>
        <a:lstStyle/>
        <a:p>
          <a:pPr>
            <a:lnSpc>
              <a:spcPct val="100000"/>
            </a:lnSpc>
          </a:pPr>
          <a:r>
            <a:rPr lang="en-US"/>
            <a:t>The principles-based approach offers flexibility but demands careful professional judgement in financial reporting.</a:t>
          </a:r>
        </a:p>
      </dgm:t>
    </dgm:pt>
    <dgm:pt modelId="{564E0D30-FACB-4FF3-BEB2-C7B8B1427E48}" type="parTrans" cxnId="{9C871867-E1CA-4B93-8F76-B263F19EA494}">
      <dgm:prSet/>
      <dgm:spPr/>
      <dgm:t>
        <a:bodyPr/>
        <a:lstStyle/>
        <a:p>
          <a:endParaRPr lang="en-US"/>
        </a:p>
      </dgm:t>
    </dgm:pt>
    <dgm:pt modelId="{2297B617-C5BE-4DB2-9611-6F9FF43EABF0}" type="sibTrans" cxnId="{9C871867-E1CA-4B93-8F76-B263F19EA494}">
      <dgm:prSet/>
      <dgm:spPr/>
      <dgm:t>
        <a:bodyPr/>
        <a:lstStyle/>
        <a:p>
          <a:endParaRPr lang="en-US"/>
        </a:p>
      </dgm:t>
    </dgm:pt>
    <dgm:pt modelId="{770688F4-E83F-49EE-902D-69B01730F71A}">
      <dgm:prSet/>
      <dgm:spPr/>
      <dgm:t>
        <a:bodyPr/>
        <a:lstStyle/>
        <a:p>
          <a:pPr>
            <a:lnSpc>
              <a:spcPct val="100000"/>
            </a:lnSpc>
            <a:defRPr b="1"/>
          </a:pPr>
          <a:r>
            <a:rPr lang="en-US"/>
            <a:t>Recognition and Measurement</a:t>
          </a:r>
        </a:p>
      </dgm:t>
    </dgm:pt>
    <dgm:pt modelId="{87168F49-1822-4345-8D3C-5B79FE035167}" type="parTrans" cxnId="{034BD86B-287F-4298-8D65-AC9946A0DFB6}">
      <dgm:prSet/>
      <dgm:spPr/>
      <dgm:t>
        <a:bodyPr/>
        <a:lstStyle/>
        <a:p>
          <a:endParaRPr lang="en-US"/>
        </a:p>
      </dgm:t>
    </dgm:pt>
    <dgm:pt modelId="{9A8357DB-8493-4D09-8016-E1953501BDFF}" type="sibTrans" cxnId="{034BD86B-287F-4298-8D65-AC9946A0DFB6}">
      <dgm:prSet/>
      <dgm:spPr/>
      <dgm:t>
        <a:bodyPr/>
        <a:lstStyle/>
        <a:p>
          <a:endParaRPr lang="en-US"/>
        </a:p>
      </dgm:t>
    </dgm:pt>
    <dgm:pt modelId="{AA33C409-613E-4ED5-95C8-B50A4E29A344}">
      <dgm:prSet/>
      <dgm:spPr/>
      <dgm:t>
        <a:bodyPr/>
        <a:lstStyle/>
        <a:p>
          <a:pPr>
            <a:lnSpc>
              <a:spcPct val="100000"/>
            </a:lnSpc>
          </a:pPr>
          <a:r>
            <a:rPr lang="en-US"/>
            <a:t>Judgement is crucial in recognizing and measuring financial instruments under IFRS standards.</a:t>
          </a:r>
        </a:p>
      </dgm:t>
    </dgm:pt>
    <dgm:pt modelId="{58861045-2D22-400F-BBB0-1596D7D18010}" type="parTrans" cxnId="{DF3AE173-8599-4E0C-8B03-DC51B8AF6D41}">
      <dgm:prSet/>
      <dgm:spPr/>
      <dgm:t>
        <a:bodyPr/>
        <a:lstStyle/>
        <a:p>
          <a:endParaRPr lang="en-US"/>
        </a:p>
      </dgm:t>
    </dgm:pt>
    <dgm:pt modelId="{357427A8-E9B1-4B71-81EA-6D7ED8B5DBD0}" type="sibTrans" cxnId="{DF3AE173-8599-4E0C-8B03-DC51B8AF6D41}">
      <dgm:prSet/>
      <dgm:spPr/>
      <dgm:t>
        <a:bodyPr/>
        <a:lstStyle/>
        <a:p>
          <a:endParaRPr lang="en-US"/>
        </a:p>
      </dgm:t>
    </dgm:pt>
    <dgm:pt modelId="{4D165D27-AAE0-4C8C-B410-F095AA1E4AC2}" type="pres">
      <dgm:prSet presAssocID="{BFCC2D13-89A8-470E-BFB0-03C0A45AA9D6}" presName="Root" presStyleCnt="0">
        <dgm:presLayoutVars>
          <dgm:dir/>
          <dgm:resizeHandles val="exact"/>
        </dgm:presLayoutVars>
      </dgm:prSet>
      <dgm:spPr/>
    </dgm:pt>
    <dgm:pt modelId="{55DB1060-2CAB-441C-A4CB-4BC560830E91}" type="pres">
      <dgm:prSet presAssocID="{5D7F1CA9-B3EB-4A49-B414-135AAF01A3A9}" presName="Composite" presStyleCnt="0"/>
      <dgm:spPr/>
    </dgm:pt>
    <dgm:pt modelId="{FF336040-BD7F-4D7C-8E2F-DFD762CF16BD}" type="pres">
      <dgm:prSet presAssocID="{5D7F1CA9-B3EB-4A49-B414-135AAF01A3A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09" r="27439" b="-3"/>
          <a:stretch/>
        </a:blipFill>
      </dgm:spPr>
      <dgm:extLst>
        <a:ext uri="{E40237B7-FDA0-4F09-8148-C483321AD2D9}">
          <dgm14:cNvPr xmlns:dgm14="http://schemas.microsoft.com/office/drawing/2010/diagram" id="0" name="" descr="Loupe and reading glasses on financial newspaper"/>
        </a:ext>
      </dgm:extLst>
    </dgm:pt>
    <dgm:pt modelId="{95165EC0-3559-4A7D-B132-CABF323F0DFF}" type="pres">
      <dgm:prSet presAssocID="{5D7F1CA9-B3EB-4A49-B414-135AAF01A3A9}" presName="Subtitle" presStyleLbl="revTx" presStyleIdx="0" presStyleCnt="6">
        <dgm:presLayoutVars>
          <dgm:chMax val="0"/>
          <dgm:bulletEnabled/>
        </dgm:presLayoutVars>
      </dgm:prSet>
      <dgm:spPr/>
    </dgm:pt>
    <dgm:pt modelId="{1F7F31EB-BD2F-4FD5-AF79-DB7BC783A8BC}" type="pres">
      <dgm:prSet presAssocID="{5D7F1CA9-B3EB-4A49-B414-135AAF01A3A9}" presName="Description" presStyleLbl="revTx" presStyleIdx="1" presStyleCnt="6">
        <dgm:presLayoutVars>
          <dgm:bulletEnabled/>
        </dgm:presLayoutVars>
      </dgm:prSet>
      <dgm:spPr/>
    </dgm:pt>
    <dgm:pt modelId="{F212C066-DE40-4DD1-A4F4-123825373757}" type="pres">
      <dgm:prSet presAssocID="{F3C181B6-2247-419D-8690-F323A3BD08FC}" presName="sibTrans" presStyleLbl="sibTrans2D1" presStyleIdx="0" presStyleCnt="0"/>
      <dgm:spPr/>
    </dgm:pt>
    <dgm:pt modelId="{018AB2D8-70B3-4A89-A039-51CA1E4AB3C7}" type="pres">
      <dgm:prSet presAssocID="{6C62679C-5F5C-4147-ABD2-870339DFD7E0}" presName="Composite" presStyleCnt="0"/>
      <dgm:spPr/>
    </dgm:pt>
    <dgm:pt modelId="{02A97C5C-42CE-435B-84E4-372E26CF953B}" type="pres">
      <dgm:prSet presAssocID="{6C62679C-5F5C-4147-ABD2-870339DFD7E0}"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8" b="-8"/>
          <a:stretch/>
        </a:blipFill>
      </dgm:spPr>
      <dgm:extLst>
        <a:ext uri="{E40237B7-FDA0-4F09-8148-C483321AD2D9}">
          <dgm14:cNvPr xmlns:dgm14="http://schemas.microsoft.com/office/drawing/2010/diagram" id="0" name="" descr="Concept image to illustrate balancing faith and retirement savings on a balance scale. White background with shadow reflected on white foreground. Cropped to rule of thirds and ready to use."/>
        </a:ext>
      </dgm:extLst>
    </dgm:pt>
    <dgm:pt modelId="{AACA33DC-1E16-41BB-A5B9-3518928A80C9}" type="pres">
      <dgm:prSet presAssocID="{6C62679C-5F5C-4147-ABD2-870339DFD7E0}" presName="Subtitle" presStyleLbl="revTx" presStyleIdx="2" presStyleCnt="6">
        <dgm:presLayoutVars>
          <dgm:chMax val="0"/>
          <dgm:bulletEnabled/>
        </dgm:presLayoutVars>
      </dgm:prSet>
      <dgm:spPr/>
    </dgm:pt>
    <dgm:pt modelId="{1E78000C-6ABE-46E6-B022-E604C3CC73CD}" type="pres">
      <dgm:prSet presAssocID="{6C62679C-5F5C-4147-ABD2-870339DFD7E0}" presName="Description" presStyleLbl="revTx" presStyleIdx="3" presStyleCnt="6">
        <dgm:presLayoutVars>
          <dgm:bulletEnabled/>
        </dgm:presLayoutVars>
      </dgm:prSet>
      <dgm:spPr/>
    </dgm:pt>
    <dgm:pt modelId="{70FB2303-12A8-4737-8BC5-9D78E30F2706}" type="pres">
      <dgm:prSet presAssocID="{C14423EA-74E8-482C-818B-F57DC83ED096}" presName="sibTrans" presStyleLbl="sibTrans2D1" presStyleIdx="0" presStyleCnt="0"/>
      <dgm:spPr/>
    </dgm:pt>
    <dgm:pt modelId="{0AB5270D-63E0-480F-A06D-3A2ADAB5236E}" type="pres">
      <dgm:prSet presAssocID="{770688F4-E83F-49EE-902D-69B01730F71A}" presName="Composite" presStyleCnt="0"/>
      <dgm:spPr/>
    </dgm:pt>
    <dgm:pt modelId="{D4A641D1-23C4-45BD-9AB5-70FCA5CE7F35}" type="pres">
      <dgm:prSet presAssocID="{770688F4-E83F-49EE-902D-69B01730F71A}"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802" r="12449" b="2"/>
          <a:stretch/>
        </a:blipFill>
      </dgm:spPr>
      <dgm:extLst>
        <a:ext uri="{E40237B7-FDA0-4F09-8148-C483321AD2D9}">
          <dgm14:cNvPr xmlns:dgm14="http://schemas.microsoft.com/office/drawing/2010/diagram" id="0" name="" descr="Spreadsheet and calculator"/>
        </a:ext>
      </dgm:extLst>
    </dgm:pt>
    <dgm:pt modelId="{BD76BD96-A3E3-4CFB-A651-7A1D6D361273}" type="pres">
      <dgm:prSet presAssocID="{770688F4-E83F-49EE-902D-69B01730F71A}" presName="Subtitle" presStyleLbl="revTx" presStyleIdx="4" presStyleCnt="6">
        <dgm:presLayoutVars>
          <dgm:chMax val="0"/>
          <dgm:bulletEnabled/>
        </dgm:presLayoutVars>
      </dgm:prSet>
      <dgm:spPr/>
    </dgm:pt>
    <dgm:pt modelId="{EB1E6CE4-F115-49CB-BFC6-EB7E48B5E9BB}" type="pres">
      <dgm:prSet presAssocID="{770688F4-E83F-49EE-902D-69B01730F71A}" presName="Description" presStyleLbl="revTx" presStyleIdx="5" presStyleCnt="6">
        <dgm:presLayoutVars>
          <dgm:bulletEnabled/>
        </dgm:presLayoutVars>
      </dgm:prSet>
      <dgm:spPr/>
    </dgm:pt>
  </dgm:ptLst>
  <dgm:cxnLst>
    <dgm:cxn modelId="{F8CA0E2F-C200-48B7-9D53-F8F9D39BA409}" srcId="{5D7F1CA9-B3EB-4A49-B414-135AAF01A3A9}" destId="{19103678-25DB-458B-BE78-20C9C5859F6C}" srcOrd="0" destOrd="0" parTransId="{733437A1-C141-41FD-81A9-429311417AD4}" sibTransId="{5D56F2E9-B84F-447D-997A-24F7F98FCA94}"/>
    <dgm:cxn modelId="{0D786C64-F99F-4C95-87BC-C2250DE2B0AE}" type="presOf" srcId="{6C62679C-5F5C-4147-ABD2-870339DFD7E0}" destId="{AACA33DC-1E16-41BB-A5B9-3518928A80C9}" srcOrd="0" destOrd="0" presId="urn:microsoft.com/office/officeart/2024/3/layout/verticalVisualTextBlock1"/>
    <dgm:cxn modelId="{F4A35166-C79D-4997-8B7C-1501A8F8EB77}" type="presOf" srcId="{19103678-25DB-458B-BE78-20C9C5859F6C}" destId="{1F7F31EB-BD2F-4FD5-AF79-DB7BC783A8BC}" srcOrd="0" destOrd="0" presId="urn:microsoft.com/office/officeart/2024/3/layout/verticalVisualTextBlock1"/>
    <dgm:cxn modelId="{9C871867-E1CA-4B93-8F76-B263F19EA494}" srcId="{6C62679C-5F5C-4147-ABD2-870339DFD7E0}" destId="{76AA75ED-8DCB-43CE-B39C-5E6ADFFF66EA}" srcOrd="0" destOrd="0" parTransId="{564E0D30-FACB-4FF3-BEB2-C7B8B1427E48}" sibTransId="{2297B617-C5BE-4DB2-9611-6F9FF43EABF0}"/>
    <dgm:cxn modelId="{034BD86B-287F-4298-8D65-AC9946A0DFB6}" srcId="{BFCC2D13-89A8-470E-BFB0-03C0A45AA9D6}" destId="{770688F4-E83F-49EE-902D-69B01730F71A}" srcOrd="2" destOrd="0" parTransId="{87168F49-1822-4345-8D3C-5B79FE035167}" sibTransId="{9A8357DB-8493-4D09-8016-E1953501BDFF}"/>
    <dgm:cxn modelId="{DF3AE173-8599-4E0C-8B03-DC51B8AF6D41}" srcId="{770688F4-E83F-49EE-902D-69B01730F71A}" destId="{AA33C409-613E-4ED5-95C8-B50A4E29A344}" srcOrd="0" destOrd="0" parTransId="{58861045-2D22-400F-BBB0-1596D7D18010}" sibTransId="{357427A8-E9B1-4B71-81EA-6D7ED8B5DBD0}"/>
    <dgm:cxn modelId="{FA535155-49F4-4DAC-A9EE-41A36C6D93AC}" type="presOf" srcId="{C14423EA-74E8-482C-818B-F57DC83ED096}" destId="{70FB2303-12A8-4737-8BC5-9D78E30F2706}" srcOrd="0" destOrd="0" presId="urn:microsoft.com/office/officeart/2024/3/layout/verticalVisualTextBlock1"/>
    <dgm:cxn modelId="{F6EBC37D-9A87-428D-A1E0-71C8BD61EF7D}" type="presOf" srcId="{770688F4-E83F-49EE-902D-69B01730F71A}" destId="{BD76BD96-A3E3-4CFB-A651-7A1D6D361273}" srcOrd="0" destOrd="0" presId="urn:microsoft.com/office/officeart/2024/3/layout/verticalVisualTextBlock1"/>
    <dgm:cxn modelId="{5FD42C84-F9B4-4E0F-AB7E-8497F6EBF2CB}" type="presOf" srcId="{BFCC2D13-89A8-470E-BFB0-03C0A45AA9D6}" destId="{4D165D27-AAE0-4C8C-B410-F095AA1E4AC2}" srcOrd="0" destOrd="0" presId="urn:microsoft.com/office/officeart/2024/3/layout/verticalVisualTextBlock1"/>
    <dgm:cxn modelId="{62786CA8-79B9-4DC4-AF8F-55CA8402CFCF}" type="presOf" srcId="{AA33C409-613E-4ED5-95C8-B50A4E29A344}" destId="{EB1E6CE4-F115-49CB-BFC6-EB7E48B5E9BB}" srcOrd="0" destOrd="0" presId="urn:microsoft.com/office/officeart/2024/3/layout/verticalVisualTextBlock1"/>
    <dgm:cxn modelId="{3A31D1B9-39F9-4EA9-9C9F-1359CA2A235E}" type="presOf" srcId="{5D7F1CA9-B3EB-4A49-B414-135AAF01A3A9}" destId="{95165EC0-3559-4A7D-B132-CABF323F0DFF}" srcOrd="0" destOrd="0" presId="urn:microsoft.com/office/officeart/2024/3/layout/verticalVisualTextBlock1"/>
    <dgm:cxn modelId="{638D72C6-F1B6-492B-B5C5-6E6A2C437EB6}" type="presOf" srcId="{76AA75ED-8DCB-43CE-B39C-5E6ADFFF66EA}" destId="{1E78000C-6ABE-46E6-B022-E604C3CC73CD}" srcOrd="0" destOrd="0" presId="urn:microsoft.com/office/officeart/2024/3/layout/verticalVisualTextBlock1"/>
    <dgm:cxn modelId="{774EECCD-44D4-4B93-94E7-00E7FC39B7B2}" type="presOf" srcId="{F3C181B6-2247-419D-8690-F323A3BD08FC}" destId="{F212C066-DE40-4DD1-A4F4-123825373757}" srcOrd="0" destOrd="0" presId="urn:microsoft.com/office/officeart/2024/3/layout/verticalVisualTextBlock1"/>
    <dgm:cxn modelId="{8ABD79D9-91F0-4539-AD35-4CF1D26378BD}" srcId="{BFCC2D13-89A8-470E-BFB0-03C0A45AA9D6}" destId="{6C62679C-5F5C-4147-ABD2-870339DFD7E0}" srcOrd="1" destOrd="0" parTransId="{98053068-D1BF-436B-8136-221765F04A0C}" sibTransId="{C14423EA-74E8-482C-818B-F57DC83ED096}"/>
    <dgm:cxn modelId="{4F4C00E8-C424-4A08-8049-B9A4090052E9}" srcId="{BFCC2D13-89A8-470E-BFB0-03C0A45AA9D6}" destId="{5D7F1CA9-B3EB-4A49-B414-135AAF01A3A9}" srcOrd="0" destOrd="0" parTransId="{2FA2C946-BB3A-4DB5-BC4A-A9618D8EE25B}" sibTransId="{F3C181B6-2247-419D-8690-F323A3BD08FC}"/>
    <dgm:cxn modelId="{070099B8-E1AA-41DC-A43A-8CB66356073E}" type="presParOf" srcId="{4D165D27-AAE0-4C8C-B410-F095AA1E4AC2}" destId="{55DB1060-2CAB-441C-A4CB-4BC560830E91}" srcOrd="0" destOrd="0" presId="urn:microsoft.com/office/officeart/2024/3/layout/verticalVisualTextBlock1"/>
    <dgm:cxn modelId="{C82ED7C0-636D-4FD4-828F-5A50D40FBC86}" type="presParOf" srcId="{55DB1060-2CAB-441C-A4CB-4BC560830E91}" destId="{FF336040-BD7F-4D7C-8E2F-DFD762CF16BD}" srcOrd="0" destOrd="0" presId="urn:microsoft.com/office/officeart/2024/3/layout/verticalVisualTextBlock1"/>
    <dgm:cxn modelId="{7FAD7923-1618-4382-8B93-409B4D4BC5F3}" type="presParOf" srcId="{55DB1060-2CAB-441C-A4CB-4BC560830E91}" destId="{95165EC0-3559-4A7D-B132-CABF323F0DFF}" srcOrd="1" destOrd="0" presId="urn:microsoft.com/office/officeart/2024/3/layout/verticalVisualTextBlock1"/>
    <dgm:cxn modelId="{C1602495-2BA4-486F-B003-2CCF15202E1B}" type="presParOf" srcId="{55DB1060-2CAB-441C-A4CB-4BC560830E91}" destId="{1F7F31EB-BD2F-4FD5-AF79-DB7BC783A8BC}" srcOrd="2" destOrd="0" presId="urn:microsoft.com/office/officeart/2024/3/layout/verticalVisualTextBlock1"/>
    <dgm:cxn modelId="{2E0B77C6-DF9F-403A-BFDA-6356332E830D}" type="presParOf" srcId="{4D165D27-AAE0-4C8C-B410-F095AA1E4AC2}" destId="{F212C066-DE40-4DD1-A4F4-123825373757}" srcOrd="1" destOrd="0" presId="urn:microsoft.com/office/officeart/2024/3/layout/verticalVisualTextBlock1"/>
    <dgm:cxn modelId="{6565FE06-FC62-416E-AF1B-81D60DA7A518}" type="presParOf" srcId="{4D165D27-AAE0-4C8C-B410-F095AA1E4AC2}" destId="{018AB2D8-70B3-4A89-A039-51CA1E4AB3C7}" srcOrd="2" destOrd="0" presId="urn:microsoft.com/office/officeart/2024/3/layout/verticalVisualTextBlock1"/>
    <dgm:cxn modelId="{853A7A21-0EBA-453D-9F66-75127F67F92F}" type="presParOf" srcId="{018AB2D8-70B3-4A89-A039-51CA1E4AB3C7}" destId="{02A97C5C-42CE-435B-84E4-372E26CF953B}" srcOrd="0" destOrd="0" presId="urn:microsoft.com/office/officeart/2024/3/layout/verticalVisualTextBlock1"/>
    <dgm:cxn modelId="{A2046425-427E-4756-B5F0-99BD0600C98E}" type="presParOf" srcId="{018AB2D8-70B3-4A89-A039-51CA1E4AB3C7}" destId="{AACA33DC-1E16-41BB-A5B9-3518928A80C9}" srcOrd="1" destOrd="0" presId="urn:microsoft.com/office/officeart/2024/3/layout/verticalVisualTextBlock1"/>
    <dgm:cxn modelId="{C27D706C-3F2D-44CF-ACBB-661918DEE50F}" type="presParOf" srcId="{018AB2D8-70B3-4A89-A039-51CA1E4AB3C7}" destId="{1E78000C-6ABE-46E6-B022-E604C3CC73CD}" srcOrd="2" destOrd="0" presId="urn:microsoft.com/office/officeart/2024/3/layout/verticalVisualTextBlock1"/>
    <dgm:cxn modelId="{CBE73F4D-BCBA-4E97-8BC9-FD058192E7E7}" type="presParOf" srcId="{4D165D27-AAE0-4C8C-B410-F095AA1E4AC2}" destId="{70FB2303-12A8-4737-8BC5-9D78E30F2706}" srcOrd="3" destOrd="0" presId="urn:microsoft.com/office/officeart/2024/3/layout/verticalVisualTextBlock1"/>
    <dgm:cxn modelId="{94053A4C-7E3C-4D11-85A2-39BF8C96FCCF}" type="presParOf" srcId="{4D165D27-AAE0-4C8C-B410-F095AA1E4AC2}" destId="{0AB5270D-63E0-480F-A06D-3A2ADAB5236E}" srcOrd="4" destOrd="0" presId="urn:microsoft.com/office/officeart/2024/3/layout/verticalVisualTextBlock1"/>
    <dgm:cxn modelId="{32645993-33B3-434F-8356-75DCCFA03A68}" type="presParOf" srcId="{0AB5270D-63E0-480F-A06D-3A2ADAB5236E}" destId="{D4A641D1-23C4-45BD-9AB5-70FCA5CE7F35}" srcOrd="0" destOrd="0" presId="urn:microsoft.com/office/officeart/2024/3/layout/verticalVisualTextBlock1"/>
    <dgm:cxn modelId="{CD4B895C-9556-4B9A-8C46-BECC67F904FD}" type="presParOf" srcId="{0AB5270D-63E0-480F-A06D-3A2ADAB5236E}" destId="{BD76BD96-A3E3-4CFB-A651-7A1D6D361273}" srcOrd="1" destOrd="0" presId="urn:microsoft.com/office/officeart/2024/3/layout/verticalVisualTextBlock1"/>
    <dgm:cxn modelId="{19653219-0737-4053-8FB6-3D7D01E2C638}" type="presParOf" srcId="{0AB5270D-63E0-480F-A06D-3A2ADAB5236E}" destId="{EB1E6CE4-F115-49CB-BFC6-EB7E48B5E9B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C023D-7C8A-4D79-8119-8D0C040913E2}">
      <dsp:nvSpPr>
        <dsp:cNvPr id="0" name=""/>
        <dsp:cNvSpPr/>
      </dsp:nvSpPr>
      <dsp:spPr>
        <a:xfrm>
          <a:off x="0" y="0"/>
          <a:ext cx="940555" cy="94055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2603" r="12399" b="3"/>
          <a:stretch/>
        </a:blipFill>
        <a:ln>
          <a:noFill/>
        </a:ln>
        <a:effectLst/>
      </dsp:spPr>
      <dsp:style>
        <a:lnRef idx="0">
          <a:scrgbClr r="0" g="0" b="0"/>
        </a:lnRef>
        <a:fillRef idx="3">
          <a:scrgbClr r="0" g="0" b="0"/>
        </a:fillRef>
        <a:effectRef idx="2">
          <a:scrgbClr r="0" g="0" b="0"/>
        </a:effectRef>
        <a:fontRef idx="minor">
          <a:schemeClr val="lt1"/>
        </a:fontRef>
      </dsp:style>
    </dsp:sp>
    <dsp:sp modelId="{9EF29D38-884F-4625-A391-775847094C04}">
      <dsp:nvSpPr>
        <dsp:cNvPr id="0" name=""/>
        <dsp:cNvSpPr/>
      </dsp:nvSpPr>
      <dsp:spPr>
        <a:xfrm>
          <a:off x="1120555" y="0"/>
          <a:ext cx="3306119" cy="324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Know Your Customer (KYC)</a:t>
          </a:r>
        </a:p>
      </dsp:txBody>
      <dsp:txXfrm>
        <a:off x="1120555" y="0"/>
        <a:ext cx="3306119" cy="324379"/>
      </dsp:txXfrm>
    </dsp:sp>
    <dsp:sp modelId="{76413298-20DA-47A8-ABFC-A217B6247109}">
      <dsp:nvSpPr>
        <dsp:cNvPr id="0" name=""/>
        <dsp:cNvSpPr/>
      </dsp:nvSpPr>
      <dsp:spPr>
        <a:xfrm>
          <a:off x="1120555" y="324379"/>
          <a:ext cx="3306119" cy="59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KYC regulations require banks to verify customer identities to prevent fraud and ensure secure transactions.</a:t>
          </a:r>
        </a:p>
      </dsp:txBody>
      <dsp:txXfrm>
        <a:off x="1120555" y="324379"/>
        <a:ext cx="3306119" cy="593639"/>
      </dsp:txXfrm>
    </dsp:sp>
    <dsp:sp modelId="{7770948E-3A11-4D29-937B-8D1587AB258D}">
      <dsp:nvSpPr>
        <dsp:cNvPr id="0" name=""/>
        <dsp:cNvSpPr/>
      </dsp:nvSpPr>
      <dsp:spPr>
        <a:xfrm>
          <a:off x="0" y="1015799"/>
          <a:ext cx="940555" cy="94055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2198" r="21053" b="2"/>
          <a:stretch/>
        </a:blipFill>
        <a:ln>
          <a:noFill/>
        </a:ln>
        <a:effectLst/>
      </dsp:spPr>
      <dsp:style>
        <a:lnRef idx="0">
          <a:scrgbClr r="0" g="0" b="0"/>
        </a:lnRef>
        <a:fillRef idx="3">
          <a:scrgbClr r="0" g="0" b="0"/>
        </a:fillRef>
        <a:effectRef idx="2">
          <a:scrgbClr r="0" g="0" b="0"/>
        </a:effectRef>
        <a:fontRef idx="minor">
          <a:schemeClr val="lt1"/>
        </a:fontRef>
      </dsp:style>
    </dsp:sp>
    <dsp:sp modelId="{927FCC60-55A4-41C1-BA48-C942A42B9192}">
      <dsp:nvSpPr>
        <dsp:cNvPr id="0" name=""/>
        <dsp:cNvSpPr/>
      </dsp:nvSpPr>
      <dsp:spPr>
        <a:xfrm>
          <a:off x="1120555" y="1015799"/>
          <a:ext cx="3306119" cy="31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Anti-Money Laundering (AML)</a:t>
          </a:r>
        </a:p>
      </dsp:txBody>
      <dsp:txXfrm>
        <a:off x="1120555" y="1015799"/>
        <a:ext cx="3306119" cy="315308"/>
      </dsp:txXfrm>
    </dsp:sp>
    <dsp:sp modelId="{82BC2D78-4CC7-4DA7-8A43-54CF55BD259D}">
      <dsp:nvSpPr>
        <dsp:cNvPr id="0" name=""/>
        <dsp:cNvSpPr/>
      </dsp:nvSpPr>
      <dsp:spPr>
        <a:xfrm>
          <a:off x="1120555" y="1331108"/>
          <a:ext cx="3306119" cy="625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AML laws prevent illicit financial activities by monitoring and reporting suspicious transactions.</a:t>
          </a:r>
        </a:p>
      </dsp:txBody>
      <dsp:txXfrm>
        <a:off x="1120555" y="1331108"/>
        <a:ext cx="3306119" cy="625247"/>
      </dsp:txXfrm>
    </dsp:sp>
    <dsp:sp modelId="{2DBF86B4-AFE5-4F47-B167-C5A99B0A41C5}">
      <dsp:nvSpPr>
        <dsp:cNvPr id="0" name=""/>
        <dsp:cNvSpPr/>
      </dsp:nvSpPr>
      <dsp:spPr>
        <a:xfrm>
          <a:off x="0" y="2031599"/>
          <a:ext cx="940555" cy="94055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 r="-9" b="-8"/>
          <a:stretch/>
        </a:blipFill>
        <a:ln>
          <a:noFill/>
        </a:ln>
        <a:effectLst/>
      </dsp:spPr>
      <dsp:style>
        <a:lnRef idx="0">
          <a:scrgbClr r="0" g="0" b="0"/>
        </a:lnRef>
        <a:fillRef idx="3">
          <a:scrgbClr r="0" g="0" b="0"/>
        </a:fillRef>
        <a:effectRef idx="2">
          <a:scrgbClr r="0" g="0" b="0"/>
        </a:effectRef>
        <a:fontRef idx="minor">
          <a:schemeClr val="lt1"/>
        </a:fontRef>
      </dsp:style>
    </dsp:sp>
    <dsp:sp modelId="{AE99E324-01E7-4D89-9C42-F7C098325910}">
      <dsp:nvSpPr>
        <dsp:cNvPr id="0" name=""/>
        <dsp:cNvSpPr/>
      </dsp:nvSpPr>
      <dsp:spPr>
        <a:xfrm>
          <a:off x="1120555" y="2031599"/>
          <a:ext cx="3306119" cy="31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Data Privacy Regulations</a:t>
          </a:r>
        </a:p>
      </dsp:txBody>
      <dsp:txXfrm>
        <a:off x="1120555" y="2031599"/>
        <a:ext cx="3306119" cy="315308"/>
      </dsp:txXfrm>
    </dsp:sp>
    <dsp:sp modelId="{27A667F7-5EF0-4BA6-BB66-4CBF9074EB1C}">
      <dsp:nvSpPr>
        <dsp:cNvPr id="0" name=""/>
        <dsp:cNvSpPr/>
      </dsp:nvSpPr>
      <dsp:spPr>
        <a:xfrm>
          <a:off x="1120555" y="2346908"/>
          <a:ext cx="3306119" cy="625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Data privacy laws safeguard customer information to maintain confidentiality and trust in banking systems.</a:t>
          </a:r>
        </a:p>
      </dsp:txBody>
      <dsp:txXfrm>
        <a:off x="1120555" y="2346908"/>
        <a:ext cx="3306119" cy="6252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0BA8D-4ECA-4274-BBB8-22EBFEA86796}">
      <dsp:nvSpPr>
        <dsp:cNvPr id="0" name=""/>
        <dsp:cNvSpPr/>
      </dsp:nvSpPr>
      <dsp:spPr>
        <a:xfrm>
          <a:off x="0" y="0"/>
          <a:ext cx="1700064" cy="170006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570" r="18926" b="-6"/>
          <a:stretch/>
        </a:blipFill>
        <a:ln>
          <a:noFill/>
        </a:ln>
        <a:effectLst/>
      </dsp:spPr>
      <dsp:style>
        <a:lnRef idx="0">
          <a:scrgbClr r="0" g="0" b="0"/>
        </a:lnRef>
        <a:fillRef idx="3">
          <a:scrgbClr r="0" g="0" b="0"/>
        </a:fillRef>
        <a:effectRef idx="2">
          <a:scrgbClr r="0" g="0" b="0"/>
        </a:effectRef>
        <a:fontRef idx="minor">
          <a:schemeClr val="lt1"/>
        </a:fontRef>
      </dsp:style>
    </dsp:sp>
    <dsp:sp modelId="{822276AC-84ED-4A58-A363-CDE5C50A0D7B}">
      <dsp:nvSpPr>
        <dsp:cNvPr id="0" name=""/>
        <dsp:cNvSpPr/>
      </dsp:nvSpPr>
      <dsp:spPr>
        <a:xfrm>
          <a:off x="1880064" y="0"/>
          <a:ext cx="3194755" cy="532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Embedding Regulatory Requirements</a:t>
          </a:r>
        </a:p>
      </dsp:txBody>
      <dsp:txXfrm>
        <a:off x="1880064" y="0"/>
        <a:ext cx="3194755" cy="532423"/>
      </dsp:txXfrm>
    </dsp:sp>
    <dsp:sp modelId="{04A87CE1-5DD7-4468-9AFC-0D7D9185F9F5}">
      <dsp:nvSpPr>
        <dsp:cNvPr id="0" name=""/>
        <dsp:cNvSpPr/>
      </dsp:nvSpPr>
      <dsp:spPr>
        <a:xfrm>
          <a:off x="1880064" y="532423"/>
          <a:ext cx="3194755" cy="1403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Incorporate compliance rules directly within Core Banking Platform and processing to ensure continuous adherence to regulations.</a:t>
          </a:r>
        </a:p>
      </dsp:txBody>
      <dsp:txXfrm>
        <a:off x="1880064" y="532423"/>
        <a:ext cx="3194755" cy="1403277"/>
      </dsp:txXfrm>
    </dsp:sp>
    <dsp:sp modelId="{7ED9E003-64D9-40A2-A0D3-C47073602597}">
      <dsp:nvSpPr>
        <dsp:cNvPr id="0" name=""/>
        <dsp:cNvSpPr/>
      </dsp:nvSpPr>
      <dsp:spPr>
        <a:xfrm>
          <a:off x="0" y="2090557"/>
          <a:ext cx="1700064" cy="170006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097" r="22905" b="3"/>
          <a:stretch/>
        </a:blipFill>
        <a:ln>
          <a:noFill/>
        </a:ln>
        <a:effectLst/>
      </dsp:spPr>
      <dsp:style>
        <a:lnRef idx="0">
          <a:scrgbClr r="0" g="0" b="0"/>
        </a:lnRef>
        <a:fillRef idx="3">
          <a:scrgbClr r="0" g="0" b="0"/>
        </a:fillRef>
        <a:effectRef idx="2">
          <a:scrgbClr r="0" g="0" b="0"/>
        </a:effectRef>
        <a:fontRef idx="minor">
          <a:schemeClr val="lt1"/>
        </a:fontRef>
      </dsp:style>
    </dsp:sp>
    <dsp:sp modelId="{32A68492-82C4-43B4-B333-844C007C89A5}">
      <dsp:nvSpPr>
        <dsp:cNvPr id="0" name=""/>
        <dsp:cNvSpPr/>
      </dsp:nvSpPr>
      <dsp:spPr>
        <a:xfrm>
          <a:off x="1880064" y="2090557"/>
          <a:ext cx="3194755" cy="5324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Integrating with Regulatory Reporting Component </a:t>
          </a:r>
        </a:p>
      </dsp:txBody>
      <dsp:txXfrm>
        <a:off x="1880064" y="2090557"/>
        <a:ext cx="3194755" cy="532423"/>
      </dsp:txXfrm>
    </dsp:sp>
    <dsp:sp modelId="{DB2F657D-F855-433F-9FDD-048D4F1FDB8E}">
      <dsp:nvSpPr>
        <dsp:cNvPr id="0" name=""/>
        <dsp:cNvSpPr/>
      </dsp:nvSpPr>
      <dsp:spPr>
        <a:xfrm>
          <a:off x="1880064" y="2622980"/>
          <a:ext cx="3194755" cy="1403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Integrating with a Regulatory Reporting Component to generates the various Reports and Extracts as defined by the Regulator (Format, Content, Timing) </a:t>
          </a:r>
        </a:p>
      </dsp:txBody>
      <dsp:txXfrm>
        <a:off x="1880064" y="2622980"/>
        <a:ext cx="3194755" cy="1403277"/>
      </dsp:txXfrm>
    </dsp:sp>
    <dsp:sp modelId="{B49A4C76-8645-4591-80DB-088CE6B0CDDF}">
      <dsp:nvSpPr>
        <dsp:cNvPr id="0" name=""/>
        <dsp:cNvSpPr/>
      </dsp:nvSpPr>
      <dsp:spPr>
        <a:xfrm>
          <a:off x="0" y="4181114"/>
          <a:ext cx="1700064" cy="170006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87" r="23315" b="3"/>
          <a:stretch/>
        </a:blipFill>
        <a:ln>
          <a:noFill/>
        </a:ln>
        <a:effectLst/>
      </dsp:spPr>
      <dsp:style>
        <a:lnRef idx="0">
          <a:scrgbClr r="0" g="0" b="0"/>
        </a:lnRef>
        <a:fillRef idx="3">
          <a:scrgbClr r="0" g="0" b="0"/>
        </a:fillRef>
        <a:effectRef idx="2">
          <a:scrgbClr r="0" g="0" b="0"/>
        </a:effectRef>
        <a:fontRef idx="minor">
          <a:schemeClr val="lt1"/>
        </a:fontRef>
      </dsp:style>
    </dsp:sp>
    <dsp:sp modelId="{9A96B5DC-9F6C-4977-9FE5-9C5ADDEFF690}">
      <dsp:nvSpPr>
        <dsp:cNvPr id="0" name=""/>
        <dsp:cNvSpPr/>
      </dsp:nvSpPr>
      <dsp:spPr>
        <a:xfrm>
          <a:off x="1880064" y="4181114"/>
          <a:ext cx="3194755" cy="295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Regulatory Certification process</a:t>
          </a:r>
        </a:p>
      </dsp:txBody>
      <dsp:txXfrm>
        <a:off x="1880064" y="4181114"/>
        <a:ext cx="3194755" cy="295226"/>
      </dsp:txXfrm>
    </dsp:sp>
    <dsp:sp modelId="{1948813E-7818-455B-A3A2-165C50E71C9B}">
      <dsp:nvSpPr>
        <dsp:cNvPr id="0" name=""/>
        <dsp:cNvSpPr/>
      </dsp:nvSpPr>
      <dsp:spPr>
        <a:xfrm>
          <a:off x="1880064" y="4476340"/>
          <a:ext cx="3194755" cy="1301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Regulatory Certification process need to be thorough including with an Independent Compliance Expert Signing off Certification Process and Results and using External Specialist Vendor as needed </a:t>
          </a:r>
        </a:p>
        <a:p>
          <a:pPr marL="0" lvl="0" indent="0" algn="l" defTabSz="488950">
            <a:lnSpc>
              <a:spcPct val="100000"/>
            </a:lnSpc>
            <a:spcBef>
              <a:spcPct val="0"/>
            </a:spcBef>
            <a:spcAft>
              <a:spcPct val="35000"/>
            </a:spcAft>
            <a:buNone/>
          </a:pPr>
          <a:r>
            <a:rPr lang="en-US" sz="1100" kern="1200"/>
            <a:t>The Certification Process needs to include a full automation testing capability so that these tests can be done repeatedly in a cost effective manner</a:t>
          </a:r>
        </a:p>
      </dsp:txBody>
      <dsp:txXfrm>
        <a:off x="1880064" y="4476340"/>
        <a:ext cx="3194755" cy="13016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C8BA00-DF7E-45C7-BD2F-AA2B76E42AB2}">
      <dsp:nvSpPr>
        <dsp:cNvPr id="0" name=""/>
        <dsp:cNvSpPr/>
      </dsp:nvSpPr>
      <dsp:spPr>
        <a:xfrm>
          <a:off x="0" y="0"/>
          <a:ext cx="1390914" cy="139091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1624" r="28378" b="3"/>
          <a:stretch/>
        </a:blipFill>
        <a:ln>
          <a:noFill/>
        </a:ln>
        <a:effectLst/>
      </dsp:spPr>
      <dsp:style>
        <a:lnRef idx="0">
          <a:scrgbClr r="0" g="0" b="0"/>
        </a:lnRef>
        <a:fillRef idx="3">
          <a:scrgbClr r="0" g="0" b="0"/>
        </a:fillRef>
        <a:effectRef idx="2">
          <a:scrgbClr r="0" g="0" b="0"/>
        </a:effectRef>
        <a:fontRef idx="minor">
          <a:schemeClr val="lt1"/>
        </a:fontRef>
      </dsp:style>
    </dsp:sp>
    <dsp:sp modelId="{1BDE103A-225F-4D73-8677-21BB6F715935}">
      <dsp:nvSpPr>
        <dsp:cNvPr id="0" name=""/>
        <dsp:cNvSpPr/>
      </dsp:nvSpPr>
      <dsp:spPr>
        <a:xfrm>
          <a:off x="1570914" y="0"/>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Secure Data Sharing</a:t>
          </a:r>
        </a:p>
      </dsp:txBody>
      <dsp:txXfrm>
        <a:off x="1570914" y="0"/>
        <a:ext cx="3071420" cy="343368"/>
      </dsp:txXfrm>
    </dsp:sp>
    <dsp:sp modelId="{7BAF376C-AD6C-4578-8182-D97E59A27530}">
      <dsp:nvSpPr>
        <dsp:cNvPr id="0" name=""/>
        <dsp:cNvSpPr/>
      </dsp:nvSpPr>
      <dsp:spPr>
        <a:xfrm>
          <a:off x="1570914" y="343368"/>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Open banking enables customers to safely share their financial data with authorized third-party providers.</a:t>
          </a:r>
        </a:p>
      </dsp:txBody>
      <dsp:txXfrm>
        <a:off x="1570914" y="343368"/>
        <a:ext cx="3071420" cy="1047546"/>
      </dsp:txXfrm>
    </dsp:sp>
    <dsp:sp modelId="{9D51258B-AC7D-49F6-805D-7DF8C10E95FC}">
      <dsp:nvSpPr>
        <dsp:cNvPr id="0" name=""/>
        <dsp:cNvSpPr/>
      </dsp:nvSpPr>
      <dsp:spPr>
        <a:xfrm>
          <a:off x="0" y="1502188"/>
          <a:ext cx="1390914" cy="139091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520" r="18481" b="3"/>
          <a:stretch/>
        </a:blipFill>
        <a:ln>
          <a:noFill/>
        </a:ln>
        <a:effectLst/>
      </dsp:spPr>
      <dsp:style>
        <a:lnRef idx="0">
          <a:scrgbClr r="0" g="0" b="0"/>
        </a:lnRef>
        <a:fillRef idx="3">
          <a:scrgbClr r="0" g="0" b="0"/>
        </a:fillRef>
        <a:effectRef idx="2">
          <a:scrgbClr r="0" g="0" b="0"/>
        </a:effectRef>
        <a:fontRef idx="minor">
          <a:schemeClr val="lt1"/>
        </a:fontRef>
      </dsp:style>
    </dsp:sp>
    <dsp:sp modelId="{8CA07FEF-15FC-4F12-82D1-2CB9F0CAED9A}">
      <dsp:nvSpPr>
        <dsp:cNvPr id="0" name=""/>
        <dsp:cNvSpPr/>
      </dsp:nvSpPr>
      <dsp:spPr>
        <a:xfrm>
          <a:off x="1570914" y="1502188"/>
          <a:ext cx="3071420" cy="615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Access to Innovative Services</a:t>
          </a:r>
        </a:p>
      </dsp:txBody>
      <dsp:txXfrm>
        <a:off x="1570914" y="1502188"/>
        <a:ext cx="3071420" cy="615737"/>
      </dsp:txXfrm>
    </dsp:sp>
    <dsp:sp modelId="{66B4B9B3-B319-44A0-A0D7-92A217B164E3}">
      <dsp:nvSpPr>
        <dsp:cNvPr id="0" name=""/>
        <dsp:cNvSpPr/>
      </dsp:nvSpPr>
      <dsp:spPr>
        <a:xfrm>
          <a:off x="1570914" y="2117925"/>
          <a:ext cx="3071420" cy="771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Customers gain access to new and innovative financial services through open banking frameworks.</a:t>
          </a:r>
        </a:p>
      </dsp:txBody>
      <dsp:txXfrm>
        <a:off x="1570914" y="2117925"/>
        <a:ext cx="3071420" cy="771931"/>
      </dsp:txXfrm>
    </dsp:sp>
    <dsp:sp modelId="{BAAFA9D5-6E27-4385-8BE9-DC6831E59754}">
      <dsp:nvSpPr>
        <dsp:cNvPr id="0" name=""/>
        <dsp:cNvSpPr/>
      </dsp:nvSpPr>
      <dsp:spPr>
        <a:xfrm>
          <a:off x="0" y="3004376"/>
          <a:ext cx="1390914" cy="139091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1454" r="11797" b="2"/>
          <a:stretch/>
        </a:blipFill>
        <a:ln>
          <a:noFill/>
        </a:ln>
        <a:effectLst/>
      </dsp:spPr>
      <dsp:style>
        <a:lnRef idx="0">
          <a:scrgbClr r="0" g="0" b="0"/>
        </a:lnRef>
        <a:fillRef idx="3">
          <a:scrgbClr r="0" g="0" b="0"/>
        </a:fillRef>
        <a:effectRef idx="2">
          <a:scrgbClr r="0" g="0" b="0"/>
        </a:effectRef>
        <a:fontRef idx="minor">
          <a:schemeClr val="lt1"/>
        </a:fontRef>
      </dsp:style>
    </dsp:sp>
    <dsp:sp modelId="{9B748D76-DEB2-40AE-B4E8-EB699648401D}">
      <dsp:nvSpPr>
        <dsp:cNvPr id="0" name=""/>
        <dsp:cNvSpPr/>
      </dsp:nvSpPr>
      <dsp:spPr>
        <a:xfrm>
          <a:off x="1570914" y="3004376"/>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Fostering Competition</a:t>
          </a:r>
        </a:p>
      </dsp:txBody>
      <dsp:txXfrm>
        <a:off x="1570914" y="3004376"/>
        <a:ext cx="3071420" cy="343368"/>
      </dsp:txXfrm>
    </dsp:sp>
    <dsp:sp modelId="{C00AEA86-F06A-417E-90AA-A6539B518F8E}">
      <dsp:nvSpPr>
        <dsp:cNvPr id="0" name=""/>
        <dsp:cNvSpPr/>
      </dsp:nvSpPr>
      <dsp:spPr>
        <a:xfrm>
          <a:off x="1570914" y="3347744"/>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Open banking promotes competition among financial service providers, benefiting customers with better options.</a:t>
          </a:r>
        </a:p>
      </dsp:txBody>
      <dsp:txXfrm>
        <a:off x="1570914" y="3347744"/>
        <a:ext cx="3071420" cy="10475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36040-BD7F-4D7C-8E2F-DFD762CF16BD}">
      <dsp:nvSpPr>
        <dsp:cNvPr id="0" name=""/>
        <dsp:cNvSpPr/>
      </dsp:nvSpPr>
      <dsp:spPr>
        <a:xfrm>
          <a:off x="0" y="0"/>
          <a:ext cx="1390914" cy="139091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09" r="27439" b="-3"/>
          <a:stretch/>
        </a:blipFill>
        <a:ln>
          <a:noFill/>
        </a:ln>
        <a:effectLst/>
      </dsp:spPr>
      <dsp:style>
        <a:lnRef idx="0">
          <a:scrgbClr r="0" g="0" b="0"/>
        </a:lnRef>
        <a:fillRef idx="3">
          <a:scrgbClr r="0" g="0" b="0"/>
        </a:fillRef>
        <a:effectRef idx="2">
          <a:scrgbClr r="0" g="0" b="0"/>
        </a:effectRef>
        <a:fontRef idx="minor">
          <a:schemeClr val="lt1"/>
        </a:fontRef>
      </dsp:style>
    </dsp:sp>
    <dsp:sp modelId="{95165EC0-3559-4A7D-B132-CABF323F0DFF}">
      <dsp:nvSpPr>
        <dsp:cNvPr id="0" name=""/>
        <dsp:cNvSpPr/>
      </dsp:nvSpPr>
      <dsp:spPr>
        <a:xfrm>
          <a:off x="1570914" y="0"/>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Broad Principles over Rules</a:t>
          </a:r>
        </a:p>
      </dsp:txBody>
      <dsp:txXfrm>
        <a:off x="1570914" y="0"/>
        <a:ext cx="3071420" cy="343368"/>
      </dsp:txXfrm>
    </dsp:sp>
    <dsp:sp modelId="{1F7F31EB-BD2F-4FD5-AF79-DB7BC783A8BC}">
      <dsp:nvSpPr>
        <dsp:cNvPr id="0" name=""/>
        <dsp:cNvSpPr/>
      </dsp:nvSpPr>
      <dsp:spPr>
        <a:xfrm>
          <a:off x="1570914" y="343368"/>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IFRS applies broad accounting principles, allowing adaptability rather than strict prescriptive rules.</a:t>
          </a:r>
        </a:p>
      </dsp:txBody>
      <dsp:txXfrm>
        <a:off x="1570914" y="343368"/>
        <a:ext cx="3071420" cy="1047546"/>
      </dsp:txXfrm>
    </dsp:sp>
    <dsp:sp modelId="{02A97C5C-42CE-435B-84E4-372E26CF953B}">
      <dsp:nvSpPr>
        <dsp:cNvPr id="0" name=""/>
        <dsp:cNvSpPr/>
      </dsp:nvSpPr>
      <dsp:spPr>
        <a:xfrm>
          <a:off x="0" y="1502188"/>
          <a:ext cx="1390914" cy="139091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8" b="-8"/>
          <a:stretch/>
        </a:blipFill>
        <a:ln>
          <a:noFill/>
        </a:ln>
        <a:effectLst/>
      </dsp:spPr>
      <dsp:style>
        <a:lnRef idx="0">
          <a:scrgbClr r="0" g="0" b="0"/>
        </a:lnRef>
        <a:fillRef idx="3">
          <a:scrgbClr r="0" g="0" b="0"/>
        </a:fillRef>
        <a:effectRef idx="2">
          <a:scrgbClr r="0" g="0" b="0"/>
        </a:effectRef>
        <a:fontRef idx="minor">
          <a:schemeClr val="lt1"/>
        </a:fontRef>
      </dsp:style>
    </dsp:sp>
    <dsp:sp modelId="{AACA33DC-1E16-41BB-A5B9-3518928A80C9}">
      <dsp:nvSpPr>
        <dsp:cNvPr id="0" name=""/>
        <dsp:cNvSpPr/>
      </dsp:nvSpPr>
      <dsp:spPr>
        <a:xfrm>
          <a:off x="1570914" y="1502188"/>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Flexibility in Application</a:t>
          </a:r>
        </a:p>
      </dsp:txBody>
      <dsp:txXfrm>
        <a:off x="1570914" y="1502188"/>
        <a:ext cx="3071420" cy="343368"/>
      </dsp:txXfrm>
    </dsp:sp>
    <dsp:sp modelId="{1E78000C-6ABE-46E6-B022-E604C3CC73CD}">
      <dsp:nvSpPr>
        <dsp:cNvPr id="0" name=""/>
        <dsp:cNvSpPr/>
      </dsp:nvSpPr>
      <dsp:spPr>
        <a:xfrm>
          <a:off x="1570914" y="1845556"/>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principles-based approach offers flexibility but demands careful professional judgement in financial reporting.</a:t>
          </a:r>
        </a:p>
      </dsp:txBody>
      <dsp:txXfrm>
        <a:off x="1570914" y="1845556"/>
        <a:ext cx="3071420" cy="1047546"/>
      </dsp:txXfrm>
    </dsp:sp>
    <dsp:sp modelId="{D4A641D1-23C4-45BD-9AB5-70FCA5CE7F35}">
      <dsp:nvSpPr>
        <dsp:cNvPr id="0" name=""/>
        <dsp:cNvSpPr/>
      </dsp:nvSpPr>
      <dsp:spPr>
        <a:xfrm>
          <a:off x="0" y="3004376"/>
          <a:ext cx="1390914" cy="139091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802" r="12449" b="2"/>
          <a:stretch/>
        </a:blipFill>
        <a:ln>
          <a:noFill/>
        </a:ln>
        <a:effectLst/>
      </dsp:spPr>
      <dsp:style>
        <a:lnRef idx="0">
          <a:scrgbClr r="0" g="0" b="0"/>
        </a:lnRef>
        <a:fillRef idx="3">
          <a:scrgbClr r="0" g="0" b="0"/>
        </a:fillRef>
        <a:effectRef idx="2">
          <a:scrgbClr r="0" g="0" b="0"/>
        </a:effectRef>
        <a:fontRef idx="minor">
          <a:schemeClr val="lt1"/>
        </a:fontRef>
      </dsp:style>
    </dsp:sp>
    <dsp:sp modelId="{BD76BD96-A3E3-4CFB-A651-7A1D6D361273}">
      <dsp:nvSpPr>
        <dsp:cNvPr id="0" name=""/>
        <dsp:cNvSpPr/>
      </dsp:nvSpPr>
      <dsp:spPr>
        <a:xfrm>
          <a:off x="1570914" y="3004376"/>
          <a:ext cx="3071420" cy="615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Recognition and Measurement</a:t>
          </a:r>
        </a:p>
      </dsp:txBody>
      <dsp:txXfrm>
        <a:off x="1570914" y="3004376"/>
        <a:ext cx="3071420" cy="615737"/>
      </dsp:txXfrm>
    </dsp:sp>
    <dsp:sp modelId="{EB1E6CE4-F115-49CB-BFC6-EB7E48B5E9BB}">
      <dsp:nvSpPr>
        <dsp:cNvPr id="0" name=""/>
        <dsp:cNvSpPr/>
      </dsp:nvSpPr>
      <dsp:spPr>
        <a:xfrm>
          <a:off x="1570914" y="3620113"/>
          <a:ext cx="3071420" cy="771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Judgement is crucial in recognizing and measuring financial instruments under IFRS standards.</a:t>
          </a:r>
        </a:p>
      </dsp:txBody>
      <dsp:txXfrm>
        <a:off x="1570914" y="3620113"/>
        <a:ext cx="3071420" cy="77193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747C09-EF49-431C-9130-D275A1087224}" type="datetimeFigureOut">
              <a:rPr lang="en-IN" smtClean="0"/>
              <a:t>15-09-2025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34C477-2865-4ED5-9118-BCE3F3A21B91}" type="slidenum">
              <a:rPr lang="en-IN" smtClean="0"/>
              <a:t>‹#›</a:t>
            </a:fld>
            <a:endParaRPr lang="en-IN"/>
          </a:p>
        </p:txBody>
      </p:sp>
    </p:spTree>
    <p:extLst>
      <p:ext uri="{BB962C8B-B14F-4D97-AF65-F5344CB8AC3E}">
        <p14:creationId xmlns:p14="http://schemas.microsoft.com/office/powerpoint/2010/main" val="1260563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0477-26A8-DE33-35F7-B7CF7B993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B737B-0C43-964E-F732-CEB597B16223}"/>
              </a:ext>
            </a:extLst>
          </p:cNvPr>
          <p:cNvSpPr>
            <a:spLocks noGrp="1" noRot="1" noChangeAspect="1"/>
          </p:cNvSpPr>
          <p:nvPr>
            <p:ph type="sldImg"/>
          </p:nvPr>
        </p:nvSpPr>
        <p:spPr>
          <a:xfrm>
            <a:off x="1143000" y="685800"/>
            <a:ext cx="4572000" cy="3429000"/>
          </a:xfrm>
          <a:prstGeom prst="rect">
            <a:avLst/>
          </a:prstGeom>
        </p:spPr>
      </p:sp>
      <p:sp>
        <p:nvSpPr>
          <p:cNvPr id="3" name="Notes Placeholder 2">
            <a:extLst>
              <a:ext uri="{FF2B5EF4-FFF2-40B4-BE49-F238E27FC236}">
                <a16:creationId xmlns:a16="http://schemas.microsoft.com/office/drawing/2014/main" id="{5E169E1C-64E2-3E04-7BD4-3B71E1FB2264}"/>
              </a:ext>
            </a:extLst>
          </p:cNvPr>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F9EF10AC-A483-8313-CE61-29BA04F25AD9}"/>
              </a:ext>
            </a:extLst>
          </p:cNvPr>
          <p:cNvSpPr>
            <a:spLocks noGrp="1"/>
          </p:cNvSpPr>
          <p:nvPr>
            <p:ph type="sldNum" sz="quarter" idx="10"/>
          </p:nvPr>
        </p:nvSpPr>
        <p:spPr>
          <a:xfrm>
            <a:off x="3884084" y="8685213"/>
            <a:ext cx="2971800" cy="457200"/>
          </a:xfrm>
          <a:prstGeom prst="rect">
            <a:avLst/>
          </a:prstGeom>
        </p:spPr>
        <p:txBody>
          <a:bodyPr/>
          <a:lstStyle/>
          <a:p>
            <a:fld id="{F7021451-1387-4CA6-816F-3879F97B5CBC}" type="slidenum">
              <a:rPr lang="en-US">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43083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Banking regulations vary widely across countries and govern critical aspects such as customer verification, anti-money laundering, and data privacy. This section covers the types of regulations, their variations, and examples of regulatory bodies worldwide.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7317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Key regulations include Know Your Customer (KYC) for identity verification, Anti-Money Laundering (AML) to prevent illicit finance, and data privacy laws to secure customer information. Compliance with these regulations is mandatory for all banking platforms.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6275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Different countries impose unique regulatory demands according to local laws and risk profiles. Understanding these variations is essential for banks operating globally to ensure compliance and avoid legal penalties.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4269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Important regulatory authorities include the Financial Conduct Authority (FCA) in the UK, the Federal Reserve and FDIC in the USA, and the European Banking Authority (EBA). Frameworks such as Basel III set international banking standards.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47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6B5CD-A04C-ECC2-4E25-2AE0025BF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53506-CC7D-7AB1-2137-EFB3F6C0A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04F82-E8CF-9BDF-2145-E4F9F299DC79}"/>
              </a:ext>
            </a:extLst>
          </p:cNvPr>
          <p:cNvSpPr>
            <a:spLocks noGrp="1"/>
          </p:cNvSpPr>
          <p:nvPr>
            <p:ph type="body" idx="1"/>
          </p:nvPr>
        </p:nvSpPr>
        <p:spPr/>
        <p:txBody>
          <a:bodyPr/>
          <a:lstStyle/>
          <a:p>
            <a:r>
              <a:rPr lang="en-US"/>
              <a:t>
---
Important regulatory authorities include the Financial Conduct Authority (FCA) in the UK, the Federal Reserve and FDIC in the USA, and the European Banking Authority (EBA). Frameworks such as Basel III set international banking standards.
Image source: Microsoft 365 content library
</a:t>
            </a:r>
          </a:p>
        </p:txBody>
      </p:sp>
      <p:sp>
        <p:nvSpPr>
          <p:cNvPr id="4" name="Slide Number Placeholder 3">
            <a:extLst>
              <a:ext uri="{FF2B5EF4-FFF2-40B4-BE49-F238E27FC236}">
                <a16:creationId xmlns:a16="http://schemas.microsoft.com/office/drawing/2014/main" id="{8D473A97-902C-9C62-5F8A-3ABDF097BC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2604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646D0-642D-BCB4-F2C5-1200E1BFF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A1AFE-698C-01AA-18CB-5819BCF45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550CD-C3D3-58F1-6500-17032F119553}"/>
              </a:ext>
            </a:extLst>
          </p:cNvPr>
          <p:cNvSpPr>
            <a:spLocks noGrp="1"/>
          </p:cNvSpPr>
          <p:nvPr>
            <p:ph type="body" idx="1"/>
          </p:nvPr>
        </p:nvSpPr>
        <p:spPr/>
        <p:txBody>
          <a:bodyPr/>
          <a:lstStyle/>
          <a:p>
            <a:r>
              <a:rPr lang="en-US"/>
              <a:t>
---
Important regulatory authorities include the Financial Conduct Authority (FCA) in the UK, the Federal Reserve and FDIC in the USA, and the European Banking Authority (EBA). Frameworks such as Basel III set international banking standards.
Image source: Microsoft 365 content library
</a:t>
            </a:r>
          </a:p>
        </p:txBody>
      </p:sp>
      <p:sp>
        <p:nvSpPr>
          <p:cNvPr id="4" name="Slide Number Placeholder 3">
            <a:extLst>
              <a:ext uri="{FF2B5EF4-FFF2-40B4-BE49-F238E27FC236}">
                <a16:creationId xmlns:a16="http://schemas.microsoft.com/office/drawing/2014/main" id="{64224A35-CEBB-94E1-5070-CB05123CA8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3435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compliance into the platform’s architecture ensures adaptability and adherence to evolving regulations. This section discusses incorporating compliance by design, managing regulatory updates, and automating compliance monitoring.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947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6A9F-6691-0257-2B56-2D11BA7EF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0B9B2-E09C-CCCF-0FD5-69A571766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0D4786-1FB4-013D-BA4D-E48539D0DC1F}"/>
              </a:ext>
            </a:extLst>
          </p:cNvPr>
          <p:cNvSpPr>
            <a:spLocks noGrp="1"/>
          </p:cNvSpPr>
          <p:nvPr>
            <p:ph type="body" idx="1"/>
          </p:nvPr>
        </p:nvSpPr>
        <p:spPr/>
        <p:txBody>
          <a:bodyPr/>
          <a:lstStyle/>
          <a:p>
            <a:r>
              <a:rPr lang="en-US"/>
              <a:t>
---
Compliance by design involves embedding regulatory requirements into system workflows, access controls, and data handling processes. This proactive approach reduces risks and facilitates audit readiness.
Image source: Microsoft 365 content library
</a:t>
            </a:r>
          </a:p>
        </p:txBody>
      </p:sp>
      <p:sp>
        <p:nvSpPr>
          <p:cNvPr id="4" name="Slide Number Placeholder 3">
            <a:extLst>
              <a:ext uri="{FF2B5EF4-FFF2-40B4-BE49-F238E27FC236}">
                <a16:creationId xmlns:a16="http://schemas.microsoft.com/office/drawing/2014/main" id="{198BC0B5-E88F-20FF-75F4-D9CCAC12A1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9721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Banking platforms must be flexible to accommodate frequent regulatory updates. Modular system design and effective change management processes help swiftly implement necessary modifications.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D4E5F2-1E28-41C0-B319-C660329F0E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4509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Open banking is a framework that allows customers to share their financial data securely with authorized third parties to access innovative financial services, fostering competition and innovation.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B749D5-CEFE-4F07-AE4C-C11DB2EC98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4520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APIs (Application Programming Interfaces) enable secure communication between banks and external providers. Key types include payment initiation APIs, account information APIs, and identity verification APIs.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B749D5-CEFE-4F07-AE4C-C11DB2EC98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3752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UK’s PSD2 mandates API standards for banks. Australia’s Consumer Data Right (CDR) promotes consumer data control, while India’s Account Aggregator system enables secure data sharing across financial sectors.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B749D5-CEFE-4F07-AE4C-C11DB2EC98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0838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Each framework has specific compliance requirements including data security, customer consent, API standardization, and reporting. Adhering to these ensures trust and regulatory approval.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B749D5-CEFE-4F07-AE4C-C11DB2EC98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8631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banking systems are critical for managing banking operations efficiently. This section explains their functions and highlights the importance of consistent accounting standards such as US GAAP, IFRS, and India GAAP in ensuring reliable financial reporting.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6459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Accounting standards ensure uniformity, transparency, and comparability in financial reporting. For banks, adherence to these standards is crucial to accurately reflect financial health and comply with regulatory requirements.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8597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US GAAP, IFRS, and India GAAP are the predominant accounting frameworks used globally. Each has distinct principles affecting recognition, measurement, and disclosure requirements in banking financial statements.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7549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 GAAP provides detailed guidance for banking accounting, focusing on rules-based recognition and measurement of financial instruments, revenue recognition, loan accounting, and robust disclosure requirements.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3673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Under US GAAP, financial instruments are classified and measured based on specific guidance, with strict criteria for impairment and fair value measurement that affect bank asset valuations.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0705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US GAAP outlines explicit methods for recognizing interest income, fees, and loan loss provisions, ensuring banks accurately reflect their earnings and credit risk exposure.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4475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under US GAAP must comply with comprehensive disclosure mandates including detailed information on credit risk, loan portfolios, and capital adequacy to enhance transparency.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2173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IFRS adopts a principles-based approach, emphasizing fair value measurement and transparency. IFRS 9 significantly reshaped financial instruments accounting affecting banks globally.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9022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IFRS focuses on applying broad principles rather than prescriptive rules, offering flexibility but also requiring significant judgement in recognizing and measuring financial instruments.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8801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IFRS 9 introduced expected credit loss models for impairment and new classification criteria for financial assets, substantially impacting bank loan loss provisioning and financial reporting.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89690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IFRS requires enhanced disclosures on financial risks, credit quality, and management strategies, improving comparability and investor confidence in banking financial statements.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02120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India GAAP incorporates specific provisions relevant to Indian banks, with a recent transition to Ind AS aligning more closely with IFRS while retaining unique regulatory elements.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90994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India GAAP includes particular guidance on income recognition, provisioning norms, and asset classification tailored to India’s banking environment.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6969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move to Ind AS has aligned Indian accounting standards more closely with IFRS, introducing new measurement bases and disclosure requirements that affect bank financial statements and capital adequacy.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52683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Indian banks face stringent regulatory compliance enforced by the Reserve Bank of India, affecting accounting policies, provisioning, and disclosures under India GAAP and Ind AS.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0490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summarizes the key similarities and differences across US GAAP, IFRS, and India GAAP and discusses implementation challenges and best practices for banks operating across multiple jurisdictions.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08556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While all frameworks aim for transparent and reliable financial reporting, US GAAP is more rules-based, IFRS more principles-based, and India GAAP blends local regulations with IFRS convergence, especially through Ind AS.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10193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Multinational banks face challenges such as reconciling differences in impairment models, varying disclosure requirements, and navigating regulatory compliance in different countries.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A0564-BF85-4DB8-B7EF-91829966BD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80893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F265-03A3-D79E-F3B4-9D29C68DA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2D57B-D0DA-C974-8128-59C602AC097B}"/>
              </a:ext>
            </a:extLst>
          </p:cNvPr>
          <p:cNvSpPr>
            <a:spLocks noGrp="1" noRot="1" noChangeAspect="1"/>
          </p:cNvSpPr>
          <p:nvPr>
            <p:ph type="sldImg"/>
          </p:nvPr>
        </p:nvSpPr>
        <p:spPr>
          <a:xfrm>
            <a:off x="1143000" y="685800"/>
            <a:ext cx="4572000" cy="3429000"/>
          </a:xfrm>
          <a:prstGeom prst="rect">
            <a:avLst/>
          </a:prstGeom>
        </p:spPr>
      </p:sp>
      <p:sp>
        <p:nvSpPr>
          <p:cNvPr id="3" name="Notes Placeholder 2">
            <a:extLst>
              <a:ext uri="{FF2B5EF4-FFF2-40B4-BE49-F238E27FC236}">
                <a16:creationId xmlns:a16="http://schemas.microsoft.com/office/drawing/2014/main" id="{E9C18AC9-E55B-5721-2BDF-6C9D19BB8B8E}"/>
              </a:ext>
            </a:extLst>
          </p:cNvPr>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04D3744-AF3B-AADE-B563-5385F53322FE}"/>
              </a:ext>
            </a:extLst>
          </p:cNvPr>
          <p:cNvSpPr>
            <a:spLocks noGrp="1"/>
          </p:cNvSpPr>
          <p:nvPr>
            <p:ph type="sldNum" sz="quarter" idx="5"/>
          </p:nvPr>
        </p:nvSpPr>
        <p:spPr>
          <a:xfrm>
            <a:off x="3884084" y="8685213"/>
            <a:ext cx="2971800" cy="457200"/>
          </a:xfrm>
          <a:prstGeom prst="rect">
            <a:avLst/>
          </a:prstGeom>
        </p:spPr>
        <p:txBody>
          <a:bodyPr/>
          <a:lstStyle/>
          <a:p>
            <a:fld id="{AAF189DA-CA4E-4D36-BE12-459EB63527FD}"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509148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introduces the fundamental concepts behind Business Process Modelling, explaining why it is vital for organizations to understand and document their processes systematically.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1003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Business Process Modelling involves creating visual representations of an organization's workflows and activities. Its purpose is to clarify processes, improve communication, and facilitate analysis and optimization.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64090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Key concepts include processes, activities, events, actors, and workflows. Understanding these terms is essential for constructing accurate and meaningful process models.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76012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Business Process Modelling supports organizational agility, efficiency, and transparency. It helps organizations respond to market changes and regulatory requirements effectively by providing a clear process overview.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610634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reviews popular standards and techniques used in Business Process Modelling to standardize process documentation and improve clarity.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0707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BPMN is a widely accepted graphical notation that provides a standard way to visually depict business processes, making them easy to understand for both technical and business stakeholders.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71688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UML is a versatile modelling language that supports various diagram types including activity diagrams, which are used to model business processes and workflows within software development and business analysis contexts.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48753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first step involves identifying key processes, gathering relevant information, and documenting workflows accurately to form the basis of the model.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91415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Once documented, processes are analyzed to identify inefficiencies or bottlenecks. Models are then refined to optimize performance and align with organizational goals.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81870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outlines the structured approach organizations follow to model, analyze, and improve their business processes effectively.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60078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ADFA6-B4A3-E841-AA27-53298A618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3AB73-A521-5678-243D-517C638A5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28008-CC59-7A60-4179-4091F6A2CE7B}"/>
              </a:ext>
            </a:extLst>
          </p:cNvPr>
          <p:cNvSpPr>
            <a:spLocks noGrp="1"/>
          </p:cNvSpPr>
          <p:nvPr>
            <p:ph type="body" idx="1"/>
          </p:nvPr>
        </p:nvSpPr>
        <p:spPr/>
        <p:txBody>
          <a:bodyPr/>
          <a:lstStyle/>
          <a:p>
            <a:r>
              <a:rPr lang="en-US"/>
              <a:t>This section outlines the structured approach organizations follow to model, analyze, and improve their business processes effectively.</a:t>
            </a:r>
          </a:p>
        </p:txBody>
      </p:sp>
      <p:sp>
        <p:nvSpPr>
          <p:cNvPr id="4" name="Slide Number Placeholder 3">
            <a:extLst>
              <a:ext uri="{FF2B5EF4-FFF2-40B4-BE49-F238E27FC236}">
                <a16:creationId xmlns:a16="http://schemas.microsoft.com/office/drawing/2014/main" id="{3C98E12B-0B39-C1D6-B999-ECE70A3837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42041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106C3-A0E7-E64B-2EED-C2300A1DC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B6488-3FC9-4E8D-B02C-92866C8B1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5D4F2-4F14-1189-B7D3-DFEC508495DC}"/>
              </a:ext>
            </a:extLst>
          </p:cNvPr>
          <p:cNvSpPr>
            <a:spLocks noGrp="1"/>
          </p:cNvSpPr>
          <p:nvPr>
            <p:ph type="body" idx="1"/>
          </p:nvPr>
        </p:nvSpPr>
        <p:spPr/>
        <p:txBody>
          <a:bodyPr/>
          <a:lstStyle/>
          <a:p>
            <a:r>
              <a:rPr lang="en-US"/>
              <a:t>This section outlines the structured approach organizations follow to model, analyze, and improve their business processes effectively.</a:t>
            </a:r>
          </a:p>
        </p:txBody>
      </p:sp>
      <p:sp>
        <p:nvSpPr>
          <p:cNvPr id="4" name="Slide Number Placeholder 3">
            <a:extLst>
              <a:ext uri="{FF2B5EF4-FFF2-40B4-BE49-F238E27FC236}">
                <a16:creationId xmlns:a16="http://schemas.microsoft.com/office/drawing/2014/main" id="{2A415609-5296-EB2C-8746-CE71B91548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A2392-C509-4AAD-B127-B17B1D9515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38731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 y="685800"/>
            <a:ext cx="4572000" cy="3429000"/>
          </a:xfrm>
          <a:prstGeom prst="rect">
            <a:avLst/>
          </a:prstGeom>
        </p:spPr>
      </p:sp>
      <p:sp>
        <p:nvSpPr>
          <p:cNvPr id="3" name="Notes Placeholder 2"/>
          <p:cNvSpPr>
            <a:spLocks noGrp="1"/>
          </p:cNvSpPr>
          <p:nvPr>
            <p:ph type="body" idx="1"/>
          </p:nvPr>
        </p:nvSpPr>
        <p:spPr>
          <a:xfrm>
            <a:off x="514350" y="4343400"/>
            <a:ext cx="4114800" cy="4114800"/>
          </a:xfrm>
          <a:prstGeom prst="rect">
            <a:avLst/>
          </a:prstGeom>
        </p:spPr>
        <p:txBody>
          <a:bodyPr/>
          <a:lstStyle/>
          <a:p>
            <a:endParaRPr lang="en-US"/>
          </a:p>
        </p:txBody>
      </p:sp>
      <p:sp>
        <p:nvSpPr>
          <p:cNvPr id="4" name="Slide Number Placeholder 3"/>
          <p:cNvSpPr>
            <a:spLocks noGrp="1"/>
          </p:cNvSpPr>
          <p:nvPr>
            <p:ph type="sldNum" sz="quarter" idx="5"/>
          </p:nvPr>
        </p:nvSpPr>
        <p:spPr>
          <a:xfrm>
            <a:off x="2913063" y="8685213"/>
            <a:ext cx="2228850" cy="457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AF189DA-CA4E-4D36-BE12-459EB63527FD}" type="slidenum">
              <a:rPr kumimoji="0" lang="en-US" sz="1800" b="0" i="0" u="none" strike="noStrike" kern="1200" cap="none" spc="0" normalizeH="0" baseline="0" noProof="0" smtClean="0">
                <a:ln>
                  <a:noFill/>
                </a:ln>
                <a:solidFill>
                  <a:prstClr val="black"/>
                </a:solidFill>
                <a:effectLst/>
                <a:uLnTx/>
                <a:uFillTx/>
                <a:latin typeface="Apto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274295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C0BB-058C-D8DE-C4B7-1623BC495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2F88-0368-7B9E-119F-9924E13A30E8}"/>
              </a:ext>
            </a:extLst>
          </p:cNvPr>
          <p:cNvSpPr>
            <a:spLocks noGrp="1" noRot="1" noChangeAspect="1"/>
          </p:cNvSpPr>
          <p:nvPr>
            <p:ph type="sldImg"/>
          </p:nvPr>
        </p:nvSpPr>
        <p:spPr>
          <a:xfrm>
            <a:off x="285750" y="685800"/>
            <a:ext cx="4572000" cy="3429000"/>
          </a:xfrm>
          <a:prstGeom prst="rect">
            <a:avLst/>
          </a:prstGeom>
        </p:spPr>
      </p:sp>
      <p:sp>
        <p:nvSpPr>
          <p:cNvPr id="3" name="Notes Placeholder 2">
            <a:extLst>
              <a:ext uri="{FF2B5EF4-FFF2-40B4-BE49-F238E27FC236}">
                <a16:creationId xmlns:a16="http://schemas.microsoft.com/office/drawing/2014/main" id="{90139A28-63F5-B0E9-7B9D-8EF0536BE4EC}"/>
              </a:ext>
            </a:extLst>
          </p:cNvPr>
          <p:cNvSpPr>
            <a:spLocks noGrp="1"/>
          </p:cNvSpPr>
          <p:nvPr>
            <p:ph type="body" idx="1"/>
          </p:nvPr>
        </p:nvSpPr>
        <p:spPr>
          <a:xfrm>
            <a:off x="514350" y="4343400"/>
            <a:ext cx="41148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12D60C0-1400-4B5D-8579-904492A29D4A}"/>
              </a:ext>
            </a:extLst>
          </p:cNvPr>
          <p:cNvSpPr>
            <a:spLocks noGrp="1"/>
          </p:cNvSpPr>
          <p:nvPr>
            <p:ph type="sldNum" sz="quarter" idx="10"/>
          </p:nvPr>
        </p:nvSpPr>
        <p:spPr>
          <a:xfrm>
            <a:off x="2913063" y="8685213"/>
            <a:ext cx="2228850" cy="457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7378609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C0BB-058C-D8DE-C4B7-1623BC495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2F88-0368-7B9E-119F-9924E13A30E8}"/>
              </a:ext>
            </a:extLst>
          </p:cNvPr>
          <p:cNvSpPr>
            <a:spLocks noGrp="1" noRot="1" noChangeAspect="1"/>
          </p:cNvSpPr>
          <p:nvPr>
            <p:ph type="sldImg"/>
          </p:nvPr>
        </p:nvSpPr>
        <p:spPr>
          <a:xfrm>
            <a:off x="285750" y="685800"/>
            <a:ext cx="4572000" cy="3429000"/>
          </a:xfrm>
          <a:prstGeom prst="rect">
            <a:avLst/>
          </a:prstGeom>
        </p:spPr>
      </p:sp>
      <p:sp>
        <p:nvSpPr>
          <p:cNvPr id="3" name="Notes Placeholder 2">
            <a:extLst>
              <a:ext uri="{FF2B5EF4-FFF2-40B4-BE49-F238E27FC236}">
                <a16:creationId xmlns:a16="http://schemas.microsoft.com/office/drawing/2014/main" id="{90139A28-63F5-B0E9-7B9D-8EF0536BE4EC}"/>
              </a:ext>
            </a:extLst>
          </p:cNvPr>
          <p:cNvSpPr>
            <a:spLocks noGrp="1"/>
          </p:cNvSpPr>
          <p:nvPr>
            <p:ph type="body" idx="1"/>
          </p:nvPr>
        </p:nvSpPr>
        <p:spPr>
          <a:xfrm>
            <a:off x="514350" y="4343400"/>
            <a:ext cx="41148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12D60C0-1400-4B5D-8579-904492A29D4A}"/>
              </a:ext>
            </a:extLst>
          </p:cNvPr>
          <p:cNvSpPr>
            <a:spLocks noGrp="1"/>
          </p:cNvSpPr>
          <p:nvPr>
            <p:ph type="sldNum" sz="quarter" idx="10"/>
          </p:nvPr>
        </p:nvSpPr>
        <p:spPr>
          <a:xfrm>
            <a:off x="2913063" y="8685213"/>
            <a:ext cx="2228850" cy="457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737860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9"/>
            <a:ext cx="6858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1657349" y="3694381"/>
            <a:ext cx="6858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778405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940321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9"/>
            <a:ext cx="6858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640899" y="3693679"/>
            <a:ext cx="6858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55193391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0000" y="1825625"/>
            <a:ext cx="3768912"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39880" y="1825625"/>
            <a:ext cx="377547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7211866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840000" y="1681163"/>
            <a:ext cx="3768912"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39887" y="1681163"/>
            <a:ext cx="3776661"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7"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63521688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443550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3133874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30"/>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3"/>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195979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30"/>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40007" y="2057403"/>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2514645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0"/>
            <a:ext cx="7886700" cy="819355"/>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29841" y="987430"/>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8"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4704349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p>
        </p:txBody>
      </p:sp>
      <p:sp>
        <p:nvSpPr>
          <p:cNvPr id="4" name="Text Placeholder 3"/>
          <p:cNvSpPr>
            <a:spLocks noGrp="1"/>
          </p:cNvSpPr>
          <p:nvPr>
            <p:ph type="body" sz="half" idx="2"/>
          </p:nvPr>
        </p:nvSpPr>
        <p:spPr>
          <a:xfrm>
            <a:off x="629848" y="4489401"/>
            <a:ext cx="7885509"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5066187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6000">
                <a:solidFill>
                  <a:prstClr val="white"/>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6000">
                <a:solidFill>
                  <a:prstClr val="white"/>
                </a:solidFill>
                <a:effectLst/>
              </a:rPr>
              <a:t>”</a:t>
            </a:r>
          </a:p>
        </p:txBody>
      </p:sp>
    </p:spTree>
    <p:extLst>
      <p:ext uri="{BB962C8B-B14F-4D97-AF65-F5344CB8AC3E}">
        <p14:creationId xmlns:p14="http://schemas.microsoft.com/office/powerpoint/2010/main" val="260519905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9"/>
            <a:ext cx="7886700" cy="2511835"/>
          </a:xfrm>
        </p:spPr>
        <p:txBody>
          <a:bodyPr anchor="b">
            <a:normAutofit/>
          </a:bodyPr>
          <a:lstStyle>
            <a:lvl1pPr>
              <a:defRPr sz="4050"/>
            </a:lvl1pPr>
          </a:lstStyle>
          <a:p>
            <a:r>
              <a:rPr lang="en-US"/>
              <a:t>Click to edit Master title style</a:t>
            </a:r>
          </a:p>
        </p:txBody>
      </p:sp>
      <p:sp>
        <p:nvSpPr>
          <p:cNvPr id="4" name="Text Placeholder 3"/>
          <p:cNvSpPr>
            <a:spLocks noGrp="1"/>
          </p:cNvSpPr>
          <p:nvPr>
            <p:ph type="body" sz="half" idx="2"/>
          </p:nvPr>
        </p:nvSpPr>
        <p:spPr>
          <a:xfrm>
            <a:off x="629848" y="4850583"/>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405204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5"/>
            <a:ext cx="7886700" cy="1325563"/>
          </a:xfrm>
        </p:spPr>
        <p:txBody>
          <a:bodyPr/>
          <a:lstStyle/>
          <a:p>
            <a:r>
              <a:rPr lang="en-US"/>
              <a:t>Click to edit Master title style</a:t>
            </a:r>
          </a:p>
        </p:txBody>
      </p:sp>
      <p:sp>
        <p:nvSpPr>
          <p:cNvPr id="7" name="Text Placeholder 2"/>
          <p:cNvSpPr>
            <a:spLocks noGrp="1"/>
          </p:cNvSpPr>
          <p:nvPr>
            <p:ph type="body" idx="1"/>
          </p:nvPr>
        </p:nvSpPr>
        <p:spPr>
          <a:xfrm>
            <a:off x="1002961" y="1885954"/>
            <a:ext cx="2210150"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605" y="2571749"/>
            <a:ext cx="21955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1003" y="1885954"/>
            <a:ext cx="220218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49"/>
            <a:ext cx="2210096"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84" y="1885954"/>
            <a:ext cx="2199085"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84" y="2571749"/>
            <a:ext cx="219908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3740670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5"/>
            <a:ext cx="7886700" cy="1325563"/>
          </a:xfrm>
        </p:spPr>
        <p:txBody>
          <a:bodyPr/>
          <a:lstStyle/>
          <a:p>
            <a:r>
              <a:rPr lang="en-US"/>
              <a:t>Click to edit Master title style</a:t>
            </a:r>
          </a:p>
        </p:txBody>
      </p:sp>
      <p:sp>
        <p:nvSpPr>
          <p:cNvPr id="19" name="Text Placeholder 2"/>
          <p:cNvSpPr>
            <a:spLocks noGrp="1"/>
          </p:cNvSpPr>
          <p:nvPr>
            <p:ph type="body" idx="1"/>
          </p:nvPr>
        </p:nvSpPr>
        <p:spPr>
          <a:xfrm>
            <a:off x="999064" y="4297507"/>
            <a:ext cx="2205038"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5"/>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Text Placeholder 3"/>
          <p:cNvSpPr>
            <a:spLocks noGrp="1"/>
          </p:cNvSpPr>
          <p:nvPr>
            <p:ph type="body" sz="half" idx="18"/>
          </p:nvPr>
        </p:nvSpPr>
        <p:spPr>
          <a:xfrm>
            <a:off x="999064" y="4873768"/>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7"/>
            <a:ext cx="2197894"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5"/>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19"/>
          </p:nvPr>
        </p:nvSpPr>
        <p:spPr>
          <a:xfrm>
            <a:off x="3425740" y="4873764"/>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9" y="4297507"/>
            <a:ext cx="219908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8" y="2256355"/>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126879000"/>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2983380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30"/>
            <a:ext cx="1971675"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7" y="365130"/>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18406495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5575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a:xfrm>
            <a:off x="8615276" y="6502114"/>
            <a:ext cx="141064" cy="184665"/>
          </a:xfrm>
        </p:spPr>
        <p:txBody>
          <a:bodyPr/>
          <a:lstStyle/>
          <a:p>
            <a:fld id="{C60C2248-B95D-984B-A0F4-42B9A4652AA7}"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Content Placeholder 2"/>
          <p:cNvSpPr>
            <a:spLocks noGrp="1"/>
          </p:cNvSpPr>
          <p:nvPr>
            <p:ph idx="1"/>
          </p:nvPr>
        </p:nvSpPr>
        <p:spPr>
          <a:xfrm>
            <a:off x="392112" y="1655765"/>
            <a:ext cx="4068000" cy="4511675"/>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4" name="Picture Placeholder 12"/>
          <p:cNvSpPr>
            <a:spLocks noGrp="1"/>
          </p:cNvSpPr>
          <p:nvPr>
            <p:ph type="pic" sz="quarter" idx="13" hasCustomPrompt="1"/>
          </p:nvPr>
        </p:nvSpPr>
        <p:spPr>
          <a:xfrm>
            <a:off x="4691008" y="1655765"/>
            <a:ext cx="4052750" cy="4511675"/>
          </a:xfrm>
          <a:prstGeom prst="rect">
            <a:avLst/>
          </a:prstGeom>
          <a:solidFill>
            <a:schemeClr val="accent3">
              <a:lumMod val="20000"/>
              <a:lumOff val="80000"/>
            </a:schemeClr>
          </a:solidFill>
        </p:spPr>
        <p:txBody>
          <a:bodyPr/>
          <a:lstStyle>
            <a:lvl1pPr marL="0" marR="0" indent="0" algn="l" defTabSz="514350" rtl="0" eaLnBrk="1" fontAlgn="auto" latinLnBrk="0" hangingPunct="1">
              <a:lnSpc>
                <a:spcPct val="110000"/>
              </a:lnSpc>
              <a:spcBef>
                <a:spcPts val="0"/>
              </a:spcBef>
              <a:spcAft>
                <a:spcPts val="0"/>
              </a:spcAft>
              <a:buClr>
                <a:srgbClr val="8DC63F"/>
              </a:buClr>
              <a:buSzTx/>
              <a:buFont typeface="Calibri" panose="020F0502020204030204" pitchFamily="34" charset="0"/>
              <a:buNone/>
              <a:tabLst/>
              <a:defRPr/>
            </a:lvl1pPr>
          </a:lstStyle>
          <a:p>
            <a:r>
              <a:rPr lang="fi-FI"/>
              <a:t>Click icon to add picture</a:t>
            </a:r>
            <a:br>
              <a:rPr lang="fi-FI"/>
            </a:br>
            <a:br>
              <a:rPr lang="fi-FI"/>
            </a:br>
            <a:r>
              <a:rPr lang="en-US" cap="none" baseline="0"/>
              <a:t>Go to the speaker notes of this slide for instructions on how to add pictures</a:t>
            </a:r>
            <a:endParaRPr lang="fi-FI"/>
          </a:p>
        </p:txBody>
      </p:sp>
    </p:spTree>
    <p:extLst>
      <p:ext uri="{BB962C8B-B14F-4D97-AF65-F5344CB8AC3E}">
        <p14:creationId xmlns:p14="http://schemas.microsoft.com/office/powerpoint/2010/main" val="2894156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1657349" y="3694377"/>
            <a:ext cx="6858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2369828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629161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640899" y="3693676"/>
            <a:ext cx="6858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82087554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0000" y="1825625"/>
            <a:ext cx="3768912"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39880" y="1825625"/>
            <a:ext cx="377547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260927307"/>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840000" y="1681163"/>
            <a:ext cx="3768912"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39881" y="1681163"/>
            <a:ext cx="3776661"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1"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007430635"/>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742362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576247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094942096"/>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38840418"/>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0"/>
            <a:ext cx="7886700" cy="819355"/>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2"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065558681"/>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p>
        </p:txBody>
      </p:sp>
      <p:sp>
        <p:nvSpPr>
          <p:cNvPr id="4" name="Text Placeholder 3"/>
          <p:cNvSpPr>
            <a:spLocks noGrp="1"/>
          </p:cNvSpPr>
          <p:nvPr>
            <p:ph type="body" sz="half" idx="2"/>
          </p:nvPr>
        </p:nvSpPr>
        <p:spPr>
          <a:xfrm>
            <a:off x="629842" y="4489399"/>
            <a:ext cx="7885509"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95871674"/>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6000">
                <a:solidFill>
                  <a:prstClr val="white"/>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6000">
                <a:solidFill>
                  <a:prstClr val="white"/>
                </a:solidFill>
                <a:effectLst/>
              </a:rPr>
              <a:t>”</a:t>
            </a:r>
          </a:p>
        </p:txBody>
      </p:sp>
    </p:spTree>
    <p:extLst>
      <p:ext uri="{BB962C8B-B14F-4D97-AF65-F5344CB8AC3E}">
        <p14:creationId xmlns:p14="http://schemas.microsoft.com/office/powerpoint/2010/main" val="35807439"/>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a:t>Click to edit Master title style</a:t>
            </a:r>
          </a:p>
        </p:txBody>
      </p:sp>
      <p:sp>
        <p:nvSpPr>
          <p:cNvPr id="4" name="Text Placeholder 3"/>
          <p:cNvSpPr>
            <a:spLocks noGrp="1"/>
          </p:cNvSpPr>
          <p:nvPr>
            <p:ph type="body" sz="half" idx="2"/>
          </p:nvPr>
        </p:nvSpPr>
        <p:spPr>
          <a:xfrm>
            <a:off x="629842" y="4850582"/>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642701731"/>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5"/>
            <a:ext cx="7886700" cy="1325563"/>
          </a:xfrm>
        </p:spPr>
        <p:txBody>
          <a:bodyPr/>
          <a:lstStyle/>
          <a:p>
            <a:r>
              <a:rPr lang="en-US"/>
              <a:t>Click to edit Master title style</a:t>
            </a:r>
          </a:p>
        </p:txBody>
      </p:sp>
      <p:sp>
        <p:nvSpPr>
          <p:cNvPr id="7" name="Text Placeholder 2"/>
          <p:cNvSpPr>
            <a:spLocks noGrp="1"/>
          </p:cNvSpPr>
          <p:nvPr>
            <p:ph type="body" idx="1"/>
          </p:nvPr>
        </p:nvSpPr>
        <p:spPr>
          <a:xfrm>
            <a:off x="1002961" y="1885950"/>
            <a:ext cx="2210150"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9" y="2571749"/>
            <a:ext cx="21955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7" y="1885950"/>
            <a:ext cx="220218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49"/>
            <a:ext cx="2210096"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8" y="1885950"/>
            <a:ext cx="2199085"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8" y="2571749"/>
            <a:ext cx="219908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44194631"/>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5"/>
            <a:ext cx="7886700" cy="1325563"/>
          </a:xfrm>
        </p:spPr>
        <p:txBody>
          <a:bodyPr/>
          <a:lstStyle/>
          <a:p>
            <a:r>
              <a:rPr lang="en-US"/>
              <a:t>Click to edit Master title style</a:t>
            </a:r>
          </a:p>
        </p:txBody>
      </p:sp>
      <p:sp>
        <p:nvSpPr>
          <p:cNvPr id="19" name="Text Placeholder 2"/>
          <p:cNvSpPr>
            <a:spLocks noGrp="1"/>
          </p:cNvSpPr>
          <p:nvPr>
            <p:ph type="body" idx="1"/>
          </p:nvPr>
        </p:nvSpPr>
        <p:spPr>
          <a:xfrm>
            <a:off x="999064" y="4297503"/>
            <a:ext cx="2205038"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5"/>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3"/>
            <a:ext cx="2197894"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5"/>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19"/>
          </p:nvPr>
        </p:nvSpPr>
        <p:spPr>
          <a:xfrm>
            <a:off x="3425734" y="4873764"/>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3" y="4297503"/>
            <a:ext cx="219908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2" y="2256355"/>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2430385"/>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0545372"/>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610493422"/>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a:xfrm>
            <a:off x="8615276" y="6502110"/>
            <a:ext cx="141064" cy="184665"/>
          </a:xfrm>
        </p:spPr>
        <p:txBody>
          <a:bodyPr/>
          <a:lstStyle/>
          <a:p>
            <a:fld id="{C60C2248-B95D-984B-A0F4-42B9A4652AA7}"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Content Placeholder 2"/>
          <p:cNvSpPr>
            <a:spLocks noGrp="1"/>
          </p:cNvSpPr>
          <p:nvPr>
            <p:ph idx="1"/>
          </p:nvPr>
        </p:nvSpPr>
        <p:spPr>
          <a:xfrm>
            <a:off x="392112" y="1655765"/>
            <a:ext cx="4068000" cy="4511675"/>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4" name="Picture Placeholder 12"/>
          <p:cNvSpPr>
            <a:spLocks noGrp="1"/>
          </p:cNvSpPr>
          <p:nvPr>
            <p:ph type="pic" sz="quarter" idx="13" hasCustomPrompt="1"/>
          </p:nvPr>
        </p:nvSpPr>
        <p:spPr>
          <a:xfrm>
            <a:off x="4691008" y="1655765"/>
            <a:ext cx="4052750" cy="4511675"/>
          </a:xfrm>
          <a:prstGeom prst="rect">
            <a:avLst/>
          </a:prstGeom>
          <a:solidFill>
            <a:schemeClr val="accent3">
              <a:lumMod val="20000"/>
              <a:lumOff val="80000"/>
            </a:schemeClr>
          </a:solidFill>
        </p:spPr>
        <p:txBody>
          <a:bodyPr/>
          <a:lstStyle>
            <a:lvl1pPr marL="0" marR="0" indent="0" algn="l" defTabSz="514350" rtl="0" eaLnBrk="1" fontAlgn="auto" latinLnBrk="0" hangingPunct="1">
              <a:lnSpc>
                <a:spcPct val="110000"/>
              </a:lnSpc>
              <a:spcBef>
                <a:spcPts val="0"/>
              </a:spcBef>
              <a:spcAft>
                <a:spcPts val="0"/>
              </a:spcAft>
              <a:buClr>
                <a:srgbClr val="8DC63F"/>
              </a:buClr>
              <a:buSzTx/>
              <a:buFont typeface="Calibri" panose="020F0502020204030204" pitchFamily="34" charset="0"/>
              <a:buNone/>
              <a:tabLst/>
              <a:defRPr/>
            </a:lvl1pPr>
          </a:lstStyle>
          <a:p>
            <a:r>
              <a:rPr lang="fi-FI"/>
              <a:t>Click icon to add picture</a:t>
            </a:r>
            <a:br>
              <a:rPr lang="fi-FI"/>
            </a:br>
            <a:br>
              <a:rPr lang="fi-FI"/>
            </a:br>
            <a:r>
              <a:rPr lang="en-US" cap="none" baseline="0"/>
              <a:t>Go to the speaker notes of this slide for instructions on how to add pictures</a:t>
            </a:r>
            <a:endParaRPr lang="fi-FI"/>
          </a:p>
        </p:txBody>
      </p:sp>
    </p:spTree>
    <p:extLst>
      <p:ext uri="{BB962C8B-B14F-4D97-AF65-F5344CB8AC3E}">
        <p14:creationId xmlns:p14="http://schemas.microsoft.com/office/powerpoint/2010/main" val="20882683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10D3-8A2D-242C-BD85-ADADD7ADF67D}"/>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97646E1E-B988-84F6-AD8C-8F2198BCAA6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8869B00-71C8-193B-863E-2B0804792F08}"/>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76041194-1AB4-0DDC-7095-BFA75D5D0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D7A9D-BB7F-2346-A108-69D719CDCD6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6841223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F4DCE-A7A4-746F-60F3-3A212F4D35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6FB261-5BBB-62AB-7CB1-D89D077498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8CF896-BAFF-7D0B-3E65-93C39A196697}"/>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B56A7FF5-ACC4-7EA3-CD64-58EAB57E13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8D6FA-FA90-6635-0BDC-9BE449E6F4AD}"/>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7754803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6B35-9270-7F50-8897-987BE5E805DA}"/>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375897C-B203-BAF8-AD89-AA95E9CB00F8}"/>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76DCF2E-E539-2C6E-DF5F-41368F954E79}"/>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31C960A5-C84E-7FB9-79A2-B1617EA72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BF24-66A5-A04B-495D-431D71281852}"/>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42250713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6BE1-1446-9708-E056-C1298FF3FA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849E3C1-164F-FDDA-307D-8331DBD06477}"/>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4A10F13-0617-A2B3-8E67-B21306C7E9A5}"/>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1B0799C-3210-F9A8-42CF-4F1978AE29E5}"/>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6" name="Footer Placeholder 5">
            <a:extLst>
              <a:ext uri="{FF2B5EF4-FFF2-40B4-BE49-F238E27FC236}">
                <a16:creationId xmlns:a16="http://schemas.microsoft.com/office/drawing/2014/main" id="{BD92C640-770E-6301-14E4-5E4FD751A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33A294-85F2-A049-A541-71D8A6963282}"/>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15829816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0682-8CC8-4D91-C5CA-EE8D96F04682}"/>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D720FD2-E1D4-F563-BB2B-6A23BD604E4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5D1A9DB8-194C-D729-086D-C07508319CB9}"/>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FBF4FCB-FEB0-59F2-7FEF-A8546446DAA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3C938955-9187-3C97-C818-0E01B8B7E956}"/>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B10273B-1ED8-EDC0-9740-B101D335201B}"/>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8" name="Footer Placeholder 7">
            <a:extLst>
              <a:ext uri="{FF2B5EF4-FFF2-40B4-BE49-F238E27FC236}">
                <a16:creationId xmlns:a16="http://schemas.microsoft.com/office/drawing/2014/main" id="{4E3612E5-076C-00D4-0935-DD2FFC6C6D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BB903E-B929-32C3-89AD-70CE5C247FD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34142729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08F0-3FDF-9CEF-A082-E3617E35797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62C8A6E-1B04-320D-CF8E-1462F12C6B1F}"/>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4" name="Footer Placeholder 3">
            <a:extLst>
              <a:ext uri="{FF2B5EF4-FFF2-40B4-BE49-F238E27FC236}">
                <a16:creationId xmlns:a16="http://schemas.microsoft.com/office/drawing/2014/main" id="{DF077183-6CC4-9B69-978E-7663993BB4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8A6056-DDF0-1D9B-A4BD-2922FCD0504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42924122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C11BE9-4E01-221E-B125-4C6FCE00EA1D}"/>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3" name="Footer Placeholder 2">
            <a:extLst>
              <a:ext uri="{FF2B5EF4-FFF2-40B4-BE49-F238E27FC236}">
                <a16:creationId xmlns:a16="http://schemas.microsoft.com/office/drawing/2014/main" id="{FA913922-F4FF-18D7-8794-DE5E465F78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7A3B3D-8D80-6EBD-B972-66E8CDAD4133}"/>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8062873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13F8-90A6-4D91-4761-E286345AA6F4}"/>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88CE499-DEE4-7813-D2EE-C7E681222CE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DA8C620-ED49-283D-7BF7-FD85A08A6C4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B632D932-A5B8-DFE5-B216-6548AB3C8688}"/>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6" name="Footer Placeholder 5">
            <a:extLst>
              <a:ext uri="{FF2B5EF4-FFF2-40B4-BE49-F238E27FC236}">
                <a16:creationId xmlns:a16="http://schemas.microsoft.com/office/drawing/2014/main" id="{2FCEB42F-28F8-438A-83F5-FB3AA4CEA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05D66-052B-E9BD-BB06-74B2C84989BB}"/>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23730613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71EAF-C080-4E93-C2CE-83075188D22A}"/>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B78983-B32D-8832-2A97-50720D22C1D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E9593F7-2FA4-377E-4FBA-4A4F16E0421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FF95F54-38B0-CEED-D3D9-5647C5BFA400}"/>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6" name="Footer Placeholder 5">
            <a:extLst>
              <a:ext uri="{FF2B5EF4-FFF2-40B4-BE49-F238E27FC236}">
                <a16:creationId xmlns:a16="http://schemas.microsoft.com/office/drawing/2014/main" id="{4EEA5183-3DF3-0AF9-9E4C-FA35703EA4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407B4-DC64-66ED-B95A-C5CF00F6BAE6}"/>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37409225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CD457-0A53-C6C6-1213-AB16DF39B6A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514D5B1-31B1-30E9-3067-6D3BBF1E04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6CEFCB-AD83-322B-9311-33D96DE052EC}"/>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587B29E0-0092-2EEA-5590-39BBAFF17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65A91-7299-3F23-4A9D-4A677B05159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14809243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1D1B05-D8ED-EF7F-1249-831C555CD2AC}"/>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9E9A4F-7B3E-02EB-9BAB-ADCE4555BD65}"/>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437384-ABEB-EA8B-DE43-A6761F20B052}"/>
              </a:ext>
            </a:extLst>
          </p:cNvPr>
          <p:cNvSpPr>
            <a:spLocks noGrp="1"/>
          </p:cNvSpPr>
          <p:nvPr>
            <p:ph type="dt" sz="half" idx="10"/>
          </p:nvPr>
        </p:nvSpPr>
        <p:spPr/>
        <p:txBody>
          <a:body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C3E7809A-C9AC-4D0F-A32B-D6DD76655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00E5B-8259-27FD-1CAE-5163F18D0197}"/>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25271607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58050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AE4F-9624-6A21-8079-8D32F978B19A}"/>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ABF3BA7A-D0E2-2FB0-D334-8DFCD68BBBF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8C0DA9F-A6D5-F0D3-54E4-07250207C59A}"/>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6707E330-C0E9-A886-6005-CC7242CEEB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F1198B-2419-5F46-0E15-045467655FC2}"/>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2377583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070F-77AD-1F56-10DC-D15F4125779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1B0695-DD89-7433-63C4-15183A45C22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C335FE-FAEA-487A-28F5-AB705B7C316E}"/>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7D5DB6A0-95B7-6F0B-24D9-90501FE6E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B77F9-E26B-15F8-03BF-86E391995EB4}"/>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9104136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128FB-BAA9-3915-FF69-EA9D111CF76B}"/>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458BC16-53B4-7108-34CA-298C7C12FD5B}"/>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C32DAF-80E3-3C5E-9981-5862C44F2C25}"/>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491C7512-7966-2415-9708-0EEE31D2B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8FEA35-ED18-D610-A8F3-3A6114F76639}"/>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6861013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9565D-8FFA-C9D3-03A3-EFDCAA88787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72E5BF6-F751-FF74-8D7F-E5746A926753}"/>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F5070C5-C2A0-F2D8-987F-B8430F793C45}"/>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6D184F8-31F8-AA3B-39BB-528D25398D98}"/>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6" name="Footer Placeholder 5">
            <a:extLst>
              <a:ext uri="{FF2B5EF4-FFF2-40B4-BE49-F238E27FC236}">
                <a16:creationId xmlns:a16="http://schemas.microsoft.com/office/drawing/2014/main" id="{1512038E-285B-8F3D-5303-F6CCA52BFE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EB734-B2D5-BB33-C024-0B3F34597F51}"/>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20036049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3604-D3DD-0770-23A4-6A13D267007E}"/>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02D4BF-E3DD-055B-DF3F-A7F4F27CB2C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35E898AE-640D-1BE6-C32B-6237572A3559}"/>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3153F1D-E148-042B-03AC-087854B4555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298628A-D911-BE9A-C817-D89CD5724521}"/>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8213C8C-DF5A-9AA6-D4A6-EFC81BBDE88D}"/>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8" name="Footer Placeholder 7">
            <a:extLst>
              <a:ext uri="{FF2B5EF4-FFF2-40B4-BE49-F238E27FC236}">
                <a16:creationId xmlns:a16="http://schemas.microsoft.com/office/drawing/2014/main" id="{43E4396B-64C8-9B89-0795-DFED26BED6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26A0C6-0D35-56E6-5567-49C691334E5A}"/>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32079719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3241-4E97-C078-3E4F-04F64B6D9CD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60CB7C1-A817-808D-5BD0-5085B86F9BF2}"/>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4" name="Footer Placeholder 3">
            <a:extLst>
              <a:ext uri="{FF2B5EF4-FFF2-40B4-BE49-F238E27FC236}">
                <a16:creationId xmlns:a16="http://schemas.microsoft.com/office/drawing/2014/main" id="{D6C4B76C-2036-C2A1-EB94-85A1049C73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9B87C2-15BE-6B1B-AA2D-48A071A1A79B}"/>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415422424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AB87AA-6747-DA23-7755-19F23C0FEB28}"/>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3" name="Footer Placeholder 2">
            <a:extLst>
              <a:ext uri="{FF2B5EF4-FFF2-40B4-BE49-F238E27FC236}">
                <a16:creationId xmlns:a16="http://schemas.microsoft.com/office/drawing/2014/main" id="{826CB0E9-ADDE-5652-F957-B6C12066D0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857F4F-B0AA-B3A8-EE54-FDC4D57A78BD}"/>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97004166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E737-A90D-4B95-FE5E-8E21432C4DC3}"/>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8105D0C-4830-BF8D-9F34-52A2786CA70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929F36C-B971-CB8D-5730-102FB94C31D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FD15BBB8-A680-0589-E9E6-836882A3C3AC}"/>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6" name="Footer Placeholder 5">
            <a:extLst>
              <a:ext uri="{FF2B5EF4-FFF2-40B4-BE49-F238E27FC236}">
                <a16:creationId xmlns:a16="http://schemas.microsoft.com/office/drawing/2014/main" id="{4E8823C8-5D1B-BCBF-D53C-D8EE04C5D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A100B1-3B62-98A0-7925-3A1EF01B3F03}"/>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50740146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9726B-8D75-FF07-295A-1DE83829B8A9}"/>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C0C0059-7C01-73B4-5F16-1579D927E3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62606A9-51AD-5C6A-9007-7C618F0089D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7D7E2A9-73FC-FD1C-D8F4-15162F955BF2}"/>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6" name="Footer Placeholder 5">
            <a:extLst>
              <a:ext uri="{FF2B5EF4-FFF2-40B4-BE49-F238E27FC236}">
                <a16:creationId xmlns:a16="http://schemas.microsoft.com/office/drawing/2014/main" id="{66945D49-C84E-6380-2807-6D2238714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CE900-316F-1952-1706-5070B0775DC5}"/>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341663822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94504-ED8A-BB16-9A25-4320C63163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372A9BC-E611-1F6F-7D94-41CBDC4C3C9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9D1B7D-DF5C-0AD0-A9BC-5C5CC4C1EA25}"/>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225C1B25-70AE-55A3-89D7-65D70BEF9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AA4A9-2D96-D5F7-AE1D-E9A330B224DF}"/>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94214885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B607FC-D170-C56C-D128-69595ECD0F8D}"/>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45323A3-C62A-E08A-8449-B17B03627721}"/>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C67ED29-A6A5-6C34-7D93-8AB7EF496F88}"/>
              </a:ext>
            </a:extLst>
          </p:cNvPr>
          <p:cNvSpPr>
            <a:spLocks noGrp="1"/>
          </p:cNvSpPr>
          <p:nvPr>
            <p:ph type="dt" sz="half" idx="10"/>
          </p:nvPr>
        </p:nvSpPr>
        <p:spPr/>
        <p:txBody>
          <a:body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93AB45CB-29AA-F9DA-352F-1EF6E4331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9A3A9-818B-9FC8-5C39-A419554E14E6}"/>
              </a:ext>
            </a:extLst>
          </p:cNvPr>
          <p:cNvSpPr>
            <a:spLocks noGrp="1"/>
          </p:cNvSpPr>
          <p:nvPr>
            <p:ph type="sldNum" sz="quarter" idx="12"/>
          </p:nvPr>
        </p:nvSpPr>
        <p:spPr/>
        <p:txBody>
          <a:bodyPr/>
          <a:lstStyle/>
          <a:p>
            <a:fld id="{E3759F7E-E423-44EB-BDDC-3EEC9E35FA4F}" type="slidenum">
              <a:rPr lang="en-US" smtClean="0"/>
              <a:t>‹#›</a:t>
            </a:fld>
            <a:endParaRPr lang="en-US"/>
          </a:p>
        </p:txBody>
      </p:sp>
    </p:spTree>
    <p:extLst>
      <p:ext uri="{BB962C8B-B14F-4D97-AF65-F5344CB8AC3E}">
        <p14:creationId xmlns:p14="http://schemas.microsoft.com/office/powerpoint/2010/main" val="12197408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1657349" y="3694377"/>
            <a:ext cx="6858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14617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00717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640899" y="3693676"/>
            <a:ext cx="6858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28511581"/>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0000" y="1825625"/>
            <a:ext cx="3768912"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39880" y="1825625"/>
            <a:ext cx="377547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Tree>
    <p:extLst>
      <p:ext uri="{BB962C8B-B14F-4D97-AF65-F5344CB8AC3E}">
        <p14:creationId xmlns:p14="http://schemas.microsoft.com/office/powerpoint/2010/main" val="3181167405"/>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840000" y="1681163"/>
            <a:ext cx="3768912"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39881" y="1681163"/>
            <a:ext cx="3776661"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1"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80720172"/>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68783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423052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598201268"/>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49958706"/>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0"/>
            <a:ext cx="7886700" cy="819355"/>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2"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8588926"/>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p>
        </p:txBody>
      </p:sp>
      <p:sp>
        <p:nvSpPr>
          <p:cNvPr id="4" name="Text Placeholder 3"/>
          <p:cNvSpPr>
            <a:spLocks noGrp="1"/>
          </p:cNvSpPr>
          <p:nvPr>
            <p:ph type="body" sz="half" idx="2"/>
          </p:nvPr>
        </p:nvSpPr>
        <p:spPr>
          <a:xfrm>
            <a:off x="629842" y="4489399"/>
            <a:ext cx="7885509"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907394141"/>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Tree>
    <p:extLst>
      <p:ext uri="{BB962C8B-B14F-4D97-AF65-F5344CB8AC3E}">
        <p14:creationId xmlns:p14="http://schemas.microsoft.com/office/powerpoint/2010/main" val="756561425"/>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a:t>Click to edit Master title style</a:t>
            </a:r>
          </a:p>
        </p:txBody>
      </p:sp>
      <p:sp>
        <p:nvSpPr>
          <p:cNvPr id="4" name="Text Placeholder 3"/>
          <p:cNvSpPr>
            <a:spLocks noGrp="1"/>
          </p:cNvSpPr>
          <p:nvPr>
            <p:ph type="body" sz="half" idx="2"/>
          </p:nvPr>
        </p:nvSpPr>
        <p:spPr>
          <a:xfrm>
            <a:off x="629842" y="4850582"/>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01321020"/>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5"/>
            <a:ext cx="7886700" cy="1325563"/>
          </a:xfrm>
        </p:spPr>
        <p:txBody>
          <a:bodyPr/>
          <a:lstStyle/>
          <a:p>
            <a:r>
              <a:rPr lang="en-US"/>
              <a:t>Click to edit Master title style</a:t>
            </a:r>
          </a:p>
        </p:txBody>
      </p:sp>
      <p:sp>
        <p:nvSpPr>
          <p:cNvPr id="7" name="Text Placeholder 2"/>
          <p:cNvSpPr>
            <a:spLocks noGrp="1"/>
          </p:cNvSpPr>
          <p:nvPr>
            <p:ph type="body" idx="1"/>
          </p:nvPr>
        </p:nvSpPr>
        <p:spPr>
          <a:xfrm>
            <a:off x="1002961" y="1885950"/>
            <a:ext cx="2210150"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9" y="2571749"/>
            <a:ext cx="21955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7" y="1885950"/>
            <a:ext cx="220218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49"/>
            <a:ext cx="2210096"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8" y="1885950"/>
            <a:ext cx="2199085"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8" y="2571749"/>
            <a:ext cx="219908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9946873"/>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5"/>
            <a:ext cx="7886700" cy="1325563"/>
          </a:xfrm>
        </p:spPr>
        <p:txBody>
          <a:bodyPr/>
          <a:lstStyle/>
          <a:p>
            <a:r>
              <a:rPr lang="en-US"/>
              <a:t>Click to edit Master title style</a:t>
            </a:r>
          </a:p>
        </p:txBody>
      </p:sp>
      <p:sp>
        <p:nvSpPr>
          <p:cNvPr id="19" name="Text Placeholder 2"/>
          <p:cNvSpPr>
            <a:spLocks noGrp="1"/>
          </p:cNvSpPr>
          <p:nvPr>
            <p:ph type="body" idx="1"/>
          </p:nvPr>
        </p:nvSpPr>
        <p:spPr>
          <a:xfrm>
            <a:off x="999064" y="4297503"/>
            <a:ext cx="2205038"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5"/>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3"/>
            <a:ext cx="2197894"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5"/>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19"/>
          </p:nvPr>
        </p:nvSpPr>
        <p:spPr>
          <a:xfrm>
            <a:off x="3425734" y="4873764"/>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3" y="4297503"/>
            <a:ext cx="219908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2" y="2256355"/>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27112675"/>
      </p:ext>
    </p:extLst>
  </p:cSld>
  <p:clrMapOvr>
    <a:masterClrMapping/>
  </p:clrMapOvr>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3225498915"/>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224697664"/>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43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image" Target="../media/image1.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4.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18" Type="http://schemas.openxmlformats.org/officeDocument/2006/relationships/slideLayout" Target="../slideLayouts/slideLayout8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image" Target="../media/image1.png"/><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10" Type="http://schemas.openxmlformats.org/officeDocument/2006/relationships/slideLayout" Target="../slideLayouts/slideLayout81.xml"/><Relationship Id="rId19" Type="http://schemas.openxmlformats.org/officeDocument/2006/relationships/theme" Target="../theme/theme7.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40000" y="1825625"/>
            <a:ext cx="767535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8505267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40000" y="1825625"/>
            <a:ext cx="767535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9/15/2025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13439954"/>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8" r:id="rId18"/>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32422-5301-9196-8091-2FD4EF33B9D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7A3C78-8ACA-0E6A-BB84-A07078AB38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CDDF69-013A-EEDC-51C0-6ED6BFB6F2D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C3B904F-E99B-42AC-B9A5-EF0EE69FF626}" type="datetimeFigureOut">
              <a:rPr lang="en-US" smtClean="0"/>
              <a:t>9/15/2025</a:t>
            </a:fld>
            <a:endParaRPr lang="en-US"/>
          </a:p>
        </p:txBody>
      </p:sp>
      <p:sp>
        <p:nvSpPr>
          <p:cNvPr id="5" name="Footer Placeholder 4">
            <a:extLst>
              <a:ext uri="{FF2B5EF4-FFF2-40B4-BE49-F238E27FC236}">
                <a16:creationId xmlns:a16="http://schemas.microsoft.com/office/drawing/2014/main" id="{37E5EC2D-48DF-AD0F-17D0-554A519B848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CE2F63-D155-D414-6F54-EB09B628C08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D40A64F-5A3B-4B8B-9BB1-F66D26477557}" type="slidenum">
              <a:rPr lang="en-US" smtClean="0"/>
              <a:t>‹#›</a:t>
            </a:fld>
            <a:endParaRPr lang="en-US"/>
          </a:p>
        </p:txBody>
      </p:sp>
    </p:spTree>
    <p:extLst>
      <p:ext uri="{BB962C8B-B14F-4D97-AF65-F5344CB8AC3E}">
        <p14:creationId xmlns:p14="http://schemas.microsoft.com/office/powerpoint/2010/main" val="340262875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737222"/>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DDFF73-EDE1-FE0B-850E-3F2DA491364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53569A8-6940-1F75-7CEA-4AE2011A12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C4DBB0-C202-3201-B6FE-B1A2B658EC5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7EA16465-5998-4D2D-BEF7-08838D67F687}" type="datetimeFigureOut">
              <a:rPr lang="en-US" smtClean="0"/>
              <a:t>9/15/2025</a:t>
            </a:fld>
            <a:endParaRPr lang="en-US"/>
          </a:p>
        </p:txBody>
      </p:sp>
      <p:sp>
        <p:nvSpPr>
          <p:cNvPr id="5" name="Footer Placeholder 4">
            <a:extLst>
              <a:ext uri="{FF2B5EF4-FFF2-40B4-BE49-F238E27FC236}">
                <a16:creationId xmlns:a16="http://schemas.microsoft.com/office/drawing/2014/main" id="{F7ECC529-28C2-5727-7065-885C93F59B8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F90874-442E-28E5-D19C-6EEE435857C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E3759F7E-E423-44EB-BDDC-3EEC9E35FA4F}" type="slidenum">
              <a:rPr lang="en-US" smtClean="0"/>
              <a:t>‹#›</a:t>
            </a:fld>
            <a:endParaRPr lang="en-US"/>
          </a:p>
        </p:txBody>
      </p:sp>
    </p:spTree>
    <p:extLst>
      <p:ext uri="{BB962C8B-B14F-4D97-AF65-F5344CB8AC3E}">
        <p14:creationId xmlns:p14="http://schemas.microsoft.com/office/powerpoint/2010/main" val="286303694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40000" y="1825625"/>
            <a:ext cx="767535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pPr/>
              <a:t>9/15/2025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703424383"/>
      </p:ext>
    </p:extLst>
  </p:cSld>
  <p:clrMap bg1="dk1" tx1="lt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5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6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6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5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1.xml"/><Relationship Id="rId4" Type="http://schemas.openxmlformats.org/officeDocument/2006/relationships/image" Target="../media/image3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1.xml"/></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64.xml"/></Relationships>
</file>

<file path=ppt/slides/_rels/slide4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64.xml"/></Relationships>
</file>

<file path=ppt/slides/_rels/slide4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6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1.xml"/></Relationships>
</file>

<file path=ppt/slides/_rels/slide4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64.xml"/></Relationships>
</file>

<file path=ppt/slides/_rels/slide4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64.xml"/></Relationships>
</file>

<file path=ppt/slides/_rels/slide5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64.xml"/></Relationships>
</file>

<file path=ppt/slides/_rels/slide5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6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72.xml"/><Relationship Id="rId4" Type="http://schemas.openxmlformats.org/officeDocument/2006/relationships/image" Target="../media/image35.sv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57201" y="250218"/>
            <a:ext cx="3741986"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Agenda – Class 7 (1:00 to 3:00)</a:t>
            </a:r>
            <a:endParaRPr lang="en-US" sz="2025">
              <a:solidFill>
                <a:prstClr val="white"/>
              </a:solidFill>
            </a:endParaRPr>
          </a:p>
        </p:txBody>
      </p:sp>
      <p:sp>
        <p:nvSpPr>
          <p:cNvPr id="4" name="Text 1"/>
          <p:cNvSpPr/>
          <p:nvPr/>
        </p:nvSpPr>
        <p:spPr>
          <a:xfrm>
            <a:off x="192778" y="1340905"/>
            <a:ext cx="8758443" cy="4501232"/>
          </a:xfrm>
          <a:prstGeom prst="rect">
            <a:avLst/>
          </a:prstGeom>
          <a:noFill/>
          <a:ln/>
        </p:spPr>
        <p:txBody>
          <a:bodyPr wrap="square" lIns="0" tIns="0" rIns="0" bIns="0" rtlCol="0" anchor="ctr">
            <a:spAutoFit/>
          </a:bodyPr>
          <a:lstStyle/>
          <a:p>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Starter Quiz</a:t>
            </a:r>
          </a:p>
          <a:p>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2 Students – Banking Experience Talk</a:t>
            </a:r>
          </a:p>
          <a:p>
            <a:pPr marL="285750"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Core Banking Platform Engineering : Country Dimensions (Contd..)</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Regulations and Compliance </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Open Banking API </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Accounting Models </a:t>
            </a:r>
          </a:p>
          <a:p>
            <a:pPr marL="742950" lvl="1"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cs typeface="Segoe UI" pitchFamily="34" charset="-120"/>
              </a:rPr>
              <a:t>Steps to build a new Core Product Processor</a:t>
            </a:r>
          </a:p>
          <a:p>
            <a:pPr marL="285750"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cs typeface="Segoe UI" pitchFamily="34" charset="-120"/>
              </a:rPr>
              <a:t>Thought Paper Presentation Discussion - First One in Next Class in September 23</a:t>
            </a:r>
            <a:r>
              <a:rPr lang="en-US" sz="1350" baseline="30000">
                <a:solidFill>
                  <a:srgbClr val="FFFFFF"/>
                </a:solidFill>
                <a:latin typeface="Segoe UI" pitchFamily="34" charset="0"/>
                <a:cs typeface="Segoe UI" pitchFamily="34" charset="-120"/>
              </a:rPr>
              <a:t>rd</a:t>
            </a:r>
            <a:r>
              <a:rPr lang="en-US" sz="1350">
                <a:solidFill>
                  <a:srgbClr val="FFFFFF"/>
                </a:solidFill>
                <a:latin typeface="Segoe UI" pitchFamily="34" charset="0"/>
                <a:cs typeface="Segoe UI" pitchFamily="34" charset="-120"/>
              </a:rPr>
              <a:t> </a:t>
            </a:r>
          </a:p>
          <a:p>
            <a:pPr marL="742950" lvl="1"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marL="742950" lvl="1"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marL="285750"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Note: </a:t>
            </a:r>
          </a:p>
          <a:p>
            <a:pPr marL="285750" indent="-285750">
              <a:buFont typeface="Arial" pitchFamily="34" charset="0"/>
              <a:buChar cha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Mobile Phones – Do not bring to class or Completely Switch off </a:t>
            </a:r>
          </a:p>
          <a:p>
            <a:pPr marL="285750" indent="-285750">
              <a:buFont typeface="Arial" pitchFamily="34" charset="0"/>
              <a:buChar cha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If students have any specific topic they want to discuss, share the topic and we can try to schedule </a:t>
            </a:r>
          </a:p>
          <a:p>
            <a:endParaRPr lang="en-US" sz="1350">
              <a:solidFill>
                <a:prstClr val="white"/>
              </a:solidFill>
            </a:endParaRPr>
          </a:p>
        </p:txBody>
      </p:sp>
    </p:spTree>
    <p:extLst>
      <p:ext uri="{BB962C8B-B14F-4D97-AF65-F5344CB8AC3E}">
        <p14:creationId xmlns:p14="http://schemas.microsoft.com/office/powerpoint/2010/main" val="3206886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3F3C-055C-0ED7-F6C1-62AA9EFD706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8749868-6E60-B9B4-83B8-74C46E27C1AC}"/>
              </a:ext>
            </a:extLst>
          </p:cNvPr>
          <p:cNvSpPr/>
          <p:nvPr/>
        </p:nvSpPr>
        <p:spPr>
          <a:xfrm>
            <a:off x="457200" y="710962"/>
            <a:ext cx="1530868"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Starter  Quiz</a:t>
            </a:r>
            <a:endParaRPr lang="en-US" sz="2025">
              <a:solidFill>
                <a:prstClr val="white"/>
              </a:solidFill>
            </a:endParaRPr>
          </a:p>
        </p:txBody>
      </p:sp>
      <p:sp>
        <p:nvSpPr>
          <p:cNvPr id="4" name="Text 1">
            <a:extLst>
              <a:ext uri="{FF2B5EF4-FFF2-40B4-BE49-F238E27FC236}">
                <a16:creationId xmlns:a16="http://schemas.microsoft.com/office/drawing/2014/main" id="{D935D455-8FE0-8207-6D02-2D6CB942A828}"/>
              </a:ext>
            </a:extLst>
          </p:cNvPr>
          <p:cNvSpPr/>
          <p:nvPr/>
        </p:nvSpPr>
        <p:spPr>
          <a:xfrm>
            <a:off x="290052" y="945641"/>
            <a:ext cx="8391832" cy="4470455"/>
          </a:xfrm>
          <a:prstGeom prst="rect">
            <a:avLst/>
          </a:prstGeom>
          <a:noFill/>
          <a:ln/>
        </p:spPr>
        <p:txBody>
          <a:bodyPr wrap="square" lIns="0" tIns="0" rIns="0" bIns="0" rtlCol="0" anchor="ctr">
            <a:spAutoFit/>
          </a:bodyPr>
          <a:lstStyle/>
          <a:p>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2400">
                <a:solidFill>
                  <a:srgbClr val="FFFFFF"/>
                </a:solidFill>
                <a:latin typeface="Segoe UI" pitchFamily="34" charset="0"/>
                <a:ea typeface="Segoe UI" pitchFamily="34" charset="-122"/>
                <a:cs typeface="Segoe UI" pitchFamily="34" charset="-120"/>
              </a:rPr>
              <a:t>What is the WORLD’S largest Mobile Payment Platform ?</a:t>
            </a:r>
          </a:p>
          <a:p>
            <a:pPr marL="742950" lvl="1" indent="-285750">
              <a:buFont typeface="Arial" panose="020B0604020202020204" pitchFamily="34" charset="0"/>
              <a:buChar char="•"/>
            </a:pPr>
            <a:r>
              <a:rPr lang="en-US"/>
              <a:t>Alipay in China</a:t>
            </a: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2400">
                <a:solidFill>
                  <a:srgbClr val="FFFFFF"/>
                </a:solidFill>
                <a:latin typeface="Segoe UI" pitchFamily="34" charset="0"/>
                <a:ea typeface="Segoe UI" pitchFamily="34" charset="-122"/>
                <a:cs typeface="Segoe UI" pitchFamily="34" charset="-120"/>
              </a:rPr>
              <a:t>What is the name of the mysterious and unknown person who designed and created the original implementation protocol for Bitcoin</a:t>
            </a:r>
          </a:p>
          <a:p>
            <a:pPr marL="742950" lvl="1" indent="-285750">
              <a:buFont typeface="Arial" panose="020B0604020202020204" pitchFamily="34" charset="0"/>
              <a:buChar char="•"/>
            </a:pPr>
            <a:r>
              <a:rPr lang="en-US"/>
              <a:t>Satoshi Nakamoto</a:t>
            </a: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endParaRPr lang="en-US" sz="1350">
              <a:solidFill>
                <a:srgbClr val="FFFFFF"/>
              </a:solidFill>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377424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CFD6-6E82-1AA7-2257-4B3036581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E2D11-3D57-96E5-1057-C7F3B2469F44}"/>
              </a:ext>
            </a:extLst>
          </p:cNvPr>
          <p:cNvSpPr>
            <a:spLocks noGrp="1"/>
          </p:cNvSpPr>
          <p:nvPr>
            <p:ph type="title"/>
          </p:nvPr>
        </p:nvSpPr>
        <p:spPr>
          <a:xfrm>
            <a:off x="182400" y="114416"/>
            <a:ext cx="8835527" cy="772045"/>
          </a:xfrm>
        </p:spPr>
        <p:txBody>
          <a:bodyPr anchor="b">
            <a:normAutofit/>
          </a:bodyPr>
          <a:lstStyle/>
          <a:p>
            <a:r>
              <a:rPr lang="en-US" sz="3500"/>
              <a:t>Student – Banking Experience Talk  </a:t>
            </a:r>
            <a:endParaRPr lang="en-US" sz="3500">
              <a:solidFill>
                <a:srgbClr val="FFFFFF"/>
              </a:solidFill>
            </a:endParaRPr>
          </a:p>
        </p:txBody>
      </p:sp>
      <p:sp>
        <p:nvSpPr>
          <p:cNvPr id="3" name="Rectangle 2">
            <a:extLst>
              <a:ext uri="{FF2B5EF4-FFF2-40B4-BE49-F238E27FC236}">
                <a16:creationId xmlns:a16="http://schemas.microsoft.com/office/drawing/2014/main" id="{39D597F1-6828-2FEE-8700-C221E2F9087D}"/>
              </a:ext>
            </a:extLst>
          </p:cNvPr>
          <p:cNvSpPr/>
          <p:nvPr/>
        </p:nvSpPr>
        <p:spPr>
          <a:xfrm>
            <a:off x="0" y="1044949"/>
            <a:ext cx="8835528" cy="6740307"/>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solidFill>
                  <a:prstClr val="black"/>
                </a:solidFill>
                <a:latin typeface="Calibri"/>
              </a:rPr>
              <a:t>T</a:t>
            </a:r>
            <a:r>
              <a:rPr kumimoji="0" lang="en-GB" sz="1800" b="0" i="0" u="none" strike="noStrike" kern="1200" cap="none" spc="0" normalizeH="0" baseline="0" noProof="0">
                <a:ln>
                  <a:noFill/>
                </a:ln>
                <a:solidFill>
                  <a:prstClr val="black"/>
                </a:solidFill>
                <a:effectLst/>
                <a:uLnTx/>
                <a:uFillTx/>
                <a:latin typeface="Calibri"/>
                <a:ea typeface="+mn-ea"/>
                <a:cs typeface="+mn-cs"/>
              </a:rPr>
              <a:t>wo Student’s per class for each day (August 19</a:t>
            </a:r>
            <a:r>
              <a:rPr kumimoji="0" lang="en-GB" sz="1800" b="0" i="0" u="none" strike="noStrike" kern="1200" cap="none" spc="0" normalizeH="0" baseline="30000" noProof="0">
                <a:ln>
                  <a:noFill/>
                </a:ln>
                <a:solidFill>
                  <a:prstClr val="black"/>
                </a:solidFill>
                <a:effectLst/>
                <a:uLnTx/>
                <a:uFillTx/>
                <a:latin typeface="Calibri"/>
                <a:ea typeface="+mn-ea"/>
                <a:cs typeface="+mn-cs"/>
              </a:rPr>
              <a:t>th</a:t>
            </a:r>
            <a:r>
              <a:rPr kumimoji="0" lang="en-GB" sz="1800" b="0" i="0" u="none" strike="noStrike" kern="1200" cap="none" spc="0" normalizeH="0" baseline="0" noProof="0">
                <a:ln>
                  <a:noFill/>
                </a:ln>
                <a:solidFill>
                  <a:prstClr val="black"/>
                </a:solidFill>
                <a:effectLst/>
                <a:uLnTx/>
                <a:uFillTx/>
                <a:latin typeface="Calibri"/>
                <a:ea typeface="+mn-ea"/>
                <a:cs typeface="+mn-cs"/>
              </a:rPr>
              <a:t>, 20</a:t>
            </a:r>
            <a:r>
              <a:rPr kumimoji="0" lang="en-GB" sz="1800" b="0" i="0" u="none" strike="noStrike" kern="1200" cap="none" spc="0" normalizeH="0" baseline="30000" noProof="0">
                <a:ln>
                  <a:noFill/>
                </a:ln>
                <a:solidFill>
                  <a:prstClr val="black"/>
                </a:solidFill>
                <a:effectLst/>
                <a:uLnTx/>
                <a:uFillTx/>
                <a:latin typeface="Calibri"/>
                <a:ea typeface="+mn-ea"/>
                <a:cs typeface="+mn-cs"/>
              </a:rPr>
              <a:t>th</a:t>
            </a:r>
            <a:r>
              <a:rPr lang="en-GB">
                <a:solidFill>
                  <a:prstClr val="black"/>
                </a:solidFill>
                <a:latin typeface="Calibri"/>
              </a:rPr>
              <a:t> morning and 20</a:t>
            </a:r>
            <a:r>
              <a:rPr lang="en-GB" baseline="30000">
                <a:solidFill>
                  <a:prstClr val="black"/>
                </a:solidFill>
                <a:latin typeface="Calibri"/>
              </a:rPr>
              <a:t>th</a:t>
            </a:r>
            <a:r>
              <a:rPr lang="en-GB">
                <a:solidFill>
                  <a:prstClr val="black"/>
                </a:solidFill>
                <a:latin typeface="Calibri"/>
              </a:rPr>
              <a:t> evening,</a:t>
            </a:r>
            <a:r>
              <a:rPr kumimoji="0" lang="en-GB" sz="1800" b="0" i="0" u="none" strike="noStrike" kern="1200" cap="none" spc="0" normalizeH="0" baseline="0" noProof="0">
                <a:ln>
                  <a:noFill/>
                </a:ln>
                <a:solidFill>
                  <a:prstClr val="black"/>
                </a:solidFill>
                <a:effectLst/>
                <a:uLnTx/>
                <a:uFillTx/>
                <a:latin typeface="Calibri"/>
                <a:ea typeface="+mn-ea"/>
                <a:cs typeface="+mn-cs"/>
              </a:rPr>
              <a:t> 21</a:t>
            </a:r>
            <a:r>
              <a:rPr kumimoji="0" lang="en-GB" sz="1800" b="0" i="0" u="none" strike="noStrike" kern="1200" cap="none" spc="0" normalizeH="0" baseline="30000" noProof="0">
                <a:ln>
                  <a:noFill/>
                </a:ln>
                <a:solidFill>
                  <a:prstClr val="black"/>
                </a:solidFill>
                <a:effectLst/>
                <a:uLnTx/>
                <a:uFillTx/>
                <a:latin typeface="Calibri"/>
                <a:ea typeface="+mn-ea"/>
                <a:cs typeface="+mn-cs"/>
              </a:rPr>
              <a:t>st</a:t>
            </a:r>
            <a:r>
              <a:rPr lang="en-GB">
                <a:solidFill>
                  <a:prstClr val="black"/>
                </a:solidFill>
                <a:latin typeface="Calibri"/>
              </a:rPr>
              <a:t>) will </a:t>
            </a:r>
            <a:r>
              <a:rPr kumimoji="0" lang="en-GB" sz="1800" b="0" i="0" u="none" strike="noStrike" kern="1200" cap="none" spc="0" normalizeH="0" baseline="0" noProof="0">
                <a:ln>
                  <a:noFill/>
                </a:ln>
                <a:solidFill>
                  <a:prstClr val="black"/>
                </a:solidFill>
                <a:effectLst/>
                <a:uLnTx/>
                <a:uFillTx/>
                <a:latin typeface="Calibri"/>
                <a:ea typeface="+mn-ea"/>
                <a:cs typeface="+mn-cs"/>
              </a:rPr>
              <a:t>be randomly selected (so a total of 8 for the week) and will have to come on stage and give a 15 Min talk of their Banking Product they use and details around the same such as</a:t>
            </a:r>
          </a:p>
          <a:p>
            <a:pPr marL="742950" lvl="1" indent="-285750">
              <a:buFont typeface="Arial" panose="020B0604020202020204" pitchFamily="34" charset="0"/>
              <a:buChar char="•"/>
            </a:pPr>
            <a:r>
              <a:rPr lang="en-GB">
                <a:solidFill>
                  <a:prstClr val="black"/>
                </a:solidFill>
                <a:latin typeface="Calibri"/>
              </a:rPr>
              <a:t>Bank Name</a:t>
            </a: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Bank Product (‘s) Name and Type</a:t>
            </a:r>
          </a:p>
          <a:p>
            <a:pPr marL="742950" lvl="1" indent="-285750">
              <a:buFont typeface="Arial" panose="020B0604020202020204" pitchFamily="34" charset="0"/>
              <a:buChar char="•"/>
            </a:pPr>
            <a:r>
              <a:rPr lang="en-GB" b="1" i="1">
                <a:solidFill>
                  <a:prstClr val="black"/>
                </a:solidFill>
              </a:rPr>
              <a:t>What is the Format of your Bank Account Number (Size, Is there a Check Digit, Is it based on your Branch Code etc..)</a:t>
            </a: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What Apps (Bank Channels, Payment Apps) do you use to operate and initiate Transactions on the Account</a:t>
            </a:r>
          </a:p>
          <a:p>
            <a:pPr marL="742950" lvl="1" indent="-285750">
              <a:buFont typeface="Arial" panose="020B0604020202020204" pitchFamily="34" charset="0"/>
              <a:buChar char="•"/>
            </a:pPr>
            <a:r>
              <a:rPr lang="en-GB">
                <a:solidFill>
                  <a:prstClr val="black"/>
                </a:solidFill>
                <a:latin typeface="Calibri"/>
              </a:rPr>
              <a:t>What type of Transactions do you do on your account</a:t>
            </a: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What is the Average Number of Transactions done Daily, Weekly last couple of months</a:t>
            </a:r>
          </a:p>
          <a:p>
            <a:pPr marL="742950" lvl="1" indent="-285750">
              <a:buFont typeface="Arial" panose="020B0604020202020204" pitchFamily="34" charset="0"/>
              <a:buChar char="•"/>
            </a:pPr>
            <a:r>
              <a:rPr lang="en-GB">
                <a:solidFill>
                  <a:prstClr val="black"/>
                </a:solidFill>
                <a:latin typeface="Calibri"/>
              </a:rPr>
              <a:t>What is the highest / lowest amount Transaction done in last couple of months</a:t>
            </a:r>
          </a:p>
          <a:p>
            <a:pPr marL="742950" lvl="1" indent="-285750">
              <a:buFont typeface="Arial" panose="020B0604020202020204" pitchFamily="34" charset="0"/>
              <a:buChar char="•"/>
            </a:pPr>
            <a:r>
              <a:rPr lang="en-GB">
                <a:solidFill>
                  <a:prstClr val="black"/>
                </a:solidFill>
                <a:latin typeface="Calibri"/>
              </a:rPr>
              <a:t>What Interest and Fees are charged on your account and What is the Frequency of these Charges </a:t>
            </a:r>
          </a:p>
          <a:p>
            <a:pPr marL="742950" lvl="1" indent="-285750">
              <a:buFont typeface="Arial" panose="020B0604020202020204" pitchFamily="34" charset="0"/>
              <a:buChar char="•"/>
            </a:pPr>
            <a:r>
              <a:rPr lang="en-GB">
                <a:solidFill>
                  <a:prstClr val="black"/>
                </a:solidFill>
                <a:latin typeface="Calibri"/>
              </a:rPr>
              <a:t>What is the Interest Rate and When was the Last Interest Payment done by the Bank</a:t>
            </a:r>
          </a:p>
          <a:p>
            <a:pPr marL="742950" lvl="1" indent="-285750">
              <a:buFont typeface="Arial" panose="020B0604020202020204" pitchFamily="34" charset="0"/>
              <a:buChar char="•"/>
            </a:pPr>
            <a:r>
              <a:rPr lang="en-GB">
                <a:solidFill>
                  <a:prstClr val="black"/>
                </a:solidFill>
                <a:latin typeface="Calibri"/>
              </a:rPr>
              <a:t>What kind of notifications/communications specific to your account you receive from your Bank </a:t>
            </a:r>
          </a:p>
          <a:p>
            <a:pPr marL="742950" lvl="1" indent="-285750">
              <a:buFont typeface="Arial" panose="020B0604020202020204" pitchFamily="34" charset="0"/>
              <a:buChar char="•"/>
            </a:pPr>
            <a:r>
              <a:rPr lang="en-GB">
                <a:solidFill>
                  <a:prstClr val="black"/>
                </a:solidFill>
                <a:latin typeface="Calibri"/>
              </a:rPr>
              <a:t>What Improvements you would like to see in your Interaction experience with your Bank</a:t>
            </a:r>
          </a:p>
          <a:p>
            <a:pPr marL="742950" lvl="1" indent="-285750">
              <a:buFont typeface="Arial" panose="020B0604020202020204" pitchFamily="34" charset="0"/>
              <a:buChar char="•"/>
            </a:pPr>
            <a:r>
              <a:rPr lang="en-GB">
                <a:solidFill>
                  <a:prstClr val="black"/>
                </a:solidFill>
                <a:latin typeface="Calibri"/>
              </a:rPr>
              <a:t>Any thing else U would like to share on your Bank / your Banking Product</a:t>
            </a:r>
          </a:p>
          <a:p>
            <a:pPr marL="742950" lvl="1" indent="-285750">
              <a:buFont typeface="Arial" panose="020B0604020202020204" pitchFamily="34" charset="0"/>
              <a:buChar char="•"/>
            </a:pPr>
            <a:endParaRPr lang="en-GB">
              <a:solidFill>
                <a:prstClr val="black"/>
              </a:solidFill>
              <a:latin typeface="Calibri"/>
            </a:endParaRPr>
          </a:p>
          <a:p>
            <a:pPr marL="742950" lvl="1" indent="-285750">
              <a:buFont typeface="Arial" panose="020B0604020202020204" pitchFamily="34" charset="0"/>
              <a:buChar cha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lvl="1" indent="-285750">
              <a:buFont typeface="Arial" panose="020B0604020202020204" pitchFamily="34" charset="0"/>
              <a:buChar char="•"/>
            </a:pPr>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757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1F152-B73B-5C29-70DA-CA4A7B7B7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5D7A6-FAF4-39DE-09A7-D8FE051B88AE}"/>
              </a:ext>
            </a:extLst>
          </p:cNvPr>
          <p:cNvSpPr>
            <a:spLocks noGrp="1"/>
          </p:cNvSpPr>
          <p:nvPr>
            <p:ph type="title"/>
          </p:nvPr>
        </p:nvSpPr>
        <p:spPr>
          <a:xfrm>
            <a:off x="182400" y="369147"/>
            <a:ext cx="8835527" cy="772045"/>
          </a:xfrm>
        </p:spPr>
        <p:txBody>
          <a:bodyPr anchor="b">
            <a:normAutofit fontScale="90000"/>
          </a:bodyPr>
          <a:lstStyle/>
          <a:p>
            <a:r>
              <a:rPr lang="en-US" sz="3500"/>
              <a:t>Core Banking Platforms Engineering – Capability Layering </a:t>
            </a:r>
            <a:endParaRPr lang="en-US" sz="3500">
              <a:solidFill>
                <a:srgbClr val="FFFFFF"/>
              </a:solidFill>
            </a:endParaRPr>
          </a:p>
        </p:txBody>
      </p:sp>
      <p:sp>
        <p:nvSpPr>
          <p:cNvPr id="3" name="Rectangle 2">
            <a:extLst>
              <a:ext uri="{FF2B5EF4-FFF2-40B4-BE49-F238E27FC236}">
                <a16:creationId xmlns:a16="http://schemas.microsoft.com/office/drawing/2014/main" id="{E445B954-D7B4-F4C0-F2FE-A1D672DB4934}"/>
              </a:ext>
            </a:extLst>
          </p:cNvPr>
          <p:cNvSpPr/>
          <p:nvPr/>
        </p:nvSpPr>
        <p:spPr>
          <a:xfrm>
            <a:off x="87085" y="1469491"/>
            <a:ext cx="8835526" cy="3662541"/>
          </a:xfrm>
          <a:prstGeom prst="rect">
            <a:avLst/>
          </a:prstGeom>
        </p:spPr>
        <p:txBody>
          <a:bodyPr wrap="square">
            <a:spAutoFit/>
          </a:bodyPr>
          <a:lstStyle/>
          <a:p>
            <a:pPr lvl="1"/>
            <a:r>
              <a:rPr lang="en-US" sz="2000">
                <a:latin typeface="Segoe UI" pitchFamily="34" charset="0"/>
                <a:ea typeface="Segoe UI" pitchFamily="34" charset="-122"/>
                <a:cs typeface="Segoe UI" pitchFamily="34" charset="-120"/>
              </a:rPr>
              <a:t>To Engineer Globally Adaptable / Extendible Core Banking Platforms, Capabilities have to be categorized in to 3 Levels:</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Global</a:t>
            </a:r>
            <a:r>
              <a:rPr lang="en-US" sz="2000">
                <a:latin typeface="Segoe UI" pitchFamily="34" charset="0"/>
                <a:ea typeface="Segoe UI" pitchFamily="34" charset="-122"/>
                <a:cs typeface="Segoe UI" pitchFamily="34" charset="-120"/>
              </a:rPr>
              <a:t> – Capability that is Generic and used by Multiple Countries</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Country Specific </a:t>
            </a:r>
            <a:r>
              <a:rPr lang="en-US" sz="2000">
                <a:latin typeface="Segoe UI" pitchFamily="34" charset="0"/>
                <a:ea typeface="Segoe UI" pitchFamily="34" charset="-122"/>
                <a:cs typeface="Segoe UI" pitchFamily="34" charset="-120"/>
              </a:rPr>
              <a:t>– Capability varies typically by each Country</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Client Specific </a:t>
            </a:r>
            <a:r>
              <a:rPr lang="en-US" sz="2000">
                <a:latin typeface="Segoe UI" pitchFamily="34" charset="0"/>
                <a:ea typeface="Segoe UI" pitchFamily="34" charset="-122"/>
                <a:cs typeface="Segoe UI" pitchFamily="34" charset="-120"/>
              </a:rPr>
              <a:t>– Capability that can potentially vary by each Client </a:t>
            </a:r>
          </a:p>
          <a:p>
            <a:pPr lvl="1"/>
            <a:endParaRPr lang="en-US" sz="2000">
              <a:latin typeface="Segoe UI" pitchFamily="34" charset="0"/>
              <a:ea typeface="Segoe UI" pitchFamily="34" charset="-122"/>
              <a:cs typeface="Segoe UI" pitchFamily="34" charset="-120"/>
            </a:endParaRPr>
          </a:p>
          <a:p>
            <a:pPr lvl="1"/>
            <a:r>
              <a:rPr kumimoji="0" lang="en-GB" b="0" i="0" u="none" strike="noStrike" kern="1200" cap="none" spc="0" normalizeH="0" baseline="0" noProof="0">
                <a:ln>
                  <a:noFill/>
                </a:ln>
                <a:effectLst/>
                <a:uLnTx/>
                <a:uFillTx/>
                <a:latin typeface="Calibri"/>
                <a:ea typeface="+mn-ea"/>
                <a:cs typeface="+mn-cs"/>
              </a:rPr>
              <a:t>In this Chapter we will focus on what capabilities that typically vary by Country and some techniques of how to handle these.</a:t>
            </a:r>
          </a:p>
          <a:p>
            <a:pPr lvl="1"/>
            <a:endParaRPr lang="en-GB">
              <a:latin typeface="Calibri"/>
            </a:endParaRPr>
          </a:p>
          <a:p>
            <a:pPr lvl="1"/>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4899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B743-EAE5-DB97-7699-BEAD3FC33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7B317-82B2-08F4-9353-F4D727447FE9}"/>
              </a:ext>
            </a:extLst>
          </p:cNvPr>
          <p:cNvSpPr>
            <a:spLocks noGrp="1"/>
          </p:cNvSpPr>
          <p:nvPr>
            <p:ph type="title"/>
          </p:nvPr>
        </p:nvSpPr>
        <p:spPr>
          <a:xfrm>
            <a:off x="182400" y="248951"/>
            <a:ext cx="8835527" cy="772045"/>
          </a:xfrm>
        </p:spPr>
        <p:txBody>
          <a:bodyPr anchor="b">
            <a:normAutofit fontScale="90000"/>
          </a:bodyPr>
          <a:lstStyle/>
          <a:p>
            <a:r>
              <a:rPr lang="en-US" sz="3500"/>
              <a:t>Core Banking Platforms Engineering – Country Variation Considerations</a:t>
            </a:r>
            <a:endParaRPr lang="en-US" sz="3500">
              <a:solidFill>
                <a:srgbClr val="FFFFFF"/>
              </a:solidFill>
            </a:endParaRPr>
          </a:p>
        </p:txBody>
      </p:sp>
      <p:sp>
        <p:nvSpPr>
          <p:cNvPr id="3" name="Rectangle 2">
            <a:extLst>
              <a:ext uri="{FF2B5EF4-FFF2-40B4-BE49-F238E27FC236}">
                <a16:creationId xmlns:a16="http://schemas.microsoft.com/office/drawing/2014/main" id="{DEC74E7F-ABF1-83D5-11BF-CF15F7863633}"/>
              </a:ext>
            </a:extLst>
          </p:cNvPr>
          <p:cNvSpPr/>
          <p:nvPr/>
        </p:nvSpPr>
        <p:spPr>
          <a:xfrm>
            <a:off x="0" y="1404177"/>
            <a:ext cx="8835528" cy="2369880"/>
          </a:xfrm>
          <a:prstGeom prst="rect">
            <a:avLst/>
          </a:prstGeom>
        </p:spPr>
        <p:txBody>
          <a:bodyPr wrap="square">
            <a:spAutoFit/>
          </a:bodyPr>
          <a:lstStyle/>
          <a:p>
            <a:pPr lvl="1"/>
            <a:r>
              <a:rPr lang="en-US" sz="2000">
                <a:latin typeface="Segoe UI" pitchFamily="34" charset="0"/>
                <a:ea typeface="Segoe UI" pitchFamily="34" charset="-122"/>
                <a:cs typeface="Segoe UI" pitchFamily="34" charset="-120"/>
              </a:rPr>
              <a:t>Capabilities that Generally Vary by Country (Contd..):</a:t>
            </a:r>
          </a:p>
          <a:p>
            <a:pPr lvl="1"/>
            <a:endParaRPr lang="en-US" sz="2000">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Regulators and Compliance </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Open Banking API </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Accounting Models </a:t>
            </a:r>
            <a:endParaRPr lang="en-US">
              <a:latin typeface="Segoe UI" pitchFamily="34" charset="0"/>
              <a:cs typeface="Segoe UI" pitchFamily="34" charset="-120"/>
            </a:endParaRPr>
          </a:p>
          <a:p>
            <a:pPr marL="742950" lvl="1" indent="-285750">
              <a:buFont typeface="Arial" panose="020B0604020202020204" pitchFamily="34" charset="0"/>
              <a:buChar char="•"/>
            </a:pPr>
            <a:endParaRPr lang="en-GB">
              <a:latin typeface="Calibri"/>
            </a:endParaRPr>
          </a:p>
          <a:p>
            <a:pPr marL="742950" lvl="1" indent="-285750">
              <a:buFont typeface="Arial" panose="020B0604020202020204" pitchFamily="34" charset="0"/>
              <a:buChar char="•"/>
            </a:pPr>
            <a:endParaRPr kumimoji="0" lang="en-GB" b="0" i="0" u="none" strike="noStrike" kern="1200" cap="none" spc="0" normalizeH="0" baseline="0" noProof="0">
              <a:ln>
                <a:noFill/>
              </a:ln>
              <a:effectLst/>
              <a:uLnTx/>
              <a:uFillTx/>
              <a:latin typeface="Calibri"/>
              <a:ea typeface="+mn-ea"/>
              <a:cs typeface="+mn-cs"/>
            </a:endParaRPr>
          </a:p>
          <a:p>
            <a:pPr marL="742950" lvl="1" indent="-285750">
              <a:buFont typeface="Arial" panose="020B0604020202020204" pitchFamily="34" charset="0"/>
              <a:buChar char="•"/>
            </a:pPr>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6275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2C933D6B-A437-9DC7-B0D7-6BF300C1B0CE}"/>
              </a:ext>
            </a:extLst>
          </p:cNvPr>
          <p:cNvSpPr>
            <a:spLocks noGrp="1"/>
          </p:cNvSpPr>
          <p:nvPr>
            <p:ph type="ctrTitle"/>
          </p:nvPr>
        </p:nvSpPr>
        <p:spPr>
          <a:xfrm>
            <a:off x="207818" y="2217991"/>
            <a:ext cx="5829300" cy="3420690"/>
          </a:xfrm>
        </p:spPr>
        <p:txBody>
          <a:bodyPr anchor="b">
            <a:normAutofit/>
          </a:bodyPr>
          <a:lstStyle/>
          <a:p>
            <a:pPr algn="l"/>
            <a:r>
              <a:rPr lang="en-US" sz="5550"/>
              <a:t>Banking Regulations</a:t>
            </a:r>
          </a:p>
        </p:txBody>
      </p:sp>
    </p:spTree>
    <p:extLst>
      <p:ext uri="{BB962C8B-B14F-4D97-AF65-F5344CB8AC3E}">
        <p14:creationId xmlns:p14="http://schemas.microsoft.com/office/powerpoint/2010/main" val="124527449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1F944C8D-51E7-C1BC-7B56-1622738EDB23}"/>
              </a:ext>
            </a:extLst>
          </p:cNvPr>
          <p:cNvSpPr>
            <a:spLocks noGrp="1"/>
          </p:cNvSpPr>
          <p:nvPr>
            <p:ph type="title"/>
          </p:nvPr>
        </p:nvSpPr>
        <p:spPr>
          <a:xfrm>
            <a:off x="461009" y="1268729"/>
            <a:ext cx="2983230" cy="4289730"/>
          </a:xfrm>
        </p:spPr>
        <p:txBody>
          <a:bodyPr anchor="t">
            <a:normAutofit/>
          </a:bodyPr>
          <a:lstStyle/>
          <a:p>
            <a:r>
              <a:rPr lang="en-US"/>
              <a:t>Types of Banking Regulations (KYC, AML, Data Privacy)</a:t>
            </a:r>
          </a:p>
        </p:txBody>
      </p:sp>
      <p:graphicFrame>
        <p:nvGraphicFramePr>
          <p:cNvPr id="4" name="Content Placeholder 4">
            <a:extLst>
              <a:ext uri="{FF2B5EF4-FFF2-40B4-BE49-F238E27FC236}">
                <a16:creationId xmlns:a16="http://schemas.microsoft.com/office/drawing/2014/main" id="{3E0F7042-F41C-4AA5-AD53-E1CE22E44E3F}"/>
              </a:ext>
            </a:extLst>
          </p:cNvPr>
          <p:cNvGraphicFramePr>
            <a:graphicFrameLocks noGrp="1"/>
          </p:cNvGraphicFramePr>
          <p:nvPr>
            <p:ph idx="1"/>
            <p:extLst>
              <p:ext uri="{D42A27DB-BD31-4B8C-83A1-F6EECF244321}">
                <p14:modId xmlns:p14="http://schemas.microsoft.com/office/powerpoint/2010/main" val="376319620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426675" cy="29726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48186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103A6D1-C6F2-27E3-5128-8FC181096E68}"/>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475" b="1"/>
              <a:t>Variation in Regulatory Requirements Across Countries</a:t>
            </a:r>
          </a:p>
        </p:txBody>
      </p:sp>
      <p:pic>
        <p:nvPicPr>
          <p:cNvPr id="5" name="Content Placeholder 4" descr="Connection concept with push pins on a world map">
            <a:extLst>
              <a:ext uri="{FF2B5EF4-FFF2-40B4-BE49-F238E27FC236}">
                <a16:creationId xmlns:a16="http://schemas.microsoft.com/office/drawing/2014/main" id="{EB4225A5-BBEC-412F-8B92-A4DBDD9DC1FA}"/>
              </a:ext>
            </a:extLst>
          </p:cNvPr>
          <p:cNvPicPr>
            <a:picLocks noGrp="1" noChangeAspect="1"/>
          </p:cNvPicPr>
          <p:nvPr>
            <p:ph sz="half" idx="1"/>
          </p:nvPr>
        </p:nvPicPr>
        <p:blipFill>
          <a:blip r:embed="rId3"/>
          <a:srcRect l="16808" r="21158" b="-1"/>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581928CA-6B40-6BC3-1607-61F4B4CC6D4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Country-Specific Regulations</a:t>
            </a:r>
          </a:p>
          <a:p>
            <a:pPr marL="0" lvl="1" indent="0">
              <a:buNone/>
            </a:pPr>
            <a:r>
              <a:rPr lang="en-US" sz="1050"/>
              <a:t>Each country has unique regulatory requirements shaped by local laws and risk considerations.</a:t>
            </a:r>
          </a:p>
          <a:p>
            <a:pPr marL="0" indent="0">
              <a:spcBef>
                <a:spcPts val="1875"/>
              </a:spcBef>
              <a:buNone/>
            </a:pPr>
            <a:r>
              <a:rPr lang="en-US" sz="1050" b="1"/>
              <a:t>Importance of Compliance</a:t>
            </a:r>
          </a:p>
          <a:p>
            <a:pPr marL="0" lvl="1" indent="0">
              <a:buNone/>
            </a:pPr>
            <a:r>
              <a:rPr lang="en-US" sz="1050"/>
              <a:t>Global banks must understand and comply with varying regulations to avoid legal penalties.</a:t>
            </a:r>
          </a:p>
        </p:txBody>
      </p:sp>
    </p:spTree>
    <p:extLst>
      <p:ext uri="{BB962C8B-B14F-4D97-AF65-F5344CB8AC3E}">
        <p14:creationId xmlns:p14="http://schemas.microsoft.com/office/powerpoint/2010/main" val="2856550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EF407C0-2866-FCDC-ABC2-DF6FF33A4AEA}"/>
              </a:ext>
            </a:extLst>
          </p:cNvPr>
          <p:cNvSpPr>
            <a:spLocks noGrp="1"/>
          </p:cNvSpPr>
          <p:nvPr>
            <p:ph type="title"/>
          </p:nvPr>
        </p:nvSpPr>
        <p:spPr>
          <a:xfrm>
            <a:off x="5342256" y="123443"/>
            <a:ext cx="3271270" cy="1145287"/>
          </a:xfrm>
        </p:spPr>
        <p:txBody>
          <a:bodyPr vert="horz" lIns="68580" tIns="34290" rIns="68580" bIns="34290" rtlCol="0" anchor="b">
            <a:normAutofit/>
          </a:bodyPr>
          <a:lstStyle/>
          <a:p>
            <a:r>
              <a:rPr lang="en-US" sz="2475" b="1"/>
              <a:t>Regulatory Bodies</a:t>
            </a:r>
          </a:p>
        </p:txBody>
      </p:sp>
      <p:pic>
        <p:nvPicPr>
          <p:cNvPr id="5" name="Content Placeholder 4" descr="Concept image to illustrate balancing faith and finance by using a piggy bank and Christian bible on a balance scale. White background with shadow reflected on white foreground. Cropped to rule of thirds and ready to use.">
            <a:extLst>
              <a:ext uri="{FF2B5EF4-FFF2-40B4-BE49-F238E27FC236}">
                <a16:creationId xmlns:a16="http://schemas.microsoft.com/office/drawing/2014/main" id="{3D85F530-2B24-485D-9409-E120BFA35080}"/>
              </a:ext>
            </a:extLst>
          </p:cNvPr>
          <p:cNvPicPr>
            <a:picLocks noGrp="1" noChangeAspect="1"/>
          </p:cNvPicPr>
          <p:nvPr>
            <p:ph sz="half" idx="1"/>
          </p:nvPr>
        </p:nvPicPr>
        <p:blipFill>
          <a:blip r:embed="rId3"/>
          <a:srcRect r="10552"/>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66101A7E-923E-DB1A-4457-2F66C1DBA6E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1689569"/>
            <a:ext cx="3271270" cy="3072386"/>
          </a:xfrm>
        </p:spPr>
        <p:txBody>
          <a:bodyPr>
            <a:noAutofit/>
          </a:bodyPr>
          <a:lstStyle/>
          <a:p>
            <a:pPr marL="0" indent="0">
              <a:spcBef>
                <a:spcPts val="1875"/>
              </a:spcBef>
              <a:buNone/>
            </a:pPr>
            <a:r>
              <a:rPr lang="en-US" sz="1400" b="1"/>
              <a:t>Key Regulatory Authorities</a:t>
            </a:r>
          </a:p>
          <a:p>
            <a:pPr marL="0" lvl="1" indent="0">
              <a:buNone/>
            </a:pPr>
            <a:r>
              <a:rPr lang="en-US" sz="1400"/>
              <a:t>Each Country has Banking Regulators to Over See Banks and Financial Institutions with in the Country</a:t>
            </a:r>
          </a:p>
          <a:p>
            <a:pPr marL="0" lvl="1" indent="0">
              <a:buNone/>
            </a:pPr>
            <a:endParaRPr lang="en-US" sz="1400"/>
          </a:p>
          <a:p>
            <a:pPr marL="0" lvl="1" indent="0">
              <a:buNone/>
            </a:pPr>
            <a:r>
              <a:rPr lang="en-US" sz="1400"/>
              <a:t>Regulator defines the Regulatory Norms and Enforces them with constant monitoring and audits</a:t>
            </a:r>
          </a:p>
          <a:p>
            <a:pPr marL="0" lvl="1" indent="0">
              <a:buNone/>
            </a:pPr>
            <a:endParaRPr lang="en-US" sz="1400"/>
          </a:p>
          <a:p>
            <a:pPr marL="0" lvl="1" indent="0">
              <a:buNone/>
            </a:pPr>
            <a:r>
              <a:rPr lang="en-US" sz="1400"/>
              <a:t>Regulatory Norms are updated at regular frequencies evolving with new technologies, product types and consumer/market evolutions </a:t>
            </a:r>
          </a:p>
          <a:p>
            <a:pPr marL="0" lvl="1" indent="0">
              <a:buNone/>
            </a:pPr>
            <a:endParaRPr lang="en-US" sz="1400"/>
          </a:p>
          <a:p>
            <a:pPr marL="0" lvl="1" indent="0">
              <a:buNone/>
            </a:pPr>
            <a:r>
              <a:rPr lang="en-US" sz="1400"/>
              <a:t>Example of regulatory bodies RBI in India and Federal Reserve in US </a:t>
            </a:r>
          </a:p>
        </p:txBody>
      </p:sp>
    </p:spTree>
    <p:extLst>
      <p:ext uri="{BB962C8B-B14F-4D97-AF65-F5344CB8AC3E}">
        <p14:creationId xmlns:p14="http://schemas.microsoft.com/office/powerpoint/2010/main" val="2300744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59FF-5452-F49E-1DF5-EB48DB15E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AF253-0DA2-5AB8-C2F3-D6A100109A69}"/>
              </a:ext>
            </a:extLst>
          </p:cNvPr>
          <p:cNvSpPr>
            <a:spLocks noGrp="1"/>
          </p:cNvSpPr>
          <p:nvPr>
            <p:ph type="title"/>
          </p:nvPr>
        </p:nvSpPr>
        <p:spPr>
          <a:xfrm>
            <a:off x="1" y="-170471"/>
            <a:ext cx="8817428" cy="1145287"/>
          </a:xfrm>
        </p:spPr>
        <p:txBody>
          <a:bodyPr vert="horz" lIns="68580" tIns="34290" rIns="68580" bIns="34290" rtlCol="0" anchor="b">
            <a:normAutofit/>
          </a:bodyPr>
          <a:lstStyle/>
          <a:p>
            <a:r>
              <a:rPr lang="en-US" sz="2475" b="1"/>
              <a:t>Sample US Deposits Regulations – Large in Number and Complex </a:t>
            </a:r>
          </a:p>
        </p:txBody>
      </p:sp>
      <p:pic>
        <p:nvPicPr>
          <p:cNvPr id="11" name="Picture 10" descr="A white screen with black text&#10;&#10;AI-generated content may be incorrect.">
            <a:extLst>
              <a:ext uri="{FF2B5EF4-FFF2-40B4-BE49-F238E27FC236}">
                <a16:creationId xmlns:a16="http://schemas.microsoft.com/office/drawing/2014/main" id="{42744177-E765-3033-7180-1B231D0568E2}"/>
              </a:ext>
            </a:extLst>
          </p:cNvPr>
          <p:cNvPicPr>
            <a:picLocks noChangeAspect="1"/>
          </p:cNvPicPr>
          <p:nvPr/>
        </p:nvPicPr>
        <p:blipFill>
          <a:blip r:embed="rId3"/>
          <a:stretch>
            <a:fillRect/>
          </a:stretch>
        </p:blipFill>
        <p:spPr>
          <a:xfrm>
            <a:off x="653143" y="1393370"/>
            <a:ext cx="8164286" cy="4593772"/>
          </a:xfrm>
          <a:prstGeom prst="rect">
            <a:avLst/>
          </a:prstGeom>
        </p:spPr>
      </p:pic>
    </p:spTree>
    <p:extLst>
      <p:ext uri="{BB962C8B-B14F-4D97-AF65-F5344CB8AC3E}">
        <p14:creationId xmlns:p14="http://schemas.microsoft.com/office/powerpoint/2010/main" val="41181386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EBE5B-1434-9FA7-A79A-F047713E6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0591F-B4B0-251B-3AE4-8A9D7A34E5B2}"/>
              </a:ext>
            </a:extLst>
          </p:cNvPr>
          <p:cNvSpPr>
            <a:spLocks noGrp="1"/>
          </p:cNvSpPr>
          <p:nvPr>
            <p:ph type="title"/>
          </p:nvPr>
        </p:nvSpPr>
        <p:spPr>
          <a:xfrm>
            <a:off x="326572" y="-409956"/>
            <a:ext cx="8817428" cy="1145287"/>
          </a:xfrm>
        </p:spPr>
        <p:txBody>
          <a:bodyPr vert="horz" lIns="68580" tIns="34290" rIns="68580" bIns="34290" rtlCol="0" anchor="b">
            <a:normAutofit/>
          </a:bodyPr>
          <a:lstStyle/>
          <a:p>
            <a:r>
              <a:rPr lang="en-US" sz="2475" b="1"/>
              <a:t>Sample US Lending Regulations – Large in Number and Complex </a:t>
            </a:r>
          </a:p>
        </p:txBody>
      </p:sp>
      <p:pic>
        <p:nvPicPr>
          <p:cNvPr id="4" name="Picture 3" descr="A screenshot of a computer&#10;&#10;AI-generated content may be incorrect.">
            <a:extLst>
              <a:ext uri="{FF2B5EF4-FFF2-40B4-BE49-F238E27FC236}">
                <a16:creationId xmlns:a16="http://schemas.microsoft.com/office/drawing/2014/main" id="{BAF242A9-5E48-9AC4-D2BE-E6A213D21C01}"/>
              </a:ext>
            </a:extLst>
          </p:cNvPr>
          <p:cNvPicPr>
            <a:picLocks noChangeAspect="1"/>
          </p:cNvPicPr>
          <p:nvPr/>
        </p:nvPicPr>
        <p:blipFill>
          <a:blip r:embed="rId3"/>
          <a:stretch>
            <a:fillRect/>
          </a:stretch>
        </p:blipFill>
        <p:spPr>
          <a:xfrm>
            <a:off x="696686" y="1317171"/>
            <a:ext cx="7260771" cy="3788229"/>
          </a:xfrm>
          <a:prstGeom prst="rect">
            <a:avLst/>
          </a:prstGeom>
        </p:spPr>
      </p:pic>
    </p:spTree>
    <p:extLst>
      <p:ext uri="{BB962C8B-B14F-4D97-AF65-F5344CB8AC3E}">
        <p14:creationId xmlns:p14="http://schemas.microsoft.com/office/powerpoint/2010/main" val="424304261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4006AE78-0468-CCD0-0956-E231EBCD0544}"/>
              </a:ext>
            </a:extLst>
          </p:cNvPr>
          <p:cNvSpPr>
            <a:spLocks noGrp="1"/>
          </p:cNvSpPr>
          <p:nvPr>
            <p:ph type="ctrTitle"/>
          </p:nvPr>
        </p:nvSpPr>
        <p:spPr>
          <a:xfrm>
            <a:off x="207818" y="2217991"/>
            <a:ext cx="5829300" cy="3420690"/>
          </a:xfrm>
        </p:spPr>
        <p:txBody>
          <a:bodyPr anchor="b">
            <a:normAutofit/>
          </a:bodyPr>
          <a:lstStyle/>
          <a:p>
            <a:pPr algn="l"/>
            <a:r>
              <a:rPr lang="en-US" sz="5550"/>
              <a:t>Engineering Core Banking Platforms for Compliance</a:t>
            </a:r>
          </a:p>
        </p:txBody>
      </p:sp>
    </p:spTree>
    <p:extLst>
      <p:ext uri="{BB962C8B-B14F-4D97-AF65-F5344CB8AC3E}">
        <p14:creationId xmlns:p14="http://schemas.microsoft.com/office/powerpoint/2010/main" val="59867699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441B6-E4DC-1B01-CFB2-6CE059322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0F88C-A9F7-89D7-00DD-346E262CA9BC}"/>
              </a:ext>
            </a:extLst>
          </p:cNvPr>
          <p:cNvSpPr>
            <a:spLocks noGrp="1"/>
          </p:cNvSpPr>
          <p:nvPr>
            <p:ph type="title"/>
          </p:nvPr>
        </p:nvSpPr>
        <p:spPr>
          <a:xfrm>
            <a:off x="461009" y="232494"/>
            <a:ext cx="2983230" cy="5969909"/>
          </a:xfrm>
        </p:spPr>
        <p:txBody>
          <a:bodyPr anchor="t">
            <a:normAutofit/>
          </a:bodyPr>
          <a:lstStyle/>
          <a:p>
            <a:r>
              <a:rPr lang="en-US"/>
              <a:t>Building Compliance into Core Banking Platform Architecture</a:t>
            </a:r>
          </a:p>
        </p:txBody>
      </p:sp>
      <p:graphicFrame>
        <p:nvGraphicFramePr>
          <p:cNvPr id="4" name="Content Placeholder 4">
            <a:extLst>
              <a:ext uri="{FF2B5EF4-FFF2-40B4-BE49-F238E27FC236}">
                <a16:creationId xmlns:a16="http://schemas.microsoft.com/office/drawing/2014/main" id="{2A86498F-87E2-064F-D93F-F77661508D4E}"/>
              </a:ext>
            </a:extLst>
          </p:cNvPr>
          <p:cNvGraphicFramePr>
            <a:graphicFrameLocks noGrp="1"/>
          </p:cNvGraphicFramePr>
          <p:nvPr>
            <p:ph idx="1"/>
            <p:extLst>
              <p:ext uri="{D42A27DB-BD31-4B8C-83A1-F6EECF244321}">
                <p14:modId xmlns:p14="http://schemas.microsoft.com/office/powerpoint/2010/main" val="418127717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968577" y="845260"/>
          <a:ext cx="5074820" cy="61177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103764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558898F-BF76-4C7D-1A0D-B2F69B132A15}"/>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Adapting to Regulatory Changes and Updates</a:t>
            </a:r>
          </a:p>
        </p:txBody>
      </p:sp>
      <p:sp>
        <p:nvSpPr>
          <p:cNvPr id="4" name="Content Placeholder 3">
            <a:extLst>
              <a:ext uri="{FF2B5EF4-FFF2-40B4-BE49-F238E27FC236}">
                <a16:creationId xmlns:a16="http://schemas.microsoft.com/office/drawing/2014/main" id="{AB6D6371-245B-F7A7-B702-38F23FEC2A9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lnSpcReduction="10000"/>
          </a:bodyPr>
          <a:lstStyle/>
          <a:p>
            <a:pPr marL="0" indent="0">
              <a:spcBef>
                <a:spcPts val="1875"/>
              </a:spcBef>
              <a:buNone/>
            </a:pPr>
            <a:r>
              <a:rPr lang="en-US" sz="1050" b="1"/>
              <a:t>Flexibility in Banking and Regulatory Reporting Platforms</a:t>
            </a:r>
          </a:p>
          <a:p>
            <a:pPr marL="0" lvl="1" indent="0">
              <a:buNone/>
            </a:pPr>
            <a:r>
              <a:rPr lang="en-US" sz="1050"/>
              <a:t>Banking platforms need flexibility to adapt quickly to frequent regulatory changes and updates.</a:t>
            </a:r>
          </a:p>
          <a:p>
            <a:pPr marL="0" indent="0">
              <a:spcBef>
                <a:spcPts val="1875"/>
              </a:spcBef>
              <a:buNone/>
            </a:pPr>
            <a:r>
              <a:rPr lang="en-US" sz="1050" b="1"/>
              <a:t>Compliance Office</a:t>
            </a:r>
          </a:p>
          <a:p>
            <a:pPr marL="0" lvl="1" indent="0">
              <a:buNone/>
            </a:pPr>
            <a:r>
              <a:rPr lang="en-US" sz="1050"/>
              <a:t>Dedicated Office with special expertise in regulatory domain and who is the point of contact with the regulators and will independently certify if a Core Banking Platform is meeting the Regulations </a:t>
            </a:r>
          </a:p>
          <a:p>
            <a:pPr marL="0" indent="0">
              <a:spcBef>
                <a:spcPts val="1875"/>
              </a:spcBef>
              <a:buNone/>
            </a:pPr>
            <a:r>
              <a:rPr lang="en-US" sz="1050" b="1"/>
              <a:t>Change Management Processes and Strong Certification </a:t>
            </a:r>
          </a:p>
          <a:p>
            <a:pPr marL="0" lvl="1" indent="0">
              <a:buNone/>
            </a:pPr>
            <a:r>
              <a:rPr lang="en-US" sz="1050"/>
              <a:t>Effective change management processes ensure smooth and swift regulatory compliance updates.</a:t>
            </a:r>
          </a:p>
          <a:p>
            <a:pPr marL="0" lvl="1" indent="0">
              <a:buNone/>
            </a:pPr>
            <a:endParaRPr lang="en-US" sz="1050"/>
          </a:p>
          <a:p>
            <a:pPr marL="0" indent="0">
              <a:spcBef>
                <a:spcPts val="1875"/>
              </a:spcBef>
              <a:buNone/>
            </a:pPr>
            <a:r>
              <a:rPr lang="en-US" sz="1050" b="1"/>
              <a:t>Usage of AI to analyze Regulatory changes and its impact</a:t>
            </a:r>
          </a:p>
          <a:p>
            <a:pPr marL="0" lvl="1" indent="0">
              <a:buNone/>
            </a:pPr>
            <a:r>
              <a:rPr lang="en-US" sz="1050"/>
              <a:t>AI is now being used to analyze Regulatory changes and assess its impact (Processing, Reporting ..)</a:t>
            </a:r>
          </a:p>
          <a:p>
            <a:pPr marL="0" lvl="1" indent="0">
              <a:buNone/>
            </a:pPr>
            <a:endParaRPr lang="en-US" sz="1050"/>
          </a:p>
          <a:p>
            <a:pPr marL="0" lvl="1" indent="0">
              <a:buNone/>
            </a:pPr>
            <a:endParaRPr lang="en-US" sz="1050"/>
          </a:p>
          <a:p>
            <a:pPr marL="0" lvl="1" indent="0">
              <a:buNone/>
            </a:pPr>
            <a:endParaRPr lang="en-US" sz="1050"/>
          </a:p>
        </p:txBody>
      </p:sp>
      <p:pic>
        <p:nvPicPr>
          <p:cNvPr id="5" name="Content Placeholder 4" descr="Small bank building, with blue sign and ATM service. Front view. Financial business office. Isolated on white background with clipping path: shadow is left out of path for better editing.">
            <a:extLst>
              <a:ext uri="{FF2B5EF4-FFF2-40B4-BE49-F238E27FC236}">
                <a16:creationId xmlns:a16="http://schemas.microsoft.com/office/drawing/2014/main" id="{7758E709-25FC-45C3-BC78-578FDDECBACA}"/>
              </a:ext>
            </a:extLst>
          </p:cNvPr>
          <p:cNvPicPr>
            <a:picLocks noGrp="1" noChangeAspect="1"/>
          </p:cNvPicPr>
          <p:nvPr>
            <p:ph sz="half" idx="1"/>
          </p:nvPr>
        </p:nvPicPr>
        <p:blipFill>
          <a:blip r:embed="rId3"/>
          <a:srcRect l="22907" r="21797" b="2"/>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20532369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3" name="TextBox 2">
            <a:extLst>
              <a:ext uri="{FF2B5EF4-FFF2-40B4-BE49-F238E27FC236}">
                <a16:creationId xmlns:a16="http://schemas.microsoft.com/office/drawing/2014/main" id="{C29D93F4-5814-46D8-B1E6-4DF770AB9805}"/>
              </a:ext>
            </a:extLst>
          </p:cNvPr>
          <p:cNvSpPr txBox="1"/>
          <p:nvPr/>
        </p:nvSpPr>
        <p:spPr>
          <a:xfrm>
            <a:off x="461009" y="1268729"/>
            <a:ext cx="2983230" cy="4289730"/>
          </a:xfrm>
          <a:prstGeom prst="rect">
            <a:avLst/>
          </a:prstGeom>
        </p:spPr>
        <p:txBody>
          <a:bodyPr vert="horz" lIns="68580" tIns="34290" rIns="68580" bIns="34290" rtlCol="0" anchor="t">
            <a:normAutofit/>
          </a:bodyPr>
          <a:lstStyle/>
          <a:p>
            <a:pPr defTabSz="685800">
              <a:lnSpc>
                <a:spcPct val="90000"/>
              </a:lnSpc>
              <a:spcBef>
                <a:spcPct val="0"/>
              </a:spcBef>
              <a:spcAft>
                <a:spcPts val="450"/>
              </a:spcAft>
            </a:pPr>
            <a:r>
              <a:rPr lang="en-US" sz="2700" b="1">
                <a:solidFill>
                  <a:prstClr val="black"/>
                </a:solidFill>
                <a:latin typeface="Aptos Display" panose="02110004020202020204"/>
              </a:rPr>
              <a:t>What is Open Banking?</a:t>
            </a:r>
          </a:p>
        </p:txBody>
      </p:sp>
      <p:graphicFrame>
        <p:nvGraphicFramePr>
          <p:cNvPr id="2" name="Diagram 1">
            <a:extLst>
              <a:ext uri="{FF2B5EF4-FFF2-40B4-BE49-F238E27FC236}">
                <a16:creationId xmlns:a16="http://schemas.microsoft.com/office/drawing/2014/main" id="{D1E92F87-FD3F-4E43-B009-5E9C65E1A43A}"/>
              </a:ext>
            </a:extLst>
          </p:cNvPr>
          <p:cNvGraphicFramePr/>
          <p:nvPr>
            <p:extLst>
              <p:ext uri="{D42A27DB-BD31-4B8C-83A1-F6EECF244321}">
                <p14:modId xmlns:p14="http://schemas.microsoft.com/office/powerpoint/2010/main" val="332536084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642335" cy="4395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440856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3" name="TextBox 2">
            <a:extLst>
              <a:ext uri="{FF2B5EF4-FFF2-40B4-BE49-F238E27FC236}">
                <a16:creationId xmlns:a16="http://schemas.microsoft.com/office/drawing/2014/main" id="{C1BFA285-526D-42E3-BC20-36E58A0F0FEE}"/>
              </a:ext>
            </a:extLst>
          </p:cNvPr>
          <p:cNvSpPr txBox="1"/>
          <p:nvPr/>
        </p:nvSpPr>
        <p:spPr>
          <a:xfrm>
            <a:off x="459487" y="3866356"/>
            <a:ext cx="3586202" cy="1749599"/>
          </a:xfrm>
          <a:prstGeom prst="rect">
            <a:avLst/>
          </a:prstGeom>
        </p:spPr>
        <p:txBody>
          <a:bodyPr vert="horz" lIns="68580" tIns="34290" rIns="68580" bIns="34290" rtlCol="0" anchor="t">
            <a:normAutofit/>
          </a:bodyPr>
          <a:lstStyle/>
          <a:p>
            <a:pPr defTabSz="685800">
              <a:lnSpc>
                <a:spcPct val="90000"/>
              </a:lnSpc>
              <a:spcBef>
                <a:spcPct val="0"/>
              </a:spcBef>
              <a:spcAft>
                <a:spcPts val="450"/>
              </a:spcAft>
            </a:pPr>
            <a:r>
              <a:rPr lang="en-US" sz="2700" b="1">
                <a:solidFill>
                  <a:prstClr val="black"/>
                </a:solidFill>
                <a:latin typeface="Aptos Display" panose="02110004020202020204"/>
              </a:rPr>
              <a:t>Role and Types of APIs in Open Banking</a:t>
            </a:r>
          </a:p>
        </p:txBody>
      </p:sp>
      <p:pic>
        <p:nvPicPr>
          <p:cNvPr id="2" name="Picture 1" descr="Abstract Digital concept which shows network security optimisation and internet technology  ">
            <a:extLst>
              <a:ext uri="{FF2B5EF4-FFF2-40B4-BE49-F238E27FC236}">
                <a16:creationId xmlns:a16="http://schemas.microsoft.com/office/drawing/2014/main" id="{BA896EC4-A288-4612-90F8-8EED7DD81C88}"/>
              </a:ext>
            </a:extLst>
          </p:cNvPr>
          <p:cNvPicPr>
            <a:picLocks noChangeAspect="1"/>
          </p:cNvPicPr>
          <p:nvPr/>
        </p:nvPicPr>
        <p:blipFill>
          <a:blip r:embed="rId3"/>
          <a:srcRect t="7462" r="3" b="4694"/>
          <a:stretch>
            <a:fillRect/>
          </a:stretch>
        </p:blipFill>
        <p:spPr>
          <a:xfrm>
            <a:off x="535212" y="1368238"/>
            <a:ext cx="3510478" cy="2312894"/>
          </a:xfrm>
          <a:prstGeom prst="rect">
            <a:avLst/>
          </a:prstGeom>
        </p:spPr>
      </p:pic>
      <p:sp>
        <p:nvSpPr>
          <p:cNvPr id="4" name="TextBox 3">
            <a:extLst>
              <a:ext uri="{FF2B5EF4-FFF2-40B4-BE49-F238E27FC236}">
                <a16:creationId xmlns:a16="http://schemas.microsoft.com/office/drawing/2014/main" id="{6CCD4333-B9CE-4920-95D5-420ED05EB05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43332" y="653774"/>
            <a:ext cx="3936381" cy="6643757"/>
          </a:xfrm>
          <a:prstGeom prst="rect">
            <a:avLst/>
          </a:prstGeom>
        </p:spPr>
        <p:txBody>
          <a:bodyPr>
            <a:normAutofit/>
          </a:bodyPr>
          <a:lstStyle/>
          <a:p>
            <a:pPr defTabSz="685800">
              <a:spcBef>
                <a:spcPts val="1875"/>
              </a:spcBef>
              <a:spcAft>
                <a:spcPts val="450"/>
              </a:spcAft>
            </a:pPr>
            <a:r>
              <a:rPr lang="en-US" sz="1050" b="1">
                <a:solidFill>
                  <a:prstClr val="black"/>
                </a:solidFill>
                <a:latin typeface="Aptos" panose="02110004020202020204"/>
              </a:rPr>
              <a:t>APIs Enable Secure Communication</a:t>
            </a:r>
          </a:p>
          <a:p>
            <a:pPr marL="0" lvl="1" defTabSz="685800">
              <a:spcAft>
                <a:spcPts val="450"/>
              </a:spcAft>
            </a:pPr>
            <a:r>
              <a:rPr lang="en-US" sz="1050">
                <a:solidFill>
                  <a:prstClr val="black"/>
                </a:solidFill>
                <a:latin typeface="Aptos" panose="02110004020202020204"/>
              </a:rPr>
              <a:t>APIs facilitate safe and seamless interaction between banks and third-party providers in open banking systems.</a:t>
            </a:r>
          </a:p>
          <a:p>
            <a:pPr defTabSz="685800">
              <a:spcBef>
                <a:spcPts val="1875"/>
              </a:spcBef>
              <a:spcAft>
                <a:spcPts val="450"/>
              </a:spcAft>
            </a:pPr>
            <a:r>
              <a:rPr lang="en-US" sz="1050" b="1">
                <a:solidFill>
                  <a:prstClr val="black"/>
                </a:solidFill>
                <a:latin typeface="Aptos" panose="02110004020202020204"/>
              </a:rPr>
              <a:t>Payment Initiation APIs</a:t>
            </a:r>
          </a:p>
          <a:p>
            <a:pPr marL="0" lvl="1" defTabSz="685800">
              <a:spcAft>
                <a:spcPts val="450"/>
              </a:spcAft>
            </a:pPr>
            <a:r>
              <a:rPr lang="en-US" sz="1050">
                <a:solidFill>
                  <a:prstClr val="black"/>
                </a:solidFill>
                <a:latin typeface="Aptos" panose="02110004020202020204"/>
              </a:rPr>
              <a:t>These APIs allow third parties to initiate payments directly from users' bank accounts securely and efficiently.</a:t>
            </a:r>
          </a:p>
          <a:p>
            <a:pPr defTabSz="685800">
              <a:spcBef>
                <a:spcPts val="1875"/>
              </a:spcBef>
              <a:spcAft>
                <a:spcPts val="450"/>
              </a:spcAft>
            </a:pPr>
            <a:r>
              <a:rPr lang="en-US" sz="1050" b="1">
                <a:solidFill>
                  <a:prstClr val="black"/>
                </a:solidFill>
                <a:latin typeface="Aptos" panose="02110004020202020204"/>
              </a:rPr>
              <a:t>Account Information APIs</a:t>
            </a:r>
          </a:p>
          <a:p>
            <a:pPr marL="0" lvl="1" defTabSz="685800">
              <a:spcAft>
                <a:spcPts val="450"/>
              </a:spcAft>
            </a:pPr>
            <a:r>
              <a:rPr lang="en-US" sz="1050">
                <a:solidFill>
                  <a:prstClr val="black"/>
                </a:solidFill>
                <a:latin typeface="Aptos" panose="02110004020202020204"/>
              </a:rPr>
              <a:t>Account information APIs provide authorized providers access to users' banking data for services like budgeting and analytics.</a:t>
            </a:r>
          </a:p>
          <a:p>
            <a:pPr defTabSz="685800">
              <a:spcBef>
                <a:spcPts val="1875"/>
              </a:spcBef>
              <a:spcAft>
                <a:spcPts val="450"/>
              </a:spcAft>
            </a:pPr>
            <a:r>
              <a:rPr lang="en-US" sz="1050" b="1">
                <a:solidFill>
                  <a:prstClr val="black"/>
                </a:solidFill>
                <a:latin typeface="Aptos" panose="02110004020202020204"/>
              </a:rPr>
              <a:t>Identity Verification APIs</a:t>
            </a:r>
          </a:p>
          <a:p>
            <a:pPr marL="0" lvl="1" defTabSz="685800">
              <a:spcAft>
                <a:spcPts val="450"/>
              </a:spcAft>
            </a:pPr>
            <a:r>
              <a:rPr lang="en-US" sz="1050">
                <a:solidFill>
                  <a:prstClr val="black"/>
                </a:solidFill>
                <a:latin typeface="Aptos" panose="02110004020202020204"/>
              </a:rPr>
              <a:t>Identity verification APIs ensure user authentication, enhancing security during banking transactions.</a:t>
            </a:r>
          </a:p>
        </p:txBody>
      </p:sp>
    </p:spTree>
    <p:extLst>
      <p:ext uri="{BB962C8B-B14F-4D97-AF65-F5344CB8AC3E}">
        <p14:creationId xmlns:p14="http://schemas.microsoft.com/office/powerpoint/2010/main" val="2876217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3" name="TextBox 2">
            <a:extLst>
              <a:ext uri="{FF2B5EF4-FFF2-40B4-BE49-F238E27FC236}">
                <a16:creationId xmlns:a16="http://schemas.microsoft.com/office/drawing/2014/main" id="{7E245655-40EC-4E0E-A01F-541C0F50125F}"/>
              </a:ext>
            </a:extLst>
          </p:cNvPr>
          <p:cNvSpPr txBox="1"/>
          <p:nvPr/>
        </p:nvSpPr>
        <p:spPr>
          <a:xfrm>
            <a:off x="4176401" y="1309878"/>
            <a:ext cx="4437127" cy="1145286"/>
          </a:xfrm>
          <a:prstGeom prst="rect">
            <a:avLst/>
          </a:prstGeom>
        </p:spPr>
        <p:txBody>
          <a:bodyPr vert="horz" lIns="68580" tIns="34290" rIns="68580" bIns="34290" rtlCol="0" anchor="b">
            <a:normAutofit/>
          </a:bodyPr>
          <a:lstStyle/>
          <a:p>
            <a:pPr defTabSz="685800">
              <a:lnSpc>
                <a:spcPct val="90000"/>
              </a:lnSpc>
              <a:spcBef>
                <a:spcPct val="0"/>
              </a:spcBef>
              <a:spcAft>
                <a:spcPts val="450"/>
              </a:spcAft>
            </a:pPr>
            <a:r>
              <a:rPr lang="en-US" sz="2325" b="1">
                <a:solidFill>
                  <a:prstClr val="black"/>
                </a:solidFill>
                <a:latin typeface="Aptos Display" panose="02110004020202020204"/>
              </a:rPr>
              <a:t>Open Banking Examples: United Kingdom (PSD2), Australia (CDR), India (Account Aggregator)</a:t>
            </a:r>
          </a:p>
        </p:txBody>
      </p:sp>
      <p:pic>
        <p:nvPicPr>
          <p:cNvPr id="2" name="Picture 1" descr="Fintech electronic banking internet network finance technology">
            <a:extLst>
              <a:ext uri="{FF2B5EF4-FFF2-40B4-BE49-F238E27FC236}">
                <a16:creationId xmlns:a16="http://schemas.microsoft.com/office/drawing/2014/main" id="{66B80796-275C-4117-BD1D-3C0462AEAFC6}"/>
              </a:ext>
            </a:extLst>
          </p:cNvPr>
          <p:cNvPicPr>
            <a:picLocks noChangeAspect="1"/>
          </p:cNvPicPr>
          <p:nvPr/>
        </p:nvPicPr>
        <p:blipFill>
          <a:blip r:embed="rId3"/>
          <a:srcRect l="28709" r="17591"/>
          <a:stretch>
            <a:fillRect/>
          </a:stretch>
        </p:blipFill>
        <p:spPr>
          <a:xfrm>
            <a:off x="15" y="857257"/>
            <a:ext cx="3682731" cy="5143493"/>
          </a:xfrm>
          <a:prstGeom prst="rect">
            <a:avLst/>
          </a:prstGeom>
        </p:spPr>
      </p:pic>
      <p:sp>
        <p:nvSpPr>
          <p:cNvPr id="4" name="TextBox 3">
            <a:extLst>
              <a:ext uri="{FF2B5EF4-FFF2-40B4-BE49-F238E27FC236}">
                <a16:creationId xmlns:a16="http://schemas.microsoft.com/office/drawing/2014/main" id="{58CC24A4-A9EC-445B-B990-9CB50309952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a:prstGeom prst="rect">
            <a:avLst/>
          </a:prstGeom>
        </p:spPr>
        <p:txBody>
          <a:bodyPr>
            <a:normAutofit/>
          </a:bodyPr>
          <a:lstStyle/>
          <a:p>
            <a:pPr defTabSz="685800">
              <a:spcBef>
                <a:spcPts val="1875"/>
              </a:spcBef>
              <a:spcAft>
                <a:spcPts val="450"/>
              </a:spcAft>
            </a:pPr>
            <a:r>
              <a:rPr lang="en-US" sz="1050" b="1">
                <a:solidFill>
                  <a:prstClr val="black"/>
                </a:solidFill>
                <a:latin typeface="Aptos" panose="02110004020202020204"/>
              </a:rPr>
              <a:t>UK PSD2 API Standards</a:t>
            </a:r>
          </a:p>
          <a:p>
            <a:pPr marL="0" lvl="1" defTabSz="685800">
              <a:spcAft>
                <a:spcPts val="450"/>
              </a:spcAft>
            </a:pPr>
            <a:r>
              <a:rPr lang="en-US" sz="1050">
                <a:solidFill>
                  <a:prstClr val="black"/>
                </a:solidFill>
                <a:latin typeface="Aptos" panose="02110004020202020204"/>
              </a:rPr>
              <a:t>The UK's PSD2 enforces API standards to enhance banking transparency and interoperability.</a:t>
            </a:r>
          </a:p>
          <a:p>
            <a:pPr defTabSz="685800">
              <a:spcBef>
                <a:spcPts val="1875"/>
              </a:spcBef>
              <a:spcAft>
                <a:spcPts val="450"/>
              </a:spcAft>
            </a:pPr>
            <a:r>
              <a:rPr lang="en-US" sz="1050" b="1">
                <a:solidFill>
                  <a:prstClr val="black"/>
                </a:solidFill>
                <a:latin typeface="Aptos" panose="02110004020202020204"/>
              </a:rPr>
              <a:t>Australia Consumer Data Right</a:t>
            </a:r>
          </a:p>
          <a:p>
            <a:pPr marL="0" lvl="1" defTabSz="685800">
              <a:spcAft>
                <a:spcPts val="450"/>
              </a:spcAft>
            </a:pPr>
            <a:r>
              <a:rPr lang="en-US" sz="1050">
                <a:solidFill>
                  <a:prstClr val="black"/>
                </a:solidFill>
                <a:latin typeface="Aptos" panose="02110004020202020204"/>
              </a:rPr>
              <a:t>Australia’s CDR empowers consumers to control and share their personal data securely.</a:t>
            </a:r>
          </a:p>
          <a:p>
            <a:pPr defTabSz="685800">
              <a:spcBef>
                <a:spcPts val="1875"/>
              </a:spcBef>
              <a:spcAft>
                <a:spcPts val="450"/>
              </a:spcAft>
            </a:pPr>
            <a:r>
              <a:rPr lang="en-US" sz="1050" b="1">
                <a:solidFill>
                  <a:prstClr val="black"/>
                </a:solidFill>
                <a:latin typeface="Aptos" panose="02110004020202020204"/>
              </a:rPr>
              <a:t>India Account Aggregator System</a:t>
            </a:r>
          </a:p>
          <a:p>
            <a:pPr marL="0" lvl="1" defTabSz="685800">
              <a:spcAft>
                <a:spcPts val="450"/>
              </a:spcAft>
            </a:pPr>
            <a:r>
              <a:rPr lang="en-US" sz="1050">
                <a:solidFill>
                  <a:prstClr val="black"/>
                </a:solidFill>
                <a:latin typeface="Aptos" panose="02110004020202020204"/>
              </a:rPr>
              <a:t>India’s Account Aggregator framework enables safe, streamlined data sharing across financial sectors.</a:t>
            </a:r>
          </a:p>
        </p:txBody>
      </p:sp>
    </p:spTree>
    <p:extLst>
      <p:ext uri="{BB962C8B-B14F-4D97-AF65-F5344CB8AC3E}">
        <p14:creationId xmlns:p14="http://schemas.microsoft.com/office/powerpoint/2010/main" val="3760989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3" name="TextBox 2">
            <a:extLst>
              <a:ext uri="{FF2B5EF4-FFF2-40B4-BE49-F238E27FC236}">
                <a16:creationId xmlns:a16="http://schemas.microsoft.com/office/drawing/2014/main" id="{900E1FAC-AD2C-4BE8-8290-643E74A94F60}"/>
              </a:ext>
            </a:extLst>
          </p:cNvPr>
          <p:cNvSpPr txBox="1"/>
          <p:nvPr/>
        </p:nvSpPr>
        <p:spPr>
          <a:xfrm>
            <a:off x="459487" y="3866356"/>
            <a:ext cx="3586202" cy="1749599"/>
          </a:xfrm>
          <a:prstGeom prst="rect">
            <a:avLst/>
          </a:prstGeom>
        </p:spPr>
        <p:txBody>
          <a:bodyPr vert="horz" lIns="68580" tIns="34290" rIns="68580" bIns="34290" rtlCol="0" anchor="t">
            <a:normAutofit/>
          </a:bodyPr>
          <a:lstStyle/>
          <a:p>
            <a:pPr defTabSz="685800">
              <a:lnSpc>
                <a:spcPct val="90000"/>
              </a:lnSpc>
              <a:spcBef>
                <a:spcPct val="0"/>
              </a:spcBef>
              <a:spcAft>
                <a:spcPts val="450"/>
              </a:spcAft>
            </a:pPr>
            <a:r>
              <a:rPr lang="en-US" sz="2700" b="1">
                <a:solidFill>
                  <a:prstClr val="black"/>
                </a:solidFill>
                <a:latin typeface="Aptos Display" panose="02110004020202020204"/>
              </a:rPr>
              <a:t>Compliance Requirements and Standards</a:t>
            </a:r>
          </a:p>
        </p:txBody>
      </p:sp>
      <p:pic>
        <p:nvPicPr>
          <p:cNvPr id="2" name="Picture 1" descr="Internet Cyber Security digital concept">
            <a:extLst>
              <a:ext uri="{FF2B5EF4-FFF2-40B4-BE49-F238E27FC236}">
                <a16:creationId xmlns:a16="http://schemas.microsoft.com/office/drawing/2014/main" id="{2C2074DD-93F2-47C4-B761-F61ACCF0001C}"/>
              </a:ext>
            </a:extLst>
          </p:cNvPr>
          <p:cNvPicPr>
            <a:picLocks noChangeAspect="1"/>
          </p:cNvPicPr>
          <p:nvPr/>
        </p:nvPicPr>
        <p:blipFill>
          <a:blip r:embed="rId3"/>
          <a:srcRect l="14625"/>
          <a:stretch>
            <a:fillRect/>
          </a:stretch>
        </p:blipFill>
        <p:spPr>
          <a:xfrm>
            <a:off x="535212" y="1368238"/>
            <a:ext cx="3510478" cy="2312894"/>
          </a:xfrm>
          <a:prstGeom prst="rect">
            <a:avLst/>
          </a:prstGeom>
        </p:spPr>
      </p:pic>
      <p:sp>
        <p:nvSpPr>
          <p:cNvPr id="4" name="TextBox 3">
            <a:extLst>
              <a:ext uri="{FF2B5EF4-FFF2-40B4-BE49-F238E27FC236}">
                <a16:creationId xmlns:a16="http://schemas.microsoft.com/office/drawing/2014/main" id="{F54C0CD7-1EDD-4367-9BA0-864212E8108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a:prstGeom prst="rect">
            <a:avLst/>
          </a:prstGeom>
        </p:spPr>
        <p:txBody>
          <a:bodyPr>
            <a:normAutofit/>
          </a:bodyPr>
          <a:lstStyle/>
          <a:p>
            <a:pPr defTabSz="685800">
              <a:spcBef>
                <a:spcPts val="1875"/>
              </a:spcBef>
              <a:spcAft>
                <a:spcPts val="450"/>
              </a:spcAft>
            </a:pPr>
            <a:r>
              <a:rPr lang="en-US" sz="1050" b="1">
                <a:solidFill>
                  <a:prstClr val="black"/>
                </a:solidFill>
                <a:latin typeface="Aptos" panose="02110004020202020204"/>
              </a:rPr>
              <a:t>Data Security</a:t>
            </a:r>
          </a:p>
          <a:p>
            <a:pPr marL="0" lvl="1" defTabSz="685800">
              <a:spcAft>
                <a:spcPts val="450"/>
              </a:spcAft>
            </a:pPr>
            <a:r>
              <a:rPr lang="en-US" sz="1050">
                <a:solidFill>
                  <a:prstClr val="black"/>
                </a:solidFill>
                <a:latin typeface="Aptos" panose="02110004020202020204"/>
              </a:rPr>
              <a:t>Compliance frameworks require strong data security measures to protect sensitive information from breaches and unauthorized access.</a:t>
            </a:r>
          </a:p>
          <a:p>
            <a:pPr defTabSz="685800">
              <a:spcBef>
                <a:spcPts val="1875"/>
              </a:spcBef>
              <a:spcAft>
                <a:spcPts val="450"/>
              </a:spcAft>
            </a:pPr>
            <a:r>
              <a:rPr lang="en-US" sz="1050" b="1">
                <a:solidFill>
                  <a:prstClr val="black"/>
                </a:solidFill>
                <a:latin typeface="Aptos" panose="02110004020202020204"/>
              </a:rPr>
              <a:t>Customer Consent</a:t>
            </a:r>
          </a:p>
          <a:p>
            <a:pPr marL="0" lvl="1" defTabSz="685800">
              <a:spcAft>
                <a:spcPts val="450"/>
              </a:spcAft>
            </a:pPr>
            <a:r>
              <a:rPr lang="en-US" sz="1050">
                <a:solidFill>
                  <a:prstClr val="black"/>
                </a:solidFill>
                <a:latin typeface="Aptos" panose="02110004020202020204"/>
              </a:rPr>
              <a:t>Obtaining and managing explicit customer consent is essential for regulatory compliance and building customer trust.</a:t>
            </a:r>
          </a:p>
          <a:p>
            <a:pPr defTabSz="685800">
              <a:spcBef>
                <a:spcPts val="1875"/>
              </a:spcBef>
              <a:spcAft>
                <a:spcPts val="450"/>
              </a:spcAft>
            </a:pPr>
            <a:r>
              <a:rPr lang="en-US" sz="1050" b="1">
                <a:solidFill>
                  <a:prstClr val="black"/>
                </a:solidFill>
                <a:latin typeface="Aptos" panose="02110004020202020204"/>
              </a:rPr>
              <a:t>API Standardization</a:t>
            </a:r>
          </a:p>
          <a:p>
            <a:pPr marL="0" lvl="1" defTabSz="685800">
              <a:spcAft>
                <a:spcPts val="450"/>
              </a:spcAft>
            </a:pPr>
            <a:r>
              <a:rPr lang="en-US" sz="1050">
                <a:solidFill>
                  <a:prstClr val="black"/>
                </a:solidFill>
                <a:latin typeface="Aptos" panose="02110004020202020204"/>
              </a:rPr>
              <a:t>Standardizing APIs ensures interoperability, consistency, and compliance across different systems and platforms.</a:t>
            </a:r>
          </a:p>
          <a:p>
            <a:pPr defTabSz="685800">
              <a:spcBef>
                <a:spcPts val="1875"/>
              </a:spcBef>
              <a:spcAft>
                <a:spcPts val="450"/>
              </a:spcAft>
            </a:pPr>
            <a:r>
              <a:rPr lang="en-US" sz="1050" b="1">
                <a:solidFill>
                  <a:prstClr val="black"/>
                </a:solidFill>
                <a:latin typeface="Aptos" panose="02110004020202020204"/>
              </a:rPr>
              <a:t>Reporting Requirements</a:t>
            </a:r>
          </a:p>
          <a:p>
            <a:pPr marL="0" lvl="1" defTabSz="685800">
              <a:spcAft>
                <a:spcPts val="450"/>
              </a:spcAft>
            </a:pPr>
            <a:r>
              <a:rPr lang="en-US" sz="1050">
                <a:solidFill>
                  <a:prstClr val="black"/>
                </a:solidFill>
                <a:latin typeface="Aptos" panose="02110004020202020204"/>
              </a:rPr>
              <a:t>Accurate and timely reporting is necessary to maintain regulatory approval and demonstrate adherence to compliance standards.</a:t>
            </a:r>
          </a:p>
        </p:txBody>
      </p:sp>
    </p:spTree>
    <p:extLst>
      <p:ext uri="{BB962C8B-B14F-4D97-AF65-F5344CB8AC3E}">
        <p14:creationId xmlns:p14="http://schemas.microsoft.com/office/powerpoint/2010/main" val="9293555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B17D4139-41DA-CBA9-054E-7A0133662CDB}"/>
              </a:ext>
            </a:extLst>
          </p:cNvPr>
          <p:cNvSpPr>
            <a:spLocks noGrp="1"/>
          </p:cNvSpPr>
          <p:nvPr>
            <p:ph type="ctrTitle"/>
          </p:nvPr>
        </p:nvSpPr>
        <p:spPr>
          <a:xfrm>
            <a:off x="207818" y="2217991"/>
            <a:ext cx="5829300" cy="3420690"/>
          </a:xfrm>
        </p:spPr>
        <p:txBody>
          <a:bodyPr anchor="b">
            <a:normAutofit/>
          </a:bodyPr>
          <a:lstStyle/>
          <a:p>
            <a:pPr algn="l"/>
            <a:r>
              <a:rPr lang="en-US" sz="5550"/>
              <a:t>Introduction Accounting Models </a:t>
            </a:r>
          </a:p>
        </p:txBody>
      </p:sp>
    </p:spTree>
    <p:extLst>
      <p:ext uri="{BB962C8B-B14F-4D97-AF65-F5344CB8AC3E}">
        <p14:creationId xmlns:p14="http://schemas.microsoft.com/office/powerpoint/2010/main" val="101494016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2FAE0D6-058F-C7A7-6853-FD3C21DC6798}"/>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Importance of accounting standards in banking</a:t>
            </a:r>
          </a:p>
        </p:txBody>
      </p:sp>
      <p:pic>
        <p:nvPicPr>
          <p:cNvPr id="5" name="Content Placeholder 4" descr="Overhead view on financial figures, stock market data and financial report in business investment office">
            <a:extLst>
              <a:ext uri="{FF2B5EF4-FFF2-40B4-BE49-F238E27FC236}">
                <a16:creationId xmlns:a16="http://schemas.microsoft.com/office/drawing/2014/main" id="{B2E27D33-6251-4242-B82A-1ADB2F0A9AC0}"/>
              </a:ext>
            </a:extLst>
          </p:cNvPr>
          <p:cNvPicPr>
            <a:picLocks noGrp="1" noChangeAspect="1"/>
          </p:cNvPicPr>
          <p:nvPr>
            <p:ph sz="half" idx="1"/>
          </p:nvPr>
        </p:nvPicPr>
        <p:blipFill>
          <a:blip r:embed="rId3"/>
          <a:srcRect l="17458" r="28842"/>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902EADA4-1B69-81C3-C704-902BB39DD1E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Uniform Financial Reporting</a:t>
            </a:r>
          </a:p>
          <a:p>
            <a:pPr marL="0" lvl="1" indent="0">
              <a:buNone/>
            </a:pPr>
            <a:r>
              <a:rPr lang="en-US" sz="1050"/>
              <a:t>Accounting standards provide uniform guidelines ensuring consistent financial reporting across banks.</a:t>
            </a:r>
          </a:p>
          <a:p>
            <a:pPr marL="0" indent="0">
              <a:spcBef>
                <a:spcPts val="1875"/>
              </a:spcBef>
              <a:buNone/>
            </a:pPr>
            <a:r>
              <a:rPr lang="en-US" sz="1050" b="1"/>
              <a:t>Transparency in Banking</a:t>
            </a:r>
          </a:p>
          <a:p>
            <a:pPr marL="0" lvl="1" indent="0">
              <a:buNone/>
            </a:pPr>
            <a:r>
              <a:rPr lang="en-US" sz="1050"/>
              <a:t>Standards promote transparency, allowing stakeholders to clearly understand banks’ financial health.</a:t>
            </a:r>
          </a:p>
          <a:p>
            <a:pPr marL="0" indent="0">
              <a:spcBef>
                <a:spcPts val="1875"/>
              </a:spcBef>
              <a:buNone/>
            </a:pPr>
            <a:r>
              <a:rPr lang="en-US" sz="1050" b="1"/>
              <a:t>Regulatory Compliance</a:t>
            </a:r>
          </a:p>
          <a:p>
            <a:pPr marL="0" lvl="1" indent="0">
              <a:buNone/>
            </a:pPr>
            <a:r>
              <a:rPr lang="en-US" sz="1050"/>
              <a:t>Adherence to accounting standards ensures banks meet regulatory requirements and maintain trust.</a:t>
            </a:r>
          </a:p>
        </p:txBody>
      </p:sp>
    </p:spTree>
    <p:extLst>
      <p:ext uri="{BB962C8B-B14F-4D97-AF65-F5344CB8AC3E}">
        <p14:creationId xmlns:p14="http://schemas.microsoft.com/office/powerpoint/2010/main" val="5899722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7DA77A6-5765-30E7-816E-B46458DF5C4C}"/>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Introduction to US GAAP, IFRS, and India GAAP</a:t>
            </a:r>
          </a:p>
        </p:txBody>
      </p:sp>
      <p:pic>
        <p:nvPicPr>
          <p:cNvPr id="5" name="Content Placeholder 4" descr="Tax icon on adhesive note">
            <a:extLst>
              <a:ext uri="{FF2B5EF4-FFF2-40B4-BE49-F238E27FC236}">
                <a16:creationId xmlns:a16="http://schemas.microsoft.com/office/drawing/2014/main" id="{C1EA8E1E-8FA9-4BCC-BD96-D533011189D0}"/>
              </a:ext>
            </a:extLst>
          </p:cNvPr>
          <p:cNvPicPr>
            <a:picLocks noGrp="1" noChangeAspect="1"/>
          </p:cNvPicPr>
          <p:nvPr>
            <p:ph sz="half" idx="1"/>
          </p:nvPr>
        </p:nvPicPr>
        <p:blipFill>
          <a:blip r:embed="rId3"/>
          <a:srcRect l="11846" r="40360"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84EF6A8A-2609-B34B-45B9-A024F55D9D9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Overview of US GAAP</a:t>
            </a:r>
          </a:p>
          <a:p>
            <a:pPr marL="0" lvl="1" indent="0">
              <a:buNone/>
            </a:pPr>
            <a:r>
              <a:rPr lang="en-US" sz="1050"/>
              <a:t>US GAAP is a rules-based accounting framework widely used in the United States with specific recognition and measurement guidelines.</a:t>
            </a:r>
          </a:p>
          <a:p>
            <a:pPr marL="0" indent="0">
              <a:spcBef>
                <a:spcPts val="1875"/>
              </a:spcBef>
              <a:buNone/>
            </a:pPr>
            <a:r>
              <a:rPr lang="en-US" sz="1050" b="1"/>
              <a:t>IFRS Framework</a:t>
            </a:r>
          </a:p>
          <a:p>
            <a:pPr marL="0" lvl="1" indent="0">
              <a:buNone/>
            </a:pPr>
            <a:r>
              <a:rPr lang="en-US" sz="1050"/>
              <a:t>IFRS offers a principles-based approach used internationally, focusing on transparency and comparability in financial reporting.</a:t>
            </a:r>
          </a:p>
          <a:p>
            <a:pPr marL="0" indent="0">
              <a:spcBef>
                <a:spcPts val="1875"/>
              </a:spcBef>
              <a:buNone/>
            </a:pPr>
            <a:r>
              <a:rPr lang="en-US" sz="1050" b="1"/>
              <a:t>India GAAP Characteristics</a:t>
            </a:r>
          </a:p>
          <a:p>
            <a:pPr marL="0" lvl="1" indent="0">
              <a:buNone/>
            </a:pPr>
            <a:r>
              <a:rPr lang="en-US" sz="1050"/>
              <a:t>India GAAP follows local regulations with distinctions in recognition and disclosure requirements tailored for the Indian banking sector.</a:t>
            </a:r>
          </a:p>
        </p:txBody>
      </p:sp>
    </p:spTree>
    <p:extLst>
      <p:ext uri="{BB962C8B-B14F-4D97-AF65-F5344CB8AC3E}">
        <p14:creationId xmlns:p14="http://schemas.microsoft.com/office/powerpoint/2010/main" val="3878090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FF5470F3-375E-D69A-4FF3-1A9C46CDF1E0}"/>
              </a:ext>
            </a:extLst>
          </p:cNvPr>
          <p:cNvSpPr>
            <a:spLocks noGrp="1"/>
          </p:cNvSpPr>
          <p:nvPr>
            <p:ph type="ctrTitle"/>
          </p:nvPr>
        </p:nvSpPr>
        <p:spPr>
          <a:xfrm>
            <a:off x="207818" y="2217991"/>
            <a:ext cx="5829300" cy="3420690"/>
          </a:xfrm>
        </p:spPr>
        <p:txBody>
          <a:bodyPr anchor="b">
            <a:normAutofit/>
          </a:bodyPr>
          <a:lstStyle/>
          <a:p>
            <a:pPr algn="l"/>
            <a:r>
              <a:rPr lang="en-US" sz="5550"/>
              <a:t>Key Features of US GAAP in Core Banking</a:t>
            </a:r>
          </a:p>
        </p:txBody>
      </p:sp>
    </p:spTree>
    <p:extLst>
      <p:ext uri="{BB962C8B-B14F-4D97-AF65-F5344CB8AC3E}">
        <p14:creationId xmlns:p14="http://schemas.microsoft.com/office/powerpoint/2010/main" val="353190302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94D9CE35-4C34-3F90-6730-8FCE66DBCC3B}"/>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Recognition and measurement of financial instruments</a:t>
            </a:r>
          </a:p>
        </p:txBody>
      </p:sp>
      <p:pic>
        <p:nvPicPr>
          <p:cNvPr id="5" name="Content Placeholder 4" descr="Closeup view of a resolved ticket Service Request report showing a pie chart with most of the information in red with a pencil pointing toward the service requests text">
            <a:extLst>
              <a:ext uri="{FF2B5EF4-FFF2-40B4-BE49-F238E27FC236}">
                <a16:creationId xmlns:a16="http://schemas.microsoft.com/office/drawing/2014/main" id="{A168A9DB-C3A4-4835-B2AF-197C81FAD5D2}"/>
              </a:ext>
            </a:extLst>
          </p:cNvPr>
          <p:cNvPicPr>
            <a:picLocks noGrp="1" noChangeAspect="1"/>
          </p:cNvPicPr>
          <p:nvPr>
            <p:ph sz="half" idx="1"/>
          </p:nvPr>
        </p:nvPicPr>
        <p:blipFill>
          <a:blip r:embed="rId3"/>
          <a:srcRect t="924"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B910C684-991A-9AF9-63C7-927A3DD3648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Classification under US GAAP</a:t>
            </a:r>
          </a:p>
          <a:p>
            <a:pPr marL="0" lvl="1" indent="0">
              <a:buNone/>
            </a:pPr>
            <a:r>
              <a:rPr lang="en-US" sz="1050"/>
              <a:t>Financial instruments are classified according to US GAAP rules to determine appropriate measurement and reporting.</a:t>
            </a:r>
          </a:p>
          <a:p>
            <a:pPr marL="0" indent="0">
              <a:spcBef>
                <a:spcPts val="1875"/>
              </a:spcBef>
              <a:buNone/>
            </a:pPr>
            <a:r>
              <a:rPr lang="en-US" sz="1050" b="1"/>
              <a:t>Measurement Criteria</a:t>
            </a:r>
          </a:p>
          <a:p>
            <a:pPr marL="0" lvl="1" indent="0">
              <a:buNone/>
            </a:pPr>
            <a:r>
              <a:rPr lang="en-US" sz="1050"/>
              <a:t>Measurement involves fair value and amortized cost based on the instrument type and accounting guidance.</a:t>
            </a:r>
          </a:p>
          <a:p>
            <a:pPr marL="0" indent="0">
              <a:spcBef>
                <a:spcPts val="1875"/>
              </a:spcBef>
              <a:buNone/>
            </a:pPr>
            <a:r>
              <a:rPr lang="en-US" sz="1050" b="1"/>
              <a:t>Impairment Rules</a:t>
            </a:r>
          </a:p>
          <a:p>
            <a:pPr marL="0" lvl="1" indent="0">
              <a:buNone/>
            </a:pPr>
            <a:r>
              <a:rPr lang="en-US" sz="1050"/>
              <a:t>Strict impairment criteria under US GAAP determine reductions in asset values impacting financial statements.</a:t>
            </a:r>
          </a:p>
          <a:p>
            <a:pPr marL="0" indent="0">
              <a:spcBef>
                <a:spcPts val="1875"/>
              </a:spcBef>
              <a:buNone/>
            </a:pPr>
            <a:r>
              <a:rPr lang="en-US" sz="1050" b="1"/>
              <a:t>Impact on Bank Assets</a:t>
            </a:r>
          </a:p>
          <a:p>
            <a:pPr marL="0" lvl="1" indent="0">
              <a:buNone/>
            </a:pPr>
            <a:r>
              <a:rPr lang="en-US" sz="1050"/>
              <a:t>Classification and measurement rules significantly influence bank asset valuations and financial reporting accuracy.</a:t>
            </a:r>
          </a:p>
        </p:txBody>
      </p:sp>
    </p:spTree>
    <p:extLst>
      <p:ext uri="{BB962C8B-B14F-4D97-AF65-F5344CB8AC3E}">
        <p14:creationId xmlns:p14="http://schemas.microsoft.com/office/powerpoint/2010/main" val="1513299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304E28DB-37CA-87F7-15BF-BDB5E6FAF593}"/>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Revenue recognition and loan accounting</a:t>
            </a:r>
          </a:p>
        </p:txBody>
      </p:sp>
      <p:pic>
        <p:nvPicPr>
          <p:cNvPr id="5" name="Content Placeholder 4" descr="numerals and finance">
            <a:extLst>
              <a:ext uri="{FF2B5EF4-FFF2-40B4-BE49-F238E27FC236}">
                <a16:creationId xmlns:a16="http://schemas.microsoft.com/office/drawing/2014/main" id="{9E2477F7-9B73-4474-98A4-2623533AC156}"/>
              </a:ext>
            </a:extLst>
          </p:cNvPr>
          <p:cNvPicPr>
            <a:picLocks noGrp="1" noChangeAspect="1"/>
          </p:cNvPicPr>
          <p:nvPr>
            <p:ph sz="half" idx="1"/>
          </p:nvPr>
        </p:nvPicPr>
        <p:blipFill>
          <a:blip r:embed="rId3"/>
          <a:srcRect l="11419" r="40788"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3DD93BAB-563E-8143-4B3C-9BA83B069ED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Interest Income Recognition</a:t>
            </a:r>
          </a:p>
          <a:p>
            <a:pPr marL="0" lvl="1" indent="0">
              <a:buNone/>
            </a:pPr>
            <a:r>
              <a:rPr lang="en-US" sz="1050"/>
              <a:t>US GAAP provides clear guidelines for recognizing interest income to reflect true earnings from loans.</a:t>
            </a:r>
          </a:p>
          <a:p>
            <a:pPr marL="0" indent="0">
              <a:spcBef>
                <a:spcPts val="1875"/>
              </a:spcBef>
              <a:buNone/>
            </a:pPr>
            <a:r>
              <a:rPr lang="en-US" sz="1050" b="1"/>
              <a:t>Fee Recognition</a:t>
            </a:r>
          </a:p>
          <a:p>
            <a:pPr marL="0" lvl="1" indent="0">
              <a:buNone/>
            </a:pPr>
            <a:r>
              <a:rPr lang="en-US" sz="1050"/>
              <a:t>Accurate recognition of fees ensures transparent reporting of additional revenue streams in banking.</a:t>
            </a:r>
          </a:p>
          <a:p>
            <a:pPr marL="0" indent="0">
              <a:spcBef>
                <a:spcPts val="1875"/>
              </a:spcBef>
              <a:buNone/>
            </a:pPr>
            <a:r>
              <a:rPr lang="en-US" sz="1050" b="1"/>
              <a:t>Loan Loss Provisions</a:t>
            </a:r>
          </a:p>
          <a:p>
            <a:pPr marL="0" lvl="1" indent="0">
              <a:buNone/>
            </a:pPr>
            <a:r>
              <a:rPr lang="en-US" sz="1050"/>
              <a:t>Provisions for loan losses are recorded to reflect credit risk and potential financial impacts accurately.</a:t>
            </a:r>
          </a:p>
        </p:txBody>
      </p:sp>
    </p:spTree>
    <p:extLst>
      <p:ext uri="{BB962C8B-B14F-4D97-AF65-F5344CB8AC3E}">
        <p14:creationId xmlns:p14="http://schemas.microsoft.com/office/powerpoint/2010/main" val="13680076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AB623E4-4E9F-012F-452C-1346A9263401}"/>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Disclosure requirements specific to banks</a:t>
            </a:r>
          </a:p>
        </p:txBody>
      </p:sp>
      <p:pic>
        <p:nvPicPr>
          <p:cNvPr id="5" name="Content Placeholder 4" descr="financial results">
            <a:extLst>
              <a:ext uri="{FF2B5EF4-FFF2-40B4-BE49-F238E27FC236}">
                <a16:creationId xmlns:a16="http://schemas.microsoft.com/office/drawing/2014/main" id="{FC68B31E-54EB-42A1-9647-7778866CE5A3}"/>
              </a:ext>
            </a:extLst>
          </p:cNvPr>
          <p:cNvPicPr>
            <a:picLocks noGrp="1" noChangeAspect="1"/>
          </p:cNvPicPr>
          <p:nvPr>
            <p:ph sz="half" idx="1"/>
          </p:nvPr>
        </p:nvPicPr>
        <p:blipFill>
          <a:blip r:embed="rId3"/>
          <a:srcRect l="31112" r="21095"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345C74AF-98C6-E347-8383-14F5EF208F1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Credit Risk Disclosure</a:t>
            </a:r>
          </a:p>
          <a:p>
            <a:pPr marL="0" lvl="1" indent="0">
              <a:buNone/>
            </a:pPr>
            <a:r>
              <a:rPr lang="en-US" sz="1050"/>
              <a:t>Banks must provide detailed disclosures on credit risk to inform stakeholders of potential financial exposures.</a:t>
            </a:r>
          </a:p>
          <a:p>
            <a:pPr marL="0" indent="0">
              <a:spcBef>
                <a:spcPts val="1875"/>
              </a:spcBef>
              <a:buNone/>
            </a:pPr>
            <a:r>
              <a:rPr lang="en-US" sz="1050" b="1"/>
              <a:t>Loan Portfolio Information</a:t>
            </a:r>
          </a:p>
          <a:p>
            <a:pPr marL="0" lvl="1" indent="0">
              <a:buNone/>
            </a:pPr>
            <a:r>
              <a:rPr lang="en-US" sz="1050"/>
              <a:t>Disclosure of loan portfolios includes breakdowns of loan types and quality to improve transparency.</a:t>
            </a:r>
          </a:p>
          <a:p>
            <a:pPr marL="0" indent="0">
              <a:spcBef>
                <a:spcPts val="1875"/>
              </a:spcBef>
              <a:buNone/>
            </a:pPr>
            <a:r>
              <a:rPr lang="en-US" sz="1050" b="1"/>
              <a:t>Capital Adequacy Reporting</a:t>
            </a:r>
          </a:p>
          <a:p>
            <a:pPr marL="0" lvl="1" indent="0">
              <a:buNone/>
            </a:pPr>
            <a:r>
              <a:rPr lang="en-US" sz="1050"/>
              <a:t>Banks must disclose capital adequacy measures to demonstrate financial stability and regulatory compliance.</a:t>
            </a:r>
          </a:p>
        </p:txBody>
      </p:sp>
    </p:spTree>
    <p:extLst>
      <p:ext uri="{BB962C8B-B14F-4D97-AF65-F5344CB8AC3E}">
        <p14:creationId xmlns:p14="http://schemas.microsoft.com/office/powerpoint/2010/main" val="376089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ACA4BA0E-0603-2CC8-6B6C-6D3A34A4B3A0}"/>
              </a:ext>
            </a:extLst>
          </p:cNvPr>
          <p:cNvSpPr>
            <a:spLocks noGrp="1"/>
          </p:cNvSpPr>
          <p:nvPr>
            <p:ph type="ctrTitle"/>
          </p:nvPr>
        </p:nvSpPr>
        <p:spPr>
          <a:xfrm>
            <a:off x="207818" y="2217991"/>
            <a:ext cx="5829300" cy="3420690"/>
          </a:xfrm>
        </p:spPr>
        <p:txBody>
          <a:bodyPr anchor="b">
            <a:normAutofit/>
          </a:bodyPr>
          <a:lstStyle/>
          <a:p>
            <a:pPr algn="l"/>
            <a:r>
              <a:rPr lang="en-US" sz="5550"/>
              <a:t>IFRS Standards and Their Impact on Core Banking</a:t>
            </a:r>
          </a:p>
        </p:txBody>
      </p:sp>
    </p:spTree>
    <p:extLst>
      <p:ext uri="{BB962C8B-B14F-4D97-AF65-F5344CB8AC3E}">
        <p14:creationId xmlns:p14="http://schemas.microsoft.com/office/powerpoint/2010/main" val="27901914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95710553-6765-945F-348D-13A01539BFDA}"/>
              </a:ext>
            </a:extLst>
          </p:cNvPr>
          <p:cNvSpPr>
            <a:spLocks noGrp="1"/>
          </p:cNvSpPr>
          <p:nvPr>
            <p:ph type="title"/>
          </p:nvPr>
        </p:nvSpPr>
        <p:spPr>
          <a:xfrm>
            <a:off x="461009" y="1268729"/>
            <a:ext cx="2983230" cy="4289730"/>
          </a:xfrm>
        </p:spPr>
        <p:txBody>
          <a:bodyPr anchor="t">
            <a:normAutofit/>
          </a:bodyPr>
          <a:lstStyle/>
          <a:p>
            <a:r>
              <a:rPr lang="en-US"/>
              <a:t>Principles-based approach under IFRS</a:t>
            </a:r>
          </a:p>
        </p:txBody>
      </p:sp>
      <p:graphicFrame>
        <p:nvGraphicFramePr>
          <p:cNvPr id="4" name="Content Placeholder 4">
            <a:extLst>
              <a:ext uri="{FF2B5EF4-FFF2-40B4-BE49-F238E27FC236}">
                <a16:creationId xmlns:a16="http://schemas.microsoft.com/office/drawing/2014/main" id="{61D3B9D6-847B-4756-8CE4-06AAC54505DA}"/>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642335" cy="4395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614299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8B3F50B-62D5-9B22-3F25-45FA17D37E62}"/>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IFRS 9: Financial Instruments and its implications</a:t>
            </a:r>
          </a:p>
        </p:txBody>
      </p:sp>
      <p:sp>
        <p:nvSpPr>
          <p:cNvPr id="4" name="Content Placeholder 3">
            <a:extLst>
              <a:ext uri="{FF2B5EF4-FFF2-40B4-BE49-F238E27FC236}">
                <a16:creationId xmlns:a16="http://schemas.microsoft.com/office/drawing/2014/main" id="{A8C96136-8CA9-4ED6-6887-B317D352A9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Expected Credit Loss Model</a:t>
            </a:r>
          </a:p>
          <a:p>
            <a:pPr marL="0" lvl="1" indent="0">
              <a:buNone/>
            </a:pPr>
            <a:r>
              <a:rPr lang="en-US" sz="1050"/>
              <a:t>IFRS 9 requires banks to estimate expected credit losses, improving the accuracy of impairment recognition.</a:t>
            </a:r>
          </a:p>
          <a:p>
            <a:pPr marL="0" indent="0">
              <a:spcBef>
                <a:spcPts val="1875"/>
              </a:spcBef>
              <a:buNone/>
            </a:pPr>
            <a:r>
              <a:rPr lang="en-US" sz="1050" b="1"/>
              <a:t>Classification of Financial Assets</a:t>
            </a:r>
          </a:p>
          <a:p>
            <a:pPr marL="0" lvl="1" indent="0">
              <a:buNone/>
            </a:pPr>
            <a:r>
              <a:rPr lang="en-US" sz="1050"/>
              <a:t>New criteria for classifying financial assets affect how banks report and manage their loan portfolios.</a:t>
            </a:r>
          </a:p>
          <a:p>
            <a:pPr marL="0" indent="0">
              <a:spcBef>
                <a:spcPts val="1875"/>
              </a:spcBef>
              <a:buNone/>
            </a:pPr>
            <a:r>
              <a:rPr lang="en-US" sz="1050" b="1"/>
              <a:t>Impact on Financial Reporting</a:t>
            </a:r>
          </a:p>
          <a:p>
            <a:pPr marL="0" lvl="1" indent="0">
              <a:buNone/>
            </a:pPr>
            <a:r>
              <a:rPr lang="en-US" sz="1050"/>
              <a:t>The standard significantly changes bank loan loss provisioning and overall financial disclosures.</a:t>
            </a:r>
          </a:p>
        </p:txBody>
      </p:sp>
      <p:pic>
        <p:nvPicPr>
          <p:cNvPr id="5" name="Content Placeholder 4" descr="Business loan application on a table. There is a keyboard, mobile phone and coffee on the old wooden table">
            <a:extLst>
              <a:ext uri="{FF2B5EF4-FFF2-40B4-BE49-F238E27FC236}">
                <a16:creationId xmlns:a16="http://schemas.microsoft.com/office/drawing/2014/main" id="{60C1BD95-C0E1-43FE-BFA4-090880567960}"/>
              </a:ext>
            </a:extLst>
          </p:cNvPr>
          <p:cNvPicPr>
            <a:picLocks noGrp="1" noChangeAspect="1"/>
          </p:cNvPicPr>
          <p:nvPr>
            <p:ph sz="half" idx="1"/>
          </p:nvPr>
        </p:nvPicPr>
        <p:blipFill>
          <a:blip r:embed="rId3"/>
          <a:srcRect l="42684" r="10323"/>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23998158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F188B0CA-E462-F8A6-9221-FFD959A6C67F}"/>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Comparative disclosures and transparency</a:t>
            </a:r>
          </a:p>
        </p:txBody>
      </p:sp>
      <p:pic>
        <p:nvPicPr>
          <p:cNvPr id="5" name="Content Placeholder 4" descr="Close-up of pen and calculator over newspaper with pie chart.">
            <a:extLst>
              <a:ext uri="{FF2B5EF4-FFF2-40B4-BE49-F238E27FC236}">
                <a16:creationId xmlns:a16="http://schemas.microsoft.com/office/drawing/2014/main" id="{2957CDED-CDA8-49CD-83E7-A8F3F1D603B7}"/>
              </a:ext>
            </a:extLst>
          </p:cNvPr>
          <p:cNvPicPr>
            <a:picLocks noGrp="1" noChangeAspect="1"/>
          </p:cNvPicPr>
          <p:nvPr>
            <p:ph sz="half" idx="1"/>
          </p:nvPr>
        </p:nvPicPr>
        <p:blipFill>
          <a:blip r:embed="rId3"/>
          <a:srcRect l="8129" r="44258"/>
          <a:stretch>
            <a:fillRect/>
          </a:stretch>
        </p:blipFill>
        <p:spPr>
          <a:xfrm>
            <a:off x="233479" y="857257"/>
            <a:ext cx="3682731" cy="5143493"/>
          </a:xfrm>
          <a:prstGeom prst="rect">
            <a:avLst/>
          </a:prstGeom>
        </p:spPr>
      </p:pic>
      <p:sp>
        <p:nvSpPr>
          <p:cNvPr id="4" name="Content Placeholder 3">
            <a:extLst>
              <a:ext uri="{FF2B5EF4-FFF2-40B4-BE49-F238E27FC236}">
                <a16:creationId xmlns:a16="http://schemas.microsoft.com/office/drawing/2014/main" id="{E896661C-9C41-4F2B-AF6A-0649629B22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Enhanced Financial Risk Disclosures</a:t>
            </a:r>
          </a:p>
          <a:p>
            <a:pPr marL="0" lvl="1" indent="0">
              <a:buNone/>
            </a:pPr>
            <a:r>
              <a:rPr lang="en-US" sz="1050"/>
              <a:t>IFRS mandates detailed disclosures on financial risks to improve transparency and comparability across banks.</a:t>
            </a:r>
          </a:p>
          <a:p>
            <a:pPr marL="0" indent="0">
              <a:spcBef>
                <a:spcPts val="1875"/>
              </a:spcBef>
              <a:buNone/>
            </a:pPr>
            <a:r>
              <a:rPr lang="en-US" sz="1050" b="1"/>
              <a:t>Credit Quality Reporting</a:t>
            </a:r>
          </a:p>
          <a:p>
            <a:pPr marL="0" lvl="1" indent="0">
              <a:buNone/>
            </a:pPr>
            <a:r>
              <a:rPr lang="en-US" sz="1050"/>
              <a:t>Detailed credit quality disclosures help investors assess the bank's loan portfolio health and risk levels.</a:t>
            </a:r>
          </a:p>
          <a:p>
            <a:pPr marL="0" indent="0">
              <a:spcBef>
                <a:spcPts val="1875"/>
              </a:spcBef>
              <a:buNone/>
            </a:pPr>
            <a:r>
              <a:rPr lang="en-US" sz="1050" b="1"/>
              <a:t>Management Strategies Transparency</a:t>
            </a:r>
          </a:p>
          <a:p>
            <a:pPr marL="0" lvl="1" indent="0">
              <a:buNone/>
            </a:pPr>
            <a:r>
              <a:rPr lang="en-US" sz="1050"/>
              <a:t>Disclosing management strategies enhances investor confidence in how banks handle risks and opportunities.</a:t>
            </a:r>
          </a:p>
        </p:txBody>
      </p:sp>
    </p:spTree>
    <p:extLst>
      <p:ext uri="{BB962C8B-B14F-4D97-AF65-F5344CB8AC3E}">
        <p14:creationId xmlns:p14="http://schemas.microsoft.com/office/powerpoint/2010/main" val="498720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6DA061AF-95EF-274F-F20D-9E7DE828A500}"/>
              </a:ext>
            </a:extLst>
          </p:cNvPr>
          <p:cNvSpPr>
            <a:spLocks noGrp="1"/>
          </p:cNvSpPr>
          <p:nvPr>
            <p:ph type="ctrTitle"/>
          </p:nvPr>
        </p:nvSpPr>
        <p:spPr>
          <a:xfrm>
            <a:off x="207818" y="2217991"/>
            <a:ext cx="5829300" cy="3420690"/>
          </a:xfrm>
        </p:spPr>
        <p:txBody>
          <a:bodyPr anchor="b">
            <a:normAutofit/>
          </a:bodyPr>
          <a:lstStyle/>
          <a:p>
            <a:pPr algn="l"/>
            <a:r>
              <a:rPr lang="en-US" sz="5550"/>
              <a:t>India GAAP: Unique Features and Regulatory Framework</a:t>
            </a:r>
          </a:p>
        </p:txBody>
      </p:sp>
    </p:spTree>
    <p:extLst>
      <p:ext uri="{BB962C8B-B14F-4D97-AF65-F5344CB8AC3E}">
        <p14:creationId xmlns:p14="http://schemas.microsoft.com/office/powerpoint/2010/main" val="118871594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BC6E0EA-AAD0-7066-07BD-3F734A293C7D}"/>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Key provisions relevant to banking operations</a:t>
            </a:r>
          </a:p>
        </p:txBody>
      </p:sp>
      <p:pic>
        <p:nvPicPr>
          <p:cNvPr id="5" name="Content Placeholder 4" descr="Desk top view business report planning">
            <a:extLst>
              <a:ext uri="{FF2B5EF4-FFF2-40B4-BE49-F238E27FC236}">
                <a16:creationId xmlns:a16="http://schemas.microsoft.com/office/drawing/2014/main" id="{86981CD2-AA9F-48CF-9491-6DDD3357B7A4}"/>
              </a:ext>
            </a:extLst>
          </p:cNvPr>
          <p:cNvPicPr>
            <a:picLocks noGrp="1" noChangeAspect="1"/>
          </p:cNvPicPr>
          <p:nvPr>
            <p:ph sz="half" idx="1"/>
          </p:nvPr>
        </p:nvPicPr>
        <p:blipFill>
          <a:blip r:embed="rId3"/>
          <a:srcRect l="13522" r="32778"/>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58033DA1-9C31-7E51-08B6-8DFE8571E4F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Income Recognition Guidance</a:t>
            </a:r>
          </a:p>
          <a:p>
            <a:pPr marL="0" lvl="1" indent="0">
              <a:buNone/>
            </a:pPr>
            <a:r>
              <a:rPr lang="en-US" sz="1050"/>
              <a:t>India GAAP provides specific rules for recognizing income in banking to ensure accurate financial reporting.</a:t>
            </a:r>
          </a:p>
          <a:p>
            <a:pPr marL="0" indent="0">
              <a:spcBef>
                <a:spcPts val="1875"/>
              </a:spcBef>
              <a:buNone/>
            </a:pPr>
            <a:r>
              <a:rPr lang="en-US" sz="1050" b="1"/>
              <a:t>Provisioning Norms</a:t>
            </a:r>
          </a:p>
          <a:p>
            <a:pPr marL="0" lvl="1" indent="0">
              <a:buNone/>
            </a:pPr>
            <a:r>
              <a:rPr lang="en-US" sz="1050"/>
              <a:t>Provisioning norms under India GAAP determine how banks set aside funds for potential loan losses.</a:t>
            </a:r>
          </a:p>
          <a:p>
            <a:pPr marL="0" indent="0">
              <a:spcBef>
                <a:spcPts val="1875"/>
              </a:spcBef>
              <a:buNone/>
            </a:pPr>
            <a:r>
              <a:rPr lang="en-US" sz="1050" b="1"/>
              <a:t>Asset Classification</a:t>
            </a:r>
          </a:p>
          <a:p>
            <a:pPr marL="0" lvl="1" indent="0">
              <a:buNone/>
            </a:pPr>
            <a:r>
              <a:rPr lang="en-US" sz="1050"/>
              <a:t>India GAAP outlines asset classification standards to categories banking assets for risk and regulatory purposes.</a:t>
            </a:r>
          </a:p>
        </p:txBody>
      </p:sp>
    </p:spTree>
    <p:extLst>
      <p:ext uri="{BB962C8B-B14F-4D97-AF65-F5344CB8AC3E}">
        <p14:creationId xmlns:p14="http://schemas.microsoft.com/office/powerpoint/2010/main" val="345816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7589FE1F-541C-5F60-438F-6D77A372F648}"/>
              </a:ext>
            </a:extLst>
          </p:cNvPr>
          <p:cNvSpPr>
            <a:spLocks noGrp="1"/>
          </p:cNvSpPr>
          <p:nvPr>
            <p:ph type="title"/>
          </p:nvPr>
        </p:nvSpPr>
        <p:spPr>
          <a:xfrm>
            <a:off x="459486" y="1268730"/>
            <a:ext cx="3602418" cy="973835"/>
          </a:xfrm>
        </p:spPr>
        <p:txBody>
          <a:bodyPr vert="horz" lIns="68580" tIns="34290" rIns="68580" bIns="34290" rtlCol="0" anchor="t">
            <a:normAutofit/>
          </a:bodyPr>
          <a:lstStyle/>
          <a:p>
            <a:r>
              <a:rPr lang="en-US" sz="2700" b="1"/>
              <a:t>Transition to Ind AS and its impact on banks</a:t>
            </a:r>
          </a:p>
        </p:txBody>
      </p:sp>
      <p:pic>
        <p:nvPicPr>
          <p:cNvPr id="5" name="Content Placeholder 4" descr="http://teekid.com/istockphoto/banner/banner3.jpg">
            <a:extLst>
              <a:ext uri="{FF2B5EF4-FFF2-40B4-BE49-F238E27FC236}">
                <a16:creationId xmlns:a16="http://schemas.microsoft.com/office/drawing/2014/main" id="{1499E6DC-5CD5-4B10-A280-D622A3D2BFEF}"/>
              </a:ext>
            </a:extLst>
          </p:cNvPr>
          <p:cNvPicPr>
            <a:picLocks noGrp="1" noChangeAspect="1"/>
          </p:cNvPicPr>
          <p:nvPr>
            <p:ph sz="half" idx="1"/>
          </p:nvPr>
        </p:nvPicPr>
        <p:blipFill>
          <a:blip r:embed="rId3"/>
          <a:srcRect t="1861" r="1" b="6395"/>
          <a:stretch>
            <a:fillRect/>
          </a:stretch>
        </p:blipFill>
        <p:spPr>
          <a:xfrm>
            <a:off x="548641" y="2366009"/>
            <a:ext cx="3513264" cy="3223260"/>
          </a:xfrm>
          <a:prstGeom prst="rect">
            <a:avLst/>
          </a:prstGeom>
        </p:spPr>
      </p:pic>
      <p:sp>
        <p:nvSpPr>
          <p:cNvPr id="4" name="Content Placeholder 3">
            <a:extLst>
              <a:ext uri="{FF2B5EF4-FFF2-40B4-BE49-F238E27FC236}">
                <a16:creationId xmlns:a16="http://schemas.microsoft.com/office/drawing/2014/main" id="{2AE4CA60-A821-F524-FD8D-8ADC8D1C912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1390" y="1268728"/>
            <a:ext cx="4160078" cy="4320542"/>
          </a:xfrm>
        </p:spPr>
        <p:txBody>
          <a:bodyPr>
            <a:normAutofit/>
          </a:bodyPr>
          <a:lstStyle/>
          <a:p>
            <a:pPr marL="0" indent="0">
              <a:spcBef>
                <a:spcPts val="1875"/>
              </a:spcBef>
              <a:buNone/>
            </a:pPr>
            <a:r>
              <a:rPr lang="en-US" sz="1050" b="1"/>
              <a:t>Alignment with IFRS</a:t>
            </a:r>
          </a:p>
          <a:p>
            <a:pPr marL="0" lvl="1" indent="0">
              <a:buNone/>
            </a:pPr>
            <a:r>
              <a:rPr lang="en-US" sz="1050"/>
              <a:t>Ind AS adoption aligns Indian accounting standards closely with international IFRS guidelines, promoting consistency.</a:t>
            </a:r>
          </a:p>
          <a:p>
            <a:pPr marL="0" indent="0">
              <a:spcBef>
                <a:spcPts val="1875"/>
              </a:spcBef>
              <a:buNone/>
            </a:pPr>
            <a:r>
              <a:rPr lang="en-US" sz="1050" b="1"/>
              <a:t>New Measurement Bases</a:t>
            </a:r>
          </a:p>
          <a:p>
            <a:pPr marL="0" lvl="1" indent="0">
              <a:buNone/>
            </a:pPr>
            <a:r>
              <a:rPr lang="en-US" sz="1050"/>
              <a:t>Introduction of new measurement bases under Ind AS affects how banks value assets and liabilities in their financial statements.</a:t>
            </a:r>
          </a:p>
          <a:p>
            <a:pPr marL="0" indent="0">
              <a:spcBef>
                <a:spcPts val="1875"/>
              </a:spcBef>
              <a:buNone/>
            </a:pPr>
            <a:r>
              <a:rPr lang="en-US" sz="1050" b="1"/>
              <a:t>Disclosure Requirements</a:t>
            </a:r>
          </a:p>
          <a:p>
            <a:pPr marL="0" lvl="1" indent="0">
              <a:buNone/>
            </a:pPr>
            <a:r>
              <a:rPr lang="en-US" sz="1050"/>
              <a:t>Enhanced disclosure requirements improve transparency in bank financial statements under Ind AS framework.</a:t>
            </a:r>
          </a:p>
          <a:p>
            <a:pPr marL="0" indent="0">
              <a:spcBef>
                <a:spcPts val="1875"/>
              </a:spcBef>
              <a:buNone/>
            </a:pPr>
            <a:r>
              <a:rPr lang="en-US" sz="1050" b="1"/>
              <a:t>Capital Adequacy Effects</a:t>
            </a:r>
          </a:p>
          <a:p>
            <a:pPr marL="0" lvl="1" indent="0">
              <a:buNone/>
            </a:pPr>
            <a:r>
              <a:rPr lang="en-US" sz="1050"/>
              <a:t>Changes in accounting standards impact banks' capital adequacy calculations and regulatory compliance.</a:t>
            </a:r>
          </a:p>
        </p:txBody>
      </p:sp>
    </p:spTree>
    <p:extLst>
      <p:ext uri="{BB962C8B-B14F-4D97-AF65-F5344CB8AC3E}">
        <p14:creationId xmlns:p14="http://schemas.microsoft.com/office/powerpoint/2010/main" val="3940010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98AFC08B-C95F-650A-087D-ABD9D9B0F8D6}"/>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Regulatory oversight and compliance requirements</a:t>
            </a:r>
          </a:p>
        </p:txBody>
      </p:sp>
      <p:pic>
        <p:nvPicPr>
          <p:cNvPr id="5" name="Content Placeholder 4" descr="Notebook, glasses and financial reports">
            <a:extLst>
              <a:ext uri="{FF2B5EF4-FFF2-40B4-BE49-F238E27FC236}">
                <a16:creationId xmlns:a16="http://schemas.microsoft.com/office/drawing/2014/main" id="{0CBCB4A8-0138-477C-B977-35723930D832}"/>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45B77383-4606-278E-D3C6-4D008911CA7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Regulatory Authority</a:t>
            </a:r>
          </a:p>
          <a:p>
            <a:pPr marL="0" lvl="1" indent="0">
              <a:buNone/>
            </a:pPr>
            <a:r>
              <a:rPr lang="en-US" sz="1050"/>
              <a:t>The Reserve Bank of India enforces strict regulatory compliance on Indian banks to ensure financial stability and transparency.</a:t>
            </a:r>
          </a:p>
          <a:p>
            <a:pPr marL="0" indent="0">
              <a:spcBef>
                <a:spcPts val="1875"/>
              </a:spcBef>
              <a:buNone/>
            </a:pPr>
            <a:r>
              <a:rPr lang="en-US" sz="1050" b="1"/>
              <a:t>Accounting Policies</a:t>
            </a:r>
          </a:p>
          <a:p>
            <a:pPr marL="0" lvl="1" indent="0">
              <a:buNone/>
            </a:pPr>
            <a:r>
              <a:rPr lang="en-US" sz="1050"/>
              <a:t>Indian banks must adhere to regulations impacting accounting policies to align with India GAAP and Ind AS standards.</a:t>
            </a:r>
          </a:p>
          <a:p>
            <a:pPr marL="0" indent="0">
              <a:spcBef>
                <a:spcPts val="1875"/>
              </a:spcBef>
              <a:buNone/>
            </a:pPr>
            <a:r>
              <a:rPr lang="en-US" sz="1050" b="1"/>
              <a:t>Provisioning and Disclosures</a:t>
            </a:r>
          </a:p>
          <a:p>
            <a:pPr marL="0" lvl="1" indent="0">
              <a:buNone/>
            </a:pPr>
            <a:r>
              <a:rPr lang="en-US" sz="1050"/>
              <a:t>Compliance requirements include strict rules on provisioning for bad debts and transparent financial disclosures.</a:t>
            </a:r>
          </a:p>
        </p:txBody>
      </p:sp>
    </p:spTree>
    <p:extLst>
      <p:ext uri="{BB962C8B-B14F-4D97-AF65-F5344CB8AC3E}">
        <p14:creationId xmlns:p14="http://schemas.microsoft.com/office/powerpoint/2010/main" val="3189006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5C7315F7-E775-A108-DF40-4A16C443CDCB}"/>
              </a:ext>
            </a:extLst>
          </p:cNvPr>
          <p:cNvSpPr>
            <a:spLocks noGrp="1"/>
          </p:cNvSpPr>
          <p:nvPr>
            <p:ph type="ctrTitle"/>
          </p:nvPr>
        </p:nvSpPr>
        <p:spPr>
          <a:xfrm>
            <a:off x="207818" y="2217991"/>
            <a:ext cx="5829300" cy="3420690"/>
          </a:xfrm>
        </p:spPr>
        <p:txBody>
          <a:bodyPr anchor="b">
            <a:normAutofit/>
          </a:bodyPr>
          <a:lstStyle/>
          <a:p>
            <a:pPr algn="l"/>
            <a:r>
              <a:rPr lang="en-US" sz="5550"/>
              <a:t>Comparative Analysis and Practical Considerations</a:t>
            </a:r>
          </a:p>
        </p:txBody>
      </p:sp>
    </p:spTree>
    <p:extLst>
      <p:ext uri="{BB962C8B-B14F-4D97-AF65-F5344CB8AC3E}">
        <p14:creationId xmlns:p14="http://schemas.microsoft.com/office/powerpoint/2010/main" val="403552903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D7E5874-A322-0917-3815-1E7278A272FD}"/>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Key similarities and differences among the models</a:t>
            </a:r>
          </a:p>
        </p:txBody>
      </p:sp>
      <p:pic>
        <p:nvPicPr>
          <p:cNvPr id="5" name="Content Placeholder 4" descr="Warehouse finances with spreadsheet">
            <a:extLst>
              <a:ext uri="{FF2B5EF4-FFF2-40B4-BE49-F238E27FC236}">
                <a16:creationId xmlns:a16="http://schemas.microsoft.com/office/drawing/2014/main" id="{0035F230-6B6F-4728-AB74-C19FB27A70A3}"/>
              </a:ext>
            </a:extLst>
          </p:cNvPr>
          <p:cNvPicPr>
            <a:picLocks noGrp="1" noChangeAspect="1"/>
          </p:cNvPicPr>
          <p:nvPr>
            <p:ph sz="half" idx="1"/>
          </p:nvPr>
        </p:nvPicPr>
        <p:blipFill>
          <a:blip r:embed="rId3"/>
          <a:srcRect l="4323" r="8404" b="-1"/>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94FC17E5-4A80-1285-A304-E74004DC745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Common Goal</a:t>
            </a:r>
          </a:p>
          <a:p>
            <a:pPr marL="0" lvl="1" indent="0">
              <a:buNone/>
            </a:pPr>
            <a:r>
              <a:rPr lang="en-US" sz="1050"/>
              <a:t>All frameworks aim to ensure transparent and reliable financial reporting across organizations.</a:t>
            </a:r>
          </a:p>
          <a:p>
            <a:pPr marL="0" indent="0">
              <a:spcBef>
                <a:spcPts val="1875"/>
              </a:spcBef>
              <a:buNone/>
            </a:pPr>
            <a:r>
              <a:rPr lang="en-US" sz="1050" b="1"/>
              <a:t>US GAAP Characteristics</a:t>
            </a:r>
          </a:p>
          <a:p>
            <a:pPr marL="0" lvl="1" indent="0">
              <a:buNone/>
            </a:pPr>
            <a:r>
              <a:rPr lang="en-US" sz="1050"/>
              <a:t>US GAAP is primarily a rules-based framework with detailed standards and specific guidelines.</a:t>
            </a:r>
          </a:p>
          <a:p>
            <a:pPr marL="0" indent="0">
              <a:spcBef>
                <a:spcPts val="1875"/>
              </a:spcBef>
              <a:buNone/>
            </a:pPr>
            <a:r>
              <a:rPr lang="en-US" sz="1050" b="1"/>
              <a:t>IFRS Characteristics</a:t>
            </a:r>
          </a:p>
          <a:p>
            <a:pPr marL="0" lvl="1" indent="0">
              <a:buNone/>
            </a:pPr>
            <a:r>
              <a:rPr lang="en-US" sz="1050"/>
              <a:t>IFRS is a principles-based system focusing on broad guidelines and professional judgement.</a:t>
            </a:r>
          </a:p>
          <a:p>
            <a:pPr marL="0" indent="0">
              <a:spcBef>
                <a:spcPts val="1875"/>
              </a:spcBef>
              <a:buNone/>
            </a:pPr>
            <a:r>
              <a:rPr lang="en-US" sz="1050" b="1"/>
              <a:t>India GAAP Features</a:t>
            </a:r>
          </a:p>
          <a:p>
            <a:pPr marL="0" lvl="1" indent="0">
              <a:buNone/>
            </a:pPr>
            <a:r>
              <a:rPr lang="en-US" sz="1050"/>
              <a:t>India GAAP combines local regulations with IFRS convergence, especially through Ind AS standards.</a:t>
            </a:r>
          </a:p>
        </p:txBody>
      </p:sp>
    </p:spTree>
    <p:extLst>
      <p:ext uri="{BB962C8B-B14F-4D97-AF65-F5344CB8AC3E}">
        <p14:creationId xmlns:p14="http://schemas.microsoft.com/office/powerpoint/2010/main" val="12767379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8D7A7C6F-F6BC-5AD6-534E-C7012B66F54F}"/>
              </a:ext>
            </a:extLst>
          </p:cNvPr>
          <p:cNvSpPr>
            <a:spLocks noGrp="1"/>
          </p:cNvSpPr>
          <p:nvPr>
            <p:ph type="title"/>
          </p:nvPr>
        </p:nvSpPr>
        <p:spPr>
          <a:xfrm>
            <a:off x="6202815" y="1898196"/>
            <a:ext cx="2409377" cy="1457080"/>
          </a:xfrm>
        </p:spPr>
        <p:txBody>
          <a:bodyPr vert="horz" lIns="68580" tIns="34290" rIns="68580" bIns="34290" rtlCol="0" anchor="b">
            <a:normAutofit/>
          </a:bodyPr>
          <a:lstStyle/>
          <a:p>
            <a:r>
              <a:rPr lang="en-US" sz="2475" b="1"/>
              <a:t>Challenges in implementation across jurisdictions</a:t>
            </a:r>
          </a:p>
        </p:txBody>
      </p:sp>
      <p:pic>
        <p:nvPicPr>
          <p:cNvPr id="5" name="Content Placeholder 4" descr="e-banking">
            <a:extLst>
              <a:ext uri="{FF2B5EF4-FFF2-40B4-BE49-F238E27FC236}">
                <a16:creationId xmlns:a16="http://schemas.microsoft.com/office/drawing/2014/main" id="{84A5D9D8-DB55-4E19-BC1D-81CA17F3D45D}"/>
              </a:ext>
            </a:extLst>
          </p:cNvPr>
          <p:cNvPicPr>
            <a:picLocks noGrp="1" noChangeAspect="1"/>
          </p:cNvPicPr>
          <p:nvPr>
            <p:ph sz="half" idx="1"/>
          </p:nvPr>
        </p:nvPicPr>
        <p:blipFill>
          <a:blip r:embed="rId3"/>
          <a:srcRect l="16192" r="8634" b="-1"/>
          <a:stretch>
            <a:fillRect/>
          </a:stretch>
        </p:blipFill>
        <p:spPr>
          <a:xfrm>
            <a:off x="15" y="857257"/>
            <a:ext cx="5792545" cy="5143493"/>
          </a:xfrm>
          <a:prstGeom prst="rect">
            <a:avLst/>
          </a:prstGeom>
        </p:spPr>
      </p:pic>
      <p:sp>
        <p:nvSpPr>
          <p:cNvPr id="4" name="Content Placeholder 3">
            <a:extLst>
              <a:ext uri="{FF2B5EF4-FFF2-40B4-BE49-F238E27FC236}">
                <a16:creationId xmlns:a16="http://schemas.microsoft.com/office/drawing/2014/main" id="{854B3E8A-8066-8D10-A06B-27F8759D088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02815" y="3416998"/>
            <a:ext cx="2409377" cy="2075525"/>
          </a:xfrm>
        </p:spPr>
        <p:txBody>
          <a:bodyPr>
            <a:normAutofit lnSpcReduction="10000"/>
          </a:bodyPr>
          <a:lstStyle/>
          <a:p>
            <a:pPr marL="0" indent="0">
              <a:spcBef>
                <a:spcPts val="1875"/>
              </a:spcBef>
              <a:buNone/>
            </a:pPr>
            <a:r>
              <a:rPr lang="en-US" sz="825" b="1"/>
              <a:t>Impairment Model Differences</a:t>
            </a:r>
          </a:p>
          <a:p>
            <a:pPr marL="0" lvl="1" indent="0">
              <a:buNone/>
            </a:pPr>
            <a:r>
              <a:rPr lang="en-US" sz="825"/>
              <a:t>Banks must reconcile diverse impairment models used across jurisdictions, complicating financial reporting consistency.</a:t>
            </a:r>
          </a:p>
          <a:p>
            <a:pPr marL="0" indent="0">
              <a:spcBef>
                <a:spcPts val="1875"/>
              </a:spcBef>
              <a:buNone/>
            </a:pPr>
            <a:r>
              <a:rPr lang="en-US" sz="825" b="1"/>
              <a:t>Disclosure Requirements Variation</a:t>
            </a:r>
          </a:p>
          <a:p>
            <a:pPr marL="0" lvl="1" indent="0">
              <a:buNone/>
            </a:pPr>
            <a:r>
              <a:rPr lang="en-US" sz="825"/>
              <a:t>Varying disclosure standards across countries create challenges for multinational banks in transparent reporting.</a:t>
            </a:r>
          </a:p>
          <a:p>
            <a:pPr marL="0" indent="0">
              <a:spcBef>
                <a:spcPts val="1875"/>
              </a:spcBef>
              <a:buNone/>
            </a:pPr>
            <a:r>
              <a:rPr lang="en-US" sz="825" b="1"/>
              <a:t>Regulatory Compliance Navigation</a:t>
            </a:r>
          </a:p>
          <a:p>
            <a:pPr marL="0" lvl="1" indent="0">
              <a:buNone/>
            </a:pPr>
            <a:r>
              <a:rPr lang="en-US" sz="825"/>
              <a:t>Banks must navigate complex and diverse regulatory environments to ensure compliance globally.</a:t>
            </a:r>
          </a:p>
        </p:txBody>
      </p:sp>
    </p:spTree>
    <p:extLst>
      <p:ext uri="{BB962C8B-B14F-4D97-AF65-F5344CB8AC3E}">
        <p14:creationId xmlns:p14="http://schemas.microsoft.com/office/powerpoint/2010/main" val="3508548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9644-9E07-E575-DA4C-1BCA925BC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18A23-3DB1-22B7-AF4C-5FC942773AAA}"/>
              </a:ext>
            </a:extLst>
          </p:cNvPr>
          <p:cNvSpPr>
            <a:spLocks noGrp="1"/>
          </p:cNvSpPr>
          <p:nvPr>
            <p:ph type="ctrTitle"/>
          </p:nvPr>
        </p:nvSpPr>
        <p:spPr>
          <a:xfrm>
            <a:off x="466344" y="3598547"/>
            <a:ext cx="4354830" cy="2506972"/>
          </a:xfrm>
        </p:spPr>
        <p:txBody>
          <a:bodyPr wrap="square">
            <a:normAutofit/>
          </a:bodyPr>
          <a:lstStyle/>
          <a:p>
            <a:r>
              <a:rPr lang="en-US" sz="4200"/>
              <a:t>Building a New Core Product Processor</a:t>
            </a:r>
          </a:p>
        </p:txBody>
      </p:sp>
      <p:sp>
        <p:nvSpPr>
          <p:cNvPr id="3" name="Subtitle 2">
            <a:extLst>
              <a:ext uri="{FF2B5EF4-FFF2-40B4-BE49-F238E27FC236}">
                <a16:creationId xmlns:a16="http://schemas.microsoft.com/office/drawing/2014/main" id="{F4018B98-D6B5-FB57-F46E-7406B3790590}"/>
              </a:ext>
            </a:extLst>
          </p:cNvPr>
          <p:cNvSpPr>
            <a:spLocks noGrp="1"/>
          </p:cNvSpPr>
          <p:nvPr>
            <p:ph type="subTitle" idx="1"/>
          </p:nvPr>
        </p:nvSpPr>
        <p:spPr>
          <a:xfrm>
            <a:off x="466344" y="2844522"/>
            <a:ext cx="4354830" cy="754025"/>
          </a:xfrm>
        </p:spPr>
        <p:txBody>
          <a:bodyPr>
            <a:normAutofit/>
          </a:bodyPr>
          <a:lstStyle/>
          <a:p>
            <a:endParaRPr lang="en-US" sz="2100"/>
          </a:p>
        </p:txBody>
      </p:sp>
      <p:pic>
        <p:nvPicPr>
          <p:cNvPr id="7" name="Graphic 6" descr="Bank">
            <a:extLst>
              <a:ext uri="{FF2B5EF4-FFF2-40B4-BE49-F238E27FC236}">
                <a16:creationId xmlns:a16="http://schemas.microsoft.com/office/drawing/2014/main" id="{F4A60326-85E7-7271-015B-FD31615201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4648" y="810936"/>
            <a:ext cx="3456432" cy="4608576"/>
          </a:xfrm>
          <a:prstGeom prst="rect">
            <a:avLst/>
          </a:prstGeom>
        </p:spPr>
      </p:pic>
    </p:spTree>
    <p:extLst>
      <p:ext uri="{BB962C8B-B14F-4D97-AF65-F5344CB8AC3E}">
        <p14:creationId xmlns:p14="http://schemas.microsoft.com/office/powerpoint/2010/main" val="213511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nodePh="1">
                                  <p:stCondLst>
                                    <p:cond delay="1500"/>
                                  </p:stCondLst>
                                  <p:endCondLst>
                                    <p:cond evt="begin" delay="0">
                                      <p:tn val="8"/>
                                    </p:cond>
                                  </p:end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FA3F9-D053-E0C0-5F10-7F4B1334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0F5A6-5F73-26A3-FE7E-AFA3C934849C}"/>
              </a:ext>
            </a:extLst>
          </p:cNvPr>
          <p:cNvSpPr>
            <a:spLocks noGrp="1"/>
          </p:cNvSpPr>
          <p:nvPr>
            <p:ph type="title"/>
          </p:nvPr>
        </p:nvSpPr>
        <p:spPr>
          <a:xfrm>
            <a:off x="182400" y="248951"/>
            <a:ext cx="8835527" cy="772045"/>
          </a:xfrm>
        </p:spPr>
        <p:txBody>
          <a:bodyPr anchor="b">
            <a:normAutofit/>
          </a:bodyPr>
          <a:lstStyle/>
          <a:p>
            <a:r>
              <a:rPr lang="en-US" sz="3500"/>
              <a:t>Steps in Building a New Core Product Processor</a:t>
            </a:r>
            <a:endParaRPr lang="en-US" sz="3500">
              <a:solidFill>
                <a:srgbClr val="FFFFFF"/>
              </a:solidFill>
            </a:endParaRPr>
          </a:p>
        </p:txBody>
      </p:sp>
      <p:sp>
        <p:nvSpPr>
          <p:cNvPr id="3" name="Rectangle 2">
            <a:extLst>
              <a:ext uri="{FF2B5EF4-FFF2-40B4-BE49-F238E27FC236}">
                <a16:creationId xmlns:a16="http://schemas.microsoft.com/office/drawing/2014/main" id="{E984B651-BA99-9BD9-EEBA-ED68439F11E9}"/>
              </a:ext>
            </a:extLst>
          </p:cNvPr>
          <p:cNvSpPr/>
          <p:nvPr/>
        </p:nvSpPr>
        <p:spPr>
          <a:xfrm>
            <a:off x="0" y="1404177"/>
            <a:ext cx="8835528" cy="4832092"/>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Solution Definition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Test Strategy Definition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Business Process Flow Design and Definition of each Business Process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solidFill>
                  <a:prstClr val="black"/>
                </a:solidFill>
                <a:latin typeface="Segoe UI" pitchFamily="34" charset="0"/>
                <a:cs typeface="Segoe UI" pitchFamily="34" charset="-120"/>
              </a:rPr>
              <a:t>Interface Level Detailing, Implementation, Certification Incl Regression Test Automation </a:t>
            </a:r>
          </a:p>
          <a:p>
            <a:pPr marR="0" lvl="1" algn="l" defTabSz="457200" rtl="0" eaLnBrk="1" fontAlgn="auto" latinLnBrk="0" hangingPunct="1">
              <a:lnSpc>
                <a:spcPct val="100000"/>
              </a:lnSpc>
              <a:spcBef>
                <a:spcPts val="0"/>
              </a:spcBef>
              <a:spcAft>
                <a:spcPts val="0"/>
              </a:spcAft>
              <a:buClrTx/>
              <a:buSzTx/>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solidFill>
                  <a:prstClr val="black"/>
                </a:solidFill>
                <a:latin typeface="Segoe UI" pitchFamily="34" charset="0"/>
                <a:cs typeface="Segoe UI" pitchFamily="34" charset="-120"/>
              </a:rPr>
              <a:t>Component Level Certification Incl Regression Test Automation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solidFill>
                  <a:prstClr val="black"/>
                </a:solidFill>
                <a:latin typeface="Segoe UI" pitchFamily="34" charset="0"/>
                <a:cs typeface="Segoe UI" pitchFamily="34" charset="-120"/>
              </a:rPr>
              <a:t>Solution Certification Level of each Business Process and overall End to End Solution Incl Regression Test Automation </a:t>
            </a:r>
            <a:endPar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40999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AE7D-42CE-AF51-FA87-2599E5F97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2AFD3-D9B6-CB79-009E-AB0E03662D8B}"/>
              </a:ext>
            </a:extLst>
          </p:cNvPr>
          <p:cNvSpPr>
            <a:spLocks noGrp="1"/>
          </p:cNvSpPr>
          <p:nvPr>
            <p:ph type="title"/>
          </p:nvPr>
        </p:nvSpPr>
        <p:spPr>
          <a:xfrm>
            <a:off x="182400" y="248951"/>
            <a:ext cx="8835527" cy="772045"/>
          </a:xfrm>
        </p:spPr>
        <p:txBody>
          <a:bodyPr anchor="b">
            <a:normAutofit fontScale="90000"/>
          </a:bodyPr>
          <a:lstStyle/>
          <a:p>
            <a:r>
              <a:rPr lang="en-US" sz="3500"/>
              <a:t>Steps in Building a New Core Product Processor – First Time Activities</a:t>
            </a:r>
            <a:endParaRPr lang="en-US" sz="3500">
              <a:solidFill>
                <a:srgbClr val="FFFFFF"/>
              </a:solidFill>
            </a:endParaRPr>
          </a:p>
        </p:txBody>
      </p:sp>
      <p:sp>
        <p:nvSpPr>
          <p:cNvPr id="3" name="Rectangle 2">
            <a:extLst>
              <a:ext uri="{FF2B5EF4-FFF2-40B4-BE49-F238E27FC236}">
                <a16:creationId xmlns:a16="http://schemas.microsoft.com/office/drawing/2014/main" id="{205EA943-85DD-BEB4-A67F-1AB4D4D66361}"/>
              </a:ext>
            </a:extLst>
          </p:cNvPr>
          <p:cNvSpPr/>
          <p:nvPr/>
        </p:nvSpPr>
        <p:spPr>
          <a:xfrm>
            <a:off x="126073" y="783691"/>
            <a:ext cx="8835528" cy="5355312"/>
          </a:xfrm>
          <a:prstGeom prst="rect">
            <a:avLst/>
          </a:prstGeom>
        </p:spPr>
        <p:txBody>
          <a:bodyPr wrap="square">
            <a:spAutoFit/>
          </a:bodyPr>
          <a:lstStyle/>
          <a:p>
            <a:pPr marR="0" lvl="1" algn="l" defTabSz="457200" rtl="0" eaLnBrk="1" fontAlgn="auto" latinLnBrk="0" hangingPunct="1">
              <a:lnSpc>
                <a:spcPct val="100000"/>
              </a:lnSpc>
              <a:spcBef>
                <a:spcPts val="0"/>
              </a:spcBef>
              <a:spcAft>
                <a:spcPts val="0"/>
              </a:spcAft>
              <a:buClrTx/>
              <a:buSzTx/>
              <a:tabLst/>
              <a:defRPr/>
            </a:pPr>
            <a:endParaRPr lang="en-US">
              <a:solidFill>
                <a:prstClr val="black"/>
              </a:solidFill>
              <a:latin typeface="Segoe UI" pitchFamily="34" charset="0"/>
              <a:cs typeface="Segoe UI" pitchFamily="34" charset="-120"/>
            </a:endParaRPr>
          </a:p>
          <a:p>
            <a:pPr marL="285750"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Standards and Frameworks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solidFill>
                  <a:prstClr val="black"/>
                </a:solidFill>
                <a:latin typeface="Segoe UI" pitchFamily="34" charset="0"/>
                <a:cs typeface="Segoe UI" pitchFamily="34" charset="-120"/>
              </a:rPr>
              <a:t>Standards Definition (e.g.: Artifact Naming, UI/UX Styling, Headers ..)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Base Frameworks (e.g. Caching</a:t>
            </a:r>
            <a:r>
              <a:rPr lang="en-US">
                <a:solidFill>
                  <a:prstClr val="black"/>
                </a:solidFill>
                <a:latin typeface="Segoe UI" pitchFamily="34" charset="0"/>
                <a:cs typeface="Segoe UI" pitchFamily="34" charset="-120"/>
              </a:rPr>
              <a:t>, Logging,  ..)</a:t>
            </a:r>
          </a:p>
          <a:p>
            <a:pPr marL="1200150" lvl="2"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Consumption of Cloud Native Services </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CI-CD Pip</a:t>
            </a:r>
            <a:r>
              <a:rPr lang="en-US">
                <a:solidFill>
                  <a:prstClr val="black"/>
                </a:solidFill>
                <a:latin typeface="Segoe UI" pitchFamily="34" charset="0"/>
                <a:cs typeface="Segoe UI" pitchFamily="34" charset="-120"/>
              </a:rPr>
              <a:t>e line standards using Jenkins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Code Scanning  - Identify Open source or Azure Cloud Provisioned and include in the Pipe Line </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Rule sets e.g. Sonar</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Opensource Scans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Security Scans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Container Scans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Test Automation Framework and Inclusion of Automation Testing in Pipeline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Check Lists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Code Review Checklist</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Unit Test Checklist</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Function Test / Component Test / Solution Test Checklist</a:t>
            </a: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9620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4D050-6544-BDD4-C9BD-9A537C7420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6719C-A139-49DA-8991-CA81332AFC93}"/>
              </a:ext>
            </a:extLst>
          </p:cNvPr>
          <p:cNvSpPr>
            <a:spLocks noGrp="1"/>
          </p:cNvSpPr>
          <p:nvPr>
            <p:ph type="title"/>
          </p:nvPr>
        </p:nvSpPr>
        <p:spPr>
          <a:xfrm>
            <a:off x="154236" y="373716"/>
            <a:ext cx="8835527" cy="772045"/>
          </a:xfrm>
        </p:spPr>
        <p:txBody>
          <a:bodyPr anchor="b">
            <a:normAutofit fontScale="90000"/>
          </a:bodyPr>
          <a:lstStyle/>
          <a:p>
            <a:r>
              <a:rPr lang="en-US" sz="3500"/>
              <a:t>Steps in Building a New Core Product Processor – First Time Activities </a:t>
            </a:r>
            <a:endParaRPr lang="en-US" sz="3500">
              <a:solidFill>
                <a:srgbClr val="FFFFFF"/>
              </a:solidFill>
            </a:endParaRPr>
          </a:p>
        </p:txBody>
      </p:sp>
      <p:sp>
        <p:nvSpPr>
          <p:cNvPr id="3" name="Rectangle 2">
            <a:extLst>
              <a:ext uri="{FF2B5EF4-FFF2-40B4-BE49-F238E27FC236}">
                <a16:creationId xmlns:a16="http://schemas.microsoft.com/office/drawing/2014/main" id="{A5511B7A-4611-A189-BB06-D9F6F92CA184}"/>
              </a:ext>
            </a:extLst>
          </p:cNvPr>
          <p:cNvSpPr/>
          <p:nvPr/>
        </p:nvSpPr>
        <p:spPr>
          <a:xfrm>
            <a:off x="126073" y="783691"/>
            <a:ext cx="8835528" cy="6186309"/>
          </a:xfrm>
          <a:prstGeom prst="rect">
            <a:avLst/>
          </a:prstGeom>
        </p:spPr>
        <p:txBody>
          <a:bodyPr wrap="square">
            <a:spAutoFit/>
          </a:bodyPr>
          <a:lstStyle/>
          <a:p>
            <a:pPr marR="0" lvl="1" algn="l" defTabSz="457200" rtl="0" eaLnBrk="1" fontAlgn="auto" latinLnBrk="0" hangingPunct="1">
              <a:lnSpc>
                <a:spcPct val="100000"/>
              </a:lnSpc>
              <a:spcBef>
                <a:spcPts val="0"/>
              </a:spcBef>
              <a:spcAft>
                <a:spcPts val="0"/>
              </a:spcAft>
              <a:buClrTx/>
              <a:buSzTx/>
              <a:tabLst/>
              <a:defRPr/>
            </a:pPr>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285750" indent="-285750">
              <a:buFont typeface="Arial" panose="020B0604020202020204" pitchFamily="34" charset="0"/>
              <a:buChar char="•"/>
            </a:pPr>
            <a:r>
              <a:rPr lang="en-US">
                <a:solidFill>
                  <a:prstClr val="black"/>
                </a:solidFill>
                <a:latin typeface="Segoe UI" pitchFamily="34" charset="0"/>
                <a:cs typeface="Segoe UI" pitchFamily="34" charset="-120"/>
              </a:rPr>
              <a:t>Development and Test Repositories, Environments Provisioning, Deployment and Monitoring </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Developer Level</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Group Level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Component Level</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Solution Level</a:t>
            </a:r>
          </a:p>
          <a:p>
            <a:pPr marL="742950" lvl="1" indent="-285750">
              <a:buFont typeface="Arial" panose="020B0604020202020204" pitchFamily="34" charset="0"/>
              <a:buChar char="•"/>
            </a:pPr>
            <a:endParaRPr lang="en-US" sz="1800">
              <a:solidFill>
                <a:prstClr val="black"/>
              </a:solidFill>
              <a:latin typeface="Segoe UI" pitchFamily="34" charset="0"/>
              <a:cs typeface="Segoe UI" pitchFamily="34" charset="-120"/>
            </a:endParaRPr>
          </a:p>
          <a:p>
            <a:pPr marL="285750"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Planning and Tracking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Deliverables</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Activities/Tasks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Dependencies</a:t>
            </a:r>
          </a:p>
          <a:p>
            <a:pPr marL="742950" lvl="1" indent="-285750">
              <a:buFont typeface="Arial" panose="020B0604020202020204" pitchFamily="34" charset="0"/>
              <a:buChar char="•"/>
            </a:pPr>
            <a:r>
              <a:rPr kumimoji="0" lang="en-US"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Estimates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Allocation</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Key Milestones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Sprint Cycles – 2 Weeks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Planning, Retrospectives, Continuous Improvements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Daily Status Standups – Group Level, Team Level</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Design Sessions / Brainstorming Sessions </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Reporting (Group Level, Team Level) – Daily, Weekly, Sprint Cycles </a:t>
            </a:r>
            <a:endParaRPr kumimoji="0" lang="en-GB" b="0" i="0" u="none" strike="noStrike" kern="1200" cap="none" spc="0" normalizeH="0" baseline="0" noProof="0">
              <a:ln>
                <a:noFill/>
              </a:ln>
              <a:solidFill>
                <a:prstClr val="black"/>
              </a:solidFill>
              <a:effectLst/>
              <a:uLnTx/>
              <a:uFillTx/>
              <a:latin typeface="Calibri"/>
              <a:ea typeface="+mn-ea"/>
              <a:cs typeface="+mn-cs"/>
            </a:endParaRPr>
          </a:p>
          <a:p>
            <a:pPr marR="0" lvl="1" algn="l" defTabSz="457200" rtl="0" eaLnBrk="1" fontAlgn="auto" latinLnBrk="0" hangingPunct="1">
              <a:lnSpc>
                <a:spcPct val="100000"/>
              </a:lnSpc>
              <a:spcBef>
                <a:spcPts val="0"/>
              </a:spcBef>
              <a:spcAft>
                <a:spcPts val="0"/>
              </a:spcAft>
              <a:buClrTx/>
              <a:buSzTx/>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8864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58724-96DF-927F-AAF4-F2E0AD5CD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AD546-BECE-2389-1EE8-F888DAF1D3B3}"/>
              </a:ext>
            </a:extLst>
          </p:cNvPr>
          <p:cNvSpPr>
            <a:spLocks noGrp="1"/>
          </p:cNvSpPr>
          <p:nvPr>
            <p:ph type="title"/>
          </p:nvPr>
        </p:nvSpPr>
        <p:spPr>
          <a:xfrm>
            <a:off x="182400" y="248951"/>
            <a:ext cx="8835527" cy="772045"/>
          </a:xfrm>
        </p:spPr>
        <p:txBody>
          <a:bodyPr anchor="b">
            <a:normAutofit/>
          </a:bodyPr>
          <a:lstStyle/>
          <a:p>
            <a:r>
              <a:rPr lang="en-US" sz="3500"/>
              <a:t>Solution Definition - Basics</a:t>
            </a:r>
            <a:endParaRPr lang="en-US" sz="3500">
              <a:solidFill>
                <a:srgbClr val="FFFFFF"/>
              </a:solidFill>
            </a:endParaRPr>
          </a:p>
        </p:txBody>
      </p:sp>
      <p:sp>
        <p:nvSpPr>
          <p:cNvPr id="3" name="Rectangle 2">
            <a:extLst>
              <a:ext uri="{FF2B5EF4-FFF2-40B4-BE49-F238E27FC236}">
                <a16:creationId xmlns:a16="http://schemas.microsoft.com/office/drawing/2014/main" id="{946BD8D1-464E-E40A-3584-FC5105FE92DD}"/>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6D21F0B0-4A5A-7B78-4079-B989318C000B}"/>
              </a:ext>
            </a:extLst>
          </p:cNvPr>
          <p:cNvSpPr/>
          <p:nvPr/>
        </p:nvSpPr>
        <p:spPr>
          <a:xfrm>
            <a:off x="182400" y="1042687"/>
            <a:ext cx="8835528" cy="5632311"/>
          </a:xfrm>
          <a:prstGeom prst="rect">
            <a:avLst/>
          </a:prstGeom>
        </p:spPr>
        <p:txBody>
          <a:bodyPr wrap="square">
            <a:spAutoFit/>
          </a:bodyPr>
          <a:lstStyle/>
          <a:p>
            <a:pPr marR="0" lvl="1" algn="l" defTabSz="457200" rtl="0" eaLnBrk="1" fontAlgn="auto" latinLnBrk="0" hangingPunct="1">
              <a:lnSpc>
                <a:spcPct val="100000"/>
              </a:lnSpc>
              <a:spcBef>
                <a:spcPts val="0"/>
              </a:spcBef>
              <a:spcAft>
                <a:spcPts val="0"/>
              </a:spcAft>
              <a:buClrTx/>
              <a:buSzTx/>
              <a:tabLst/>
              <a:defRPr/>
            </a:pPr>
            <a:endParaRPr lang="en-US">
              <a:solidFill>
                <a:prstClr val="black"/>
              </a:solidFill>
              <a:latin typeface="Segoe UI" pitchFamily="34" charset="0"/>
              <a:cs typeface="Segoe UI" pitchFamily="34" charset="-120"/>
            </a:endParaRPr>
          </a:p>
          <a:p>
            <a:pPr marL="285750" indent="-285750">
              <a:buFont typeface="Arial" panose="020B0604020202020204" pitchFamily="34" charset="0"/>
              <a:buChar char="•"/>
            </a:pPr>
            <a:r>
              <a:rPr lang="en-US">
                <a:solidFill>
                  <a:prstClr val="black"/>
                </a:solidFill>
                <a:latin typeface="Segoe UI" pitchFamily="34" charset="0"/>
                <a:cs typeface="Segoe UI" pitchFamily="34" charset="-120"/>
              </a:rPr>
              <a:t>Overall Solution Design which covers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List of Components Participating in the Solution</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List of Apps with in each Component Participating in the Solution</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Integration Pattern between each Participating Component</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List of Business Processes applicable for the Core Product Processor</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List of Country Regulations to be fulfilled Incl Data Protection / Privacy Rules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Broad Functional Requirements</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Broad Non Functional Requirements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Scalability </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Performance SLA’s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Security</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Observability</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Operational</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Others </a:t>
            </a:r>
          </a:p>
          <a:p>
            <a:pPr marL="1200150" lvl="2"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Broad Consumer Characteristics</a:t>
            </a: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98677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D94E6-B4BB-8C20-B5B3-A07F2F28C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63D5D-AA95-D418-94A1-B66C52FC90A4}"/>
              </a:ext>
            </a:extLst>
          </p:cNvPr>
          <p:cNvSpPr>
            <a:spLocks noGrp="1"/>
          </p:cNvSpPr>
          <p:nvPr>
            <p:ph type="title"/>
          </p:nvPr>
        </p:nvSpPr>
        <p:spPr>
          <a:xfrm>
            <a:off x="182401" y="63945"/>
            <a:ext cx="8835527" cy="772045"/>
          </a:xfrm>
        </p:spPr>
        <p:txBody>
          <a:bodyPr anchor="b">
            <a:normAutofit/>
          </a:bodyPr>
          <a:lstStyle/>
          <a:p>
            <a:r>
              <a:rPr lang="en-US" sz="3500"/>
              <a:t>Test Strategy Definition</a:t>
            </a:r>
            <a:endParaRPr lang="en-US" sz="3500">
              <a:solidFill>
                <a:srgbClr val="FFFFFF"/>
              </a:solidFill>
            </a:endParaRPr>
          </a:p>
        </p:txBody>
      </p:sp>
      <p:sp>
        <p:nvSpPr>
          <p:cNvPr id="3" name="Rectangle 2">
            <a:extLst>
              <a:ext uri="{FF2B5EF4-FFF2-40B4-BE49-F238E27FC236}">
                <a16:creationId xmlns:a16="http://schemas.microsoft.com/office/drawing/2014/main" id="{05720E1E-016B-E02A-66F8-B077F65392B6}"/>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F1852488-11BE-2979-1ECB-2B559D9E1A34}"/>
              </a:ext>
            </a:extLst>
          </p:cNvPr>
          <p:cNvSpPr/>
          <p:nvPr/>
        </p:nvSpPr>
        <p:spPr>
          <a:xfrm>
            <a:off x="182400" y="1042687"/>
            <a:ext cx="8835528" cy="5355312"/>
          </a:xfrm>
          <a:prstGeom prst="rect">
            <a:avLst/>
          </a:prstGeom>
        </p:spPr>
        <p:txBody>
          <a:bodyPr wrap="square">
            <a:spAutoFit/>
          </a:bodyPr>
          <a:lstStyle/>
          <a:p>
            <a:pPr marR="0" lvl="1" algn="l" defTabSz="457200" rtl="0" eaLnBrk="1" fontAlgn="auto" latinLnBrk="0" hangingPunct="1">
              <a:lnSpc>
                <a:spcPct val="100000"/>
              </a:lnSpc>
              <a:spcBef>
                <a:spcPts val="0"/>
              </a:spcBef>
              <a:spcAft>
                <a:spcPts val="0"/>
              </a:spcAft>
              <a:buClrTx/>
              <a:buSzTx/>
              <a:tabLst/>
              <a:defRPr/>
            </a:pPr>
            <a:endParaRPr lang="en-US">
              <a:solidFill>
                <a:prstClr val="black"/>
              </a:solidFill>
              <a:latin typeface="Segoe UI" pitchFamily="34" charset="0"/>
              <a:cs typeface="Segoe UI" pitchFamily="34" charset="-120"/>
            </a:endParaRPr>
          </a:p>
          <a:p>
            <a:pPr marL="285750" indent="-285750">
              <a:buFont typeface="Arial" panose="020B0604020202020204" pitchFamily="34" charset="0"/>
              <a:buChar char="•"/>
            </a:pPr>
            <a:r>
              <a:rPr lang="en-US">
                <a:solidFill>
                  <a:prstClr val="black"/>
                </a:solidFill>
                <a:latin typeface="Segoe UI" pitchFamily="34" charset="0"/>
                <a:cs typeface="Segoe UI" pitchFamily="34" charset="-120"/>
              </a:rPr>
              <a:t>Overall Test Strategy Definition</a:t>
            </a: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Types/Phases of Tests Done</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Unit Testing</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Code Scanning</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Interface Level Testing</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Component Level Testing</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Solution Level Testing  </a:t>
            </a:r>
          </a:p>
          <a:p>
            <a:pPr lvl="2"/>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Entry and Exit Criteria (Definition of Done) for Each Test Type/Phases</a:t>
            </a: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r>
              <a:rPr lang="en-US">
                <a:solidFill>
                  <a:prstClr val="black"/>
                </a:solidFill>
                <a:latin typeface="Segoe UI" pitchFamily="34" charset="0"/>
                <a:cs typeface="Segoe UI" pitchFamily="34" charset="-120"/>
              </a:rPr>
              <a:t>Testing Tools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Test Case Definition Tools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Test Automation Frameworks </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Defect Management Tools</a:t>
            </a:r>
          </a:p>
          <a:p>
            <a:pPr marL="1200150" lvl="2" indent="-285750">
              <a:buFont typeface="Arial" panose="020B0604020202020204" pitchFamily="34" charset="0"/>
              <a:buChar char="•"/>
            </a:pPr>
            <a:r>
              <a:rPr lang="en-US">
                <a:solidFill>
                  <a:prstClr val="black"/>
                </a:solidFill>
                <a:latin typeface="Segoe UI" pitchFamily="34" charset="0"/>
                <a:cs typeface="Segoe UI" pitchFamily="34" charset="-120"/>
              </a:rPr>
              <a:t>..</a:t>
            </a:r>
          </a:p>
          <a:p>
            <a:pPr marL="1200150" lvl="2"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lvl="1" indent="-285750">
              <a:buFont typeface="Arial" panose="020B0604020202020204" pitchFamily="34" charset="0"/>
              <a:buChar cha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1237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5EBF4CE0-7AB4-A3FE-FE73-6D68DDDD99BF}"/>
              </a:ext>
            </a:extLst>
          </p:cNvPr>
          <p:cNvSpPr>
            <a:spLocks noGrp="1"/>
          </p:cNvSpPr>
          <p:nvPr>
            <p:ph type="ctrTitle"/>
          </p:nvPr>
        </p:nvSpPr>
        <p:spPr>
          <a:xfrm>
            <a:off x="207818" y="2217991"/>
            <a:ext cx="5829300" cy="3420690"/>
          </a:xfrm>
        </p:spPr>
        <p:txBody>
          <a:bodyPr anchor="b">
            <a:normAutofit/>
          </a:bodyPr>
          <a:lstStyle/>
          <a:p>
            <a:pPr algn="l"/>
            <a:r>
              <a:rPr lang="en-US" sz="5550"/>
              <a:t>Introduction to Business Process Modelling</a:t>
            </a:r>
          </a:p>
        </p:txBody>
      </p:sp>
    </p:spTree>
    <p:extLst>
      <p:ext uri="{BB962C8B-B14F-4D97-AF65-F5344CB8AC3E}">
        <p14:creationId xmlns:p14="http://schemas.microsoft.com/office/powerpoint/2010/main" val="113738752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2883887-AD0B-1DDC-0107-0AB3C7103A36}"/>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Definition and purpose of business process modelling</a:t>
            </a:r>
          </a:p>
        </p:txBody>
      </p:sp>
      <p:sp>
        <p:nvSpPr>
          <p:cNvPr id="4" name="Content Placeholder 3">
            <a:extLst>
              <a:ext uri="{FF2B5EF4-FFF2-40B4-BE49-F238E27FC236}">
                <a16:creationId xmlns:a16="http://schemas.microsoft.com/office/drawing/2014/main" id="{793413C1-FC2E-DFD9-7B2C-37FDCC587FA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Visual Representation of Workflows</a:t>
            </a:r>
          </a:p>
          <a:p>
            <a:pPr marL="0" lvl="1" indent="0">
              <a:buNone/>
            </a:pPr>
            <a:r>
              <a:rPr lang="en-US" sz="1050"/>
              <a:t>Business process modelling creates clear visual diagrams of organizational workflows and activities for better understanding.</a:t>
            </a:r>
          </a:p>
          <a:p>
            <a:pPr marL="0" indent="0">
              <a:spcBef>
                <a:spcPts val="1875"/>
              </a:spcBef>
              <a:buNone/>
            </a:pPr>
            <a:r>
              <a:rPr lang="en-US" sz="1050" b="1"/>
              <a:t>Improved Communication</a:t>
            </a:r>
          </a:p>
          <a:p>
            <a:pPr marL="0" lvl="1" indent="0">
              <a:buNone/>
            </a:pPr>
            <a:r>
              <a:rPr lang="en-US" sz="1050"/>
              <a:t>Modelling business processes facilitates clearer communication among teams by making workflows easy to understand.</a:t>
            </a:r>
          </a:p>
          <a:p>
            <a:pPr marL="0" indent="0">
              <a:spcBef>
                <a:spcPts val="1875"/>
              </a:spcBef>
              <a:buNone/>
            </a:pPr>
            <a:r>
              <a:rPr lang="en-US" sz="1050" b="1"/>
              <a:t>Facilitates Analysis and Optimization</a:t>
            </a:r>
          </a:p>
          <a:p>
            <a:pPr marL="0" lvl="1" indent="0">
              <a:buNone/>
            </a:pPr>
            <a:r>
              <a:rPr lang="en-US" sz="1050"/>
              <a:t>Process modelling supports thorough analysis and optimization to enhance efficiency and effectiveness in operations.</a:t>
            </a:r>
          </a:p>
        </p:txBody>
      </p:sp>
      <p:pic>
        <p:nvPicPr>
          <p:cNvPr id="5" name="Content Placeholder 4" descr="Group of business people in a meeting at the office looking at strategy and statistics documents">
            <a:extLst>
              <a:ext uri="{FF2B5EF4-FFF2-40B4-BE49-F238E27FC236}">
                <a16:creationId xmlns:a16="http://schemas.microsoft.com/office/drawing/2014/main" id="{C51C0369-D381-4B77-9816-F054E9B89F5C}"/>
              </a:ext>
            </a:extLst>
          </p:cNvPr>
          <p:cNvPicPr>
            <a:picLocks noGrp="1" noChangeAspect="1"/>
          </p:cNvPicPr>
          <p:nvPr>
            <p:ph sz="half" idx="1"/>
          </p:nvPr>
        </p:nvPicPr>
        <p:blipFill>
          <a:blip r:embed="rId3"/>
          <a:srcRect l="20223" r="32607"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415141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440D138-A580-B37E-295A-433758632D1C}"/>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Key terms and concepts</a:t>
            </a:r>
          </a:p>
        </p:txBody>
      </p:sp>
      <p:pic>
        <p:nvPicPr>
          <p:cNvPr id="5" name="Content Placeholder 4" descr="Growth and progress concept with three different businessman.">
            <a:extLst>
              <a:ext uri="{FF2B5EF4-FFF2-40B4-BE49-F238E27FC236}">
                <a16:creationId xmlns:a16="http://schemas.microsoft.com/office/drawing/2014/main" id="{CEAE85CA-CAD0-4052-BDA1-C9BBA53E808D}"/>
              </a:ext>
            </a:extLst>
          </p:cNvPr>
          <p:cNvPicPr>
            <a:picLocks noGrp="1" noChangeAspect="1"/>
          </p:cNvPicPr>
          <p:nvPr>
            <p:ph sz="half" idx="1"/>
          </p:nvPr>
        </p:nvPicPr>
        <p:blipFill>
          <a:blip r:embed="rId3"/>
          <a:srcRect l="20611" r="23184"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0997934B-9367-46B8-BD31-3AA162EE956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Processes and Activities</a:t>
            </a:r>
          </a:p>
          <a:p>
            <a:pPr marL="0" lvl="1" indent="0">
              <a:buNone/>
            </a:pPr>
            <a:r>
              <a:rPr lang="en-US" sz="1050"/>
              <a:t>Processes are sequences of activities that achieve specific goals within a system or organization.</a:t>
            </a:r>
          </a:p>
          <a:p>
            <a:pPr marL="0" indent="0">
              <a:spcBef>
                <a:spcPts val="1875"/>
              </a:spcBef>
              <a:buNone/>
            </a:pPr>
            <a:r>
              <a:rPr lang="en-US" sz="1050" b="1"/>
              <a:t>Events and Actors</a:t>
            </a:r>
          </a:p>
          <a:p>
            <a:pPr marL="0" lvl="1" indent="0">
              <a:buNone/>
            </a:pPr>
            <a:r>
              <a:rPr lang="en-US" sz="1050"/>
              <a:t>Events trigger processes, while actors are individuals or entities performing specific actions within workflows.</a:t>
            </a:r>
          </a:p>
          <a:p>
            <a:pPr marL="0" indent="0">
              <a:spcBef>
                <a:spcPts val="1875"/>
              </a:spcBef>
              <a:buNone/>
            </a:pPr>
            <a:r>
              <a:rPr lang="en-US" sz="1050" b="1"/>
              <a:t>Workflows</a:t>
            </a:r>
          </a:p>
          <a:p>
            <a:pPr marL="0" lvl="1" indent="0">
              <a:buNone/>
            </a:pPr>
            <a:r>
              <a:rPr lang="en-US" sz="1050"/>
              <a:t>Workflows represent the ordered execution of processes and activities to achieve objectives efficiently.</a:t>
            </a:r>
          </a:p>
        </p:txBody>
      </p:sp>
    </p:spTree>
    <p:extLst>
      <p:ext uri="{BB962C8B-B14F-4D97-AF65-F5344CB8AC3E}">
        <p14:creationId xmlns:p14="http://schemas.microsoft.com/office/powerpoint/2010/main" val="879297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146A7EE-4A29-D62A-9B25-03124456C6DB}"/>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Importance in modern organizations</a:t>
            </a:r>
          </a:p>
        </p:txBody>
      </p:sp>
      <p:sp>
        <p:nvSpPr>
          <p:cNvPr id="4" name="Content Placeholder 3">
            <a:extLst>
              <a:ext uri="{FF2B5EF4-FFF2-40B4-BE49-F238E27FC236}">
                <a16:creationId xmlns:a16="http://schemas.microsoft.com/office/drawing/2014/main" id="{FD04D8D2-5198-516A-2738-E88FCECE1E0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Organizational Agility</a:t>
            </a:r>
          </a:p>
          <a:p>
            <a:pPr marL="0" lvl="1" indent="0">
              <a:buNone/>
            </a:pPr>
            <a:r>
              <a:rPr lang="en-US" sz="1050"/>
              <a:t>Business Process Modelling enhances organizational agility by enabling quick adaptation to market changes and challenges.</a:t>
            </a:r>
          </a:p>
          <a:p>
            <a:pPr marL="0" indent="0">
              <a:spcBef>
                <a:spcPts val="1875"/>
              </a:spcBef>
              <a:buNone/>
            </a:pPr>
            <a:r>
              <a:rPr lang="en-US" sz="1050" b="1"/>
              <a:t>Efficiency Improvement</a:t>
            </a:r>
          </a:p>
          <a:p>
            <a:pPr marL="0" lvl="1" indent="0">
              <a:buNone/>
            </a:pPr>
            <a:r>
              <a:rPr lang="en-US" sz="1050"/>
              <a:t>Clear process mapping increases operational efficiency and reduces redundancies within organizations.</a:t>
            </a:r>
          </a:p>
          <a:p>
            <a:pPr marL="0" indent="0">
              <a:spcBef>
                <a:spcPts val="1875"/>
              </a:spcBef>
              <a:buNone/>
            </a:pPr>
            <a:r>
              <a:rPr lang="en-US" sz="1050" b="1"/>
              <a:t>Transparency and Compliance</a:t>
            </a:r>
          </a:p>
          <a:p>
            <a:pPr marL="0" lvl="1" indent="0">
              <a:buNone/>
            </a:pPr>
            <a:r>
              <a:rPr lang="en-US" sz="1050"/>
              <a:t>Transparent process models support compliance with regulatory requirements and improve organizational oversight.</a:t>
            </a:r>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59FB5C34-6396-462F-8A16-CE27E18FAD93}"/>
              </a:ext>
            </a:extLst>
          </p:cNvPr>
          <p:cNvPicPr>
            <a:picLocks noGrp="1" noChangeAspect="1"/>
          </p:cNvPicPr>
          <p:nvPr>
            <p:ph sz="half" idx="1"/>
          </p:nvPr>
        </p:nvPicPr>
        <p:blipFill>
          <a:blip r:embed="rId3"/>
          <a:srcRect l="29656" r="23174"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2556521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53B9DA25-7B22-9FAC-E0E1-7010BB33D56C}"/>
              </a:ext>
            </a:extLst>
          </p:cNvPr>
          <p:cNvSpPr>
            <a:spLocks noGrp="1"/>
          </p:cNvSpPr>
          <p:nvPr>
            <p:ph type="ctrTitle"/>
          </p:nvPr>
        </p:nvSpPr>
        <p:spPr>
          <a:xfrm>
            <a:off x="207818" y="2217991"/>
            <a:ext cx="5829300" cy="3420690"/>
          </a:xfrm>
        </p:spPr>
        <p:txBody>
          <a:bodyPr anchor="b">
            <a:normAutofit/>
          </a:bodyPr>
          <a:lstStyle/>
          <a:p>
            <a:pPr algn="l"/>
            <a:r>
              <a:rPr lang="en-US" sz="5550"/>
              <a:t>Common Methodologies and Notations</a:t>
            </a:r>
          </a:p>
        </p:txBody>
      </p:sp>
    </p:spTree>
    <p:extLst>
      <p:ext uri="{BB962C8B-B14F-4D97-AF65-F5344CB8AC3E}">
        <p14:creationId xmlns:p14="http://schemas.microsoft.com/office/powerpoint/2010/main" val="112538671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DA9995F2-69A1-053D-AF00-1E94EC7CBF5A}"/>
              </a:ext>
            </a:extLst>
          </p:cNvPr>
          <p:cNvSpPr>
            <a:spLocks noGrp="1"/>
          </p:cNvSpPr>
          <p:nvPr>
            <p:ph type="title"/>
          </p:nvPr>
        </p:nvSpPr>
        <p:spPr>
          <a:xfrm>
            <a:off x="459486" y="1309878"/>
            <a:ext cx="3271265" cy="1145286"/>
          </a:xfrm>
        </p:spPr>
        <p:txBody>
          <a:bodyPr vert="horz" lIns="68580" tIns="34290" rIns="68580" bIns="34290" rtlCol="0" anchor="b">
            <a:normAutofit/>
          </a:bodyPr>
          <a:lstStyle/>
          <a:p>
            <a:r>
              <a:rPr lang="en-US" sz="2475" b="1"/>
              <a:t>Business Process Model and Notation (BPMN)</a:t>
            </a:r>
          </a:p>
        </p:txBody>
      </p:sp>
      <p:sp>
        <p:nvSpPr>
          <p:cNvPr id="4" name="Content Placeholder 3">
            <a:extLst>
              <a:ext uri="{FF2B5EF4-FFF2-40B4-BE49-F238E27FC236}">
                <a16:creationId xmlns:a16="http://schemas.microsoft.com/office/drawing/2014/main" id="{5CBAB85C-72B0-DA62-DDDE-992BF6B9BFD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3271265" cy="3072384"/>
          </a:xfrm>
        </p:spPr>
        <p:txBody>
          <a:bodyPr>
            <a:normAutofit/>
          </a:bodyPr>
          <a:lstStyle/>
          <a:p>
            <a:pPr marL="0" indent="0">
              <a:spcBef>
                <a:spcPts val="1875"/>
              </a:spcBef>
              <a:buNone/>
            </a:pPr>
            <a:r>
              <a:rPr lang="en-US" sz="1050" b="1"/>
              <a:t>Standard Visual Notation</a:t>
            </a:r>
          </a:p>
          <a:p>
            <a:pPr marL="0" lvl="1" indent="0">
              <a:buNone/>
            </a:pPr>
            <a:r>
              <a:rPr lang="en-US" sz="1050"/>
              <a:t>BPMN offers a standard graphical notation that simplifies the visualization of complex business processes.</a:t>
            </a:r>
          </a:p>
          <a:p>
            <a:pPr marL="0" indent="0">
              <a:spcBef>
                <a:spcPts val="1875"/>
              </a:spcBef>
              <a:buNone/>
            </a:pPr>
            <a:r>
              <a:rPr lang="en-US" sz="1050" b="1"/>
              <a:t>Bridging Stakeholders</a:t>
            </a:r>
          </a:p>
          <a:p>
            <a:pPr marL="0" lvl="1" indent="0">
              <a:buNone/>
            </a:pPr>
            <a:r>
              <a:rPr lang="en-US" sz="1050"/>
              <a:t>BPMN helps bridge communication between technical teams and business stakeholders through clear visual language.</a:t>
            </a:r>
          </a:p>
        </p:txBody>
      </p:sp>
      <p:pic>
        <p:nvPicPr>
          <p:cNvPr id="5" name="Content Placeholder 4" descr="Chalk board">
            <a:extLst>
              <a:ext uri="{FF2B5EF4-FFF2-40B4-BE49-F238E27FC236}">
                <a16:creationId xmlns:a16="http://schemas.microsoft.com/office/drawing/2014/main" id="{0462313F-AB4F-4BC5-A633-332BA93F651F}"/>
              </a:ext>
            </a:extLst>
          </p:cNvPr>
          <p:cNvPicPr>
            <a:picLocks noGrp="1" noChangeAspect="1"/>
          </p:cNvPicPr>
          <p:nvPr>
            <p:ph sz="half" idx="1"/>
          </p:nvPr>
        </p:nvPicPr>
        <p:blipFill>
          <a:blip r:embed="rId3"/>
          <a:srcRect l="16296" r="15399" b="2"/>
          <a:stretch>
            <a:fillRect/>
          </a:stretch>
        </p:blipFill>
        <p:spPr>
          <a:xfrm>
            <a:off x="4363974" y="857250"/>
            <a:ext cx="4780026" cy="5143501"/>
          </a:xfrm>
          <a:prstGeom prst="rect">
            <a:avLst/>
          </a:prstGeom>
        </p:spPr>
      </p:pic>
    </p:spTree>
    <p:extLst>
      <p:ext uri="{BB962C8B-B14F-4D97-AF65-F5344CB8AC3E}">
        <p14:creationId xmlns:p14="http://schemas.microsoft.com/office/powerpoint/2010/main" val="739871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F6E69CCE-6995-31DC-3568-F8A859BE2B61}"/>
              </a:ext>
            </a:extLst>
          </p:cNvPr>
          <p:cNvSpPr>
            <a:spLocks noGrp="1"/>
          </p:cNvSpPr>
          <p:nvPr>
            <p:ph type="title"/>
          </p:nvPr>
        </p:nvSpPr>
        <p:spPr>
          <a:xfrm>
            <a:off x="459486" y="1309878"/>
            <a:ext cx="3271265" cy="1145286"/>
          </a:xfrm>
        </p:spPr>
        <p:txBody>
          <a:bodyPr vert="horz" lIns="68580" tIns="34290" rIns="68580" bIns="34290" rtlCol="0" anchor="b">
            <a:normAutofit/>
          </a:bodyPr>
          <a:lstStyle/>
          <a:p>
            <a:r>
              <a:rPr lang="en-US" sz="2700" b="1"/>
              <a:t>Unified Modelling Language (UML)</a:t>
            </a:r>
          </a:p>
        </p:txBody>
      </p:sp>
      <p:sp>
        <p:nvSpPr>
          <p:cNvPr id="4" name="Content Placeholder 3">
            <a:extLst>
              <a:ext uri="{FF2B5EF4-FFF2-40B4-BE49-F238E27FC236}">
                <a16:creationId xmlns:a16="http://schemas.microsoft.com/office/drawing/2014/main" id="{688092DE-C2B0-D455-B5CB-71398AF5CD4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3271265" cy="3072384"/>
          </a:xfrm>
        </p:spPr>
        <p:txBody>
          <a:bodyPr>
            <a:normAutofit/>
          </a:bodyPr>
          <a:lstStyle/>
          <a:p>
            <a:pPr marL="0" indent="0">
              <a:spcBef>
                <a:spcPts val="1875"/>
              </a:spcBef>
              <a:buNone/>
            </a:pPr>
            <a:r>
              <a:rPr lang="en-US" sz="1050" b="1"/>
              <a:t>Versatile Modelling Language</a:t>
            </a:r>
          </a:p>
          <a:p>
            <a:pPr marL="0" lvl="1" indent="0">
              <a:buNone/>
            </a:pPr>
            <a:r>
              <a:rPr lang="en-US" sz="1050"/>
              <a:t>UML provides a flexible framework for modelling diverse software and business processes effectively.</a:t>
            </a:r>
          </a:p>
          <a:p>
            <a:pPr marL="0" indent="0">
              <a:spcBef>
                <a:spcPts val="1875"/>
              </a:spcBef>
              <a:buNone/>
            </a:pPr>
            <a:r>
              <a:rPr lang="en-US" sz="1050" b="1"/>
              <a:t>Activity Diagrams</a:t>
            </a:r>
          </a:p>
          <a:p>
            <a:pPr marL="0" lvl="1" indent="0">
              <a:buNone/>
            </a:pPr>
            <a:r>
              <a:rPr lang="en-US" sz="1050"/>
              <a:t>Activity diagrams specifically model business workflows and processes within software development and analysis.</a:t>
            </a:r>
          </a:p>
          <a:p>
            <a:pPr marL="0" indent="0">
              <a:spcBef>
                <a:spcPts val="1875"/>
              </a:spcBef>
              <a:buNone/>
            </a:pPr>
            <a:r>
              <a:rPr lang="en-US" sz="1050" b="1"/>
              <a:t>Flowcharts</a:t>
            </a:r>
          </a:p>
          <a:p>
            <a:pPr marL="0" lvl="1" indent="0">
              <a:buNone/>
            </a:pPr>
            <a:r>
              <a:rPr lang="en-US" sz="1050"/>
              <a:t>Flowcharts visually represent processes using symbols and arrows to map sequences clearly and simply.</a:t>
            </a:r>
          </a:p>
          <a:p>
            <a:pPr marL="0" lvl="1" indent="0">
              <a:buNone/>
            </a:pPr>
            <a:endParaRPr lang="en-US" sz="1050"/>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A0F32E26-DB4A-4B00-9349-A0F905E3AD78}"/>
              </a:ext>
            </a:extLst>
          </p:cNvPr>
          <p:cNvPicPr>
            <a:picLocks noGrp="1" noChangeAspect="1"/>
          </p:cNvPicPr>
          <p:nvPr>
            <p:ph sz="half" idx="1"/>
          </p:nvPr>
        </p:nvPicPr>
        <p:blipFill>
          <a:blip r:embed="rId3"/>
          <a:srcRect l="12034" r="25932" b="-2"/>
          <a:stretch>
            <a:fillRect/>
          </a:stretch>
        </p:blipFill>
        <p:spPr>
          <a:xfrm>
            <a:off x="4363974" y="857250"/>
            <a:ext cx="4780026" cy="5143501"/>
          </a:xfrm>
          <a:prstGeom prst="rect">
            <a:avLst/>
          </a:prstGeom>
        </p:spPr>
      </p:pic>
    </p:spTree>
    <p:extLst>
      <p:ext uri="{BB962C8B-B14F-4D97-AF65-F5344CB8AC3E}">
        <p14:creationId xmlns:p14="http://schemas.microsoft.com/office/powerpoint/2010/main" val="41035610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188EDB5-1311-FE2C-3BA1-414DD3F519F6}"/>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Process identification and documentation</a:t>
            </a:r>
          </a:p>
        </p:txBody>
      </p:sp>
      <p:sp>
        <p:nvSpPr>
          <p:cNvPr id="4" name="Content Placeholder 3">
            <a:extLst>
              <a:ext uri="{FF2B5EF4-FFF2-40B4-BE49-F238E27FC236}">
                <a16:creationId xmlns:a16="http://schemas.microsoft.com/office/drawing/2014/main" id="{A56AFE75-B81B-1709-7512-7BEDAF2543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Identify Key Processes</a:t>
            </a:r>
          </a:p>
          <a:p>
            <a:pPr marL="0" lvl="1" indent="0">
              <a:buNone/>
            </a:pPr>
            <a:r>
              <a:rPr lang="en-US" sz="1050"/>
              <a:t>Begin by pinpointing essential processes crucial to the organization's operations and goals.</a:t>
            </a:r>
          </a:p>
          <a:p>
            <a:pPr marL="0" indent="0">
              <a:spcBef>
                <a:spcPts val="1875"/>
              </a:spcBef>
              <a:buNone/>
            </a:pPr>
            <a:r>
              <a:rPr lang="en-US" sz="1050" b="1"/>
              <a:t>Gather Relevant Information</a:t>
            </a:r>
          </a:p>
          <a:p>
            <a:pPr marL="0" lvl="1" indent="0">
              <a:buNone/>
            </a:pPr>
            <a:r>
              <a:rPr lang="en-US" sz="1050"/>
              <a:t>Collect detailed and accurate data related to each identified process for comprehensive understanding.</a:t>
            </a:r>
          </a:p>
          <a:p>
            <a:pPr marL="0" indent="0">
              <a:spcBef>
                <a:spcPts val="1875"/>
              </a:spcBef>
              <a:buNone/>
            </a:pPr>
            <a:r>
              <a:rPr lang="en-US" sz="1050" b="1"/>
              <a:t>Document Workflows Accurately</a:t>
            </a:r>
          </a:p>
          <a:p>
            <a:pPr marL="0" lvl="1" indent="0">
              <a:buNone/>
            </a:pPr>
            <a:r>
              <a:rPr lang="en-US" sz="1050"/>
              <a:t>Create precise and clear documentation of workflows to serve as a reliable foundation for modelling.</a:t>
            </a:r>
          </a:p>
        </p:txBody>
      </p:sp>
      <p:pic>
        <p:nvPicPr>
          <p:cNvPr id="5" name="Content Placeholder 4" descr="3D illustration.">
            <a:extLst>
              <a:ext uri="{FF2B5EF4-FFF2-40B4-BE49-F238E27FC236}">
                <a16:creationId xmlns:a16="http://schemas.microsoft.com/office/drawing/2014/main" id="{47BB6E00-98E8-4620-A97F-0A9F2BE0A119}"/>
              </a:ext>
            </a:extLst>
          </p:cNvPr>
          <p:cNvPicPr>
            <a:picLocks noGrp="1" noChangeAspect="1"/>
          </p:cNvPicPr>
          <p:nvPr>
            <p:ph sz="half" idx="1"/>
          </p:nvPr>
        </p:nvPicPr>
        <p:blipFill>
          <a:blip r:embed="rId3"/>
          <a:srcRect l="209" r="4679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387191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BB300A70-7573-81E1-0BA7-B7B0267BEAE5}"/>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700" b="1"/>
              <a:t>Analysis and optimization</a:t>
            </a:r>
          </a:p>
        </p:txBody>
      </p:sp>
      <p:pic>
        <p:nvPicPr>
          <p:cNvPr id="5" name="Content Placeholder 4" descr="Shot of a group of businesspeople brainstorming around a placardhttp://195.154.178.81/DATA/i_collage/pu/shoots/804768.jpg">
            <a:extLst>
              <a:ext uri="{FF2B5EF4-FFF2-40B4-BE49-F238E27FC236}">
                <a16:creationId xmlns:a16="http://schemas.microsoft.com/office/drawing/2014/main" id="{AFBFE2B0-4229-42F5-B4E8-EB798EB3EC79}"/>
              </a:ext>
            </a:extLst>
          </p:cNvPr>
          <p:cNvPicPr>
            <a:picLocks noGrp="1" noChangeAspect="1"/>
          </p:cNvPicPr>
          <p:nvPr>
            <p:ph sz="half" idx="1"/>
          </p:nvPr>
        </p:nvPicPr>
        <p:blipFill>
          <a:blip r:embed="rId3"/>
          <a:srcRect l="7605" r="30361" b="-1"/>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3AC7B2CE-DEB8-D3E4-2D3D-F954C5AC0B1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Process Analysis</a:t>
            </a:r>
          </a:p>
          <a:p>
            <a:pPr marL="0" lvl="1" indent="0">
              <a:buNone/>
            </a:pPr>
            <a:r>
              <a:rPr lang="en-US" sz="1050"/>
              <a:t>Processes are examined to uncover inefficiencies and bottlenecks that hinder performance.</a:t>
            </a:r>
          </a:p>
          <a:p>
            <a:pPr marL="0" indent="0">
              <a:spcBef>
                <a:spcPts val="1875"/>
              </a:spcBef>
              <a:buNone/>
            </a:pPr>
            <a:r>
              <a:rPr lang="en-US" sz="1050" b="1"/>
              <a:t>Model Refinement</a:t>
            </a:r>
          </a:p>
          <a:p>
            <a:pPr marL="0" lvl="1" indent="0">
              <a:buNone/>
            </a:pPr>
            <a:r>
              <a:rPr lang="en-US" sz="1050"/>
              <a:t>Models are refined to improve performance and ensure alignment with organizational goals.</a:t>
            </a:r>
          </a:p>
          <a:p>
            <a:pPr marL="0" lvl="1" indent="0">
              <a:buNone/>
            </a:pPr>
            <a:endParaRPr lang="en-US" sz="1050"/>
          </a:p>
          <a:p>
            <a:pPr marL="0" indent="0">
              <a:spcBef>
                <a:spcPts val="1875"/>
              </a:spcBef>
              <a:buNone/>
            </a:pPr>
            <a:r>
              <a:rPr lang="en-US" sz="1050" b="1"/>
              <a:t>Process Implementation</a:t>
            </a:r>
          </a:p>
          <a:p>
            <a:pPr marL="0" lvl="1" indent="0">
              <a:buNone/>
            </a:pPr>
            <a:r>
              <a:rPr lang="en-US" sz="1050"/>
              <a:t>Optimized processes are systematically implemented to improve efficiency and performance</a:t>
            </a:r>
          </a:p>
        </p:txBody>
      </p:sp>
    </p:spTree>
    <p:extLst>
      <p:ext uri="{BB962C8B-B14F-4D97-AF65-F5344CB8AC3E}">
        <p14:creationId xmlns:p14="http://schemas.microsoft.com/office/powerpoint/2010/main" val="32629710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1F0716E5-5048-FA28-9CBA-A36F00D43E74}"/>
              </a:ext>
            </a:extLst>
          </p:cNvPr>
          <p:cNvSpPr>
            <a:spLocks noGrp="1"/>
          </p:cNvSpPr>
          <p:nvPr>
            <p:ph type="ctrTitle"/>
          </p:nvPr>
        </p:nvSpPr>
        <p:spPr>
          <a:xfrm>
            <a:off x="207818" y="2217991"/>
            <a:ext cx="5829300" cy="3420690"/>
          </a:xfrm>
        </p:spPr>
        <p:txBody>
          <a:bodyPr anchor="b">
            <a:normAutofit/>
          </a:bodyPr>
          <a:lstStyle/>
          <a:p>
            <a:pPr algn="l"/>
            <a:r>
              <a:rPr lang="en-US" sz="5550"/>
              <a:t>Business Process Deliverables</a:t>
            </a:r>
          </a:p>
        </p:txBody>
      </p:sp>
    </p:spTree>
    <p:extLst>
      <p:ext uri="{BB962C8B-B14F-4D97-AF65-F5344CB8AC3E}">
        <p14:creationId xmlns:p14="http://schemas.microsoft.com/office/powerpoint/2010/main" val="304134013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7018-F930-0484-F80B-B6AAAD492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C887C-EFC1-0BB6-065C-DF4B68713581}"/>
              </a:ext>
            </a:extLst>
          </p:cNvPr>
          <p:cNvSpPr>
            <a:spLocks noGrp="1"/>
          </p:cNvSpPr>
          <p:nvPr>
            <p:ph type="title"/>
          </p:nvPr>
        </p:nvSpPr>
        <p:spPr>
          <a:xfrm>
            <a:off x="182400" y="248951"/>
            <a:ext cx="8835527" cy="772045"/>
          </a:xfrm>
        </p:spPr>
        <p:txBody>
          <a:bodyPr anchor="b">
            <a:normAutofit fontScale="90000"/>
          </a:bodyPr>
          <a:lstStyle/>
          <a:p>
            <a:r>
              <a:rPr lang="en-US" sz="3500"/>
              <a:t>Business Process Flow Definition – Basic Deliverables</a:t>
            </a:r>
            <a:endParaRPr lang="en-US" sz="3500">
              <a:solidFill>
                <a:srgbClr val="FFFFFF"/>
              </a:solidFill>
            </a:endParaRPr>
          </a:p>
        </p:txBody>
      </p:sp>
      <p:sp>
        <p:nvSpPr>
          <p:cNvPr id="3" name="Rectangle 2">
            <a:extLst>
              <a:ext uri="{FF2B5EF4-FFF2-40B4-BE49-F238E27FC236}">
                <a16:creationId xmlns:a16="http://schemas.microsoft.com/office/drawing/2014/main" id="{73D521EC-9F3A-B42D-839D-2934CC199F6B}"/>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ACE4182-E2CA-BE8C-B1C4-92B25B3582FC}"/>
              </a:ext>
            </a:extLst>
          </p:cNvPr>
          <p:cNvSpPr txBox="1"/>
          <p:nvPr/>
        </p:nvSpPr>
        <p:spPr>
          <a:xfrm>
            <a:off x="555172" y="1436834"/>
            <a:ext cx="8280356" cy="5078313"/>
          </a:xfrm>
          <a:prstGeom prst="rect">
            <a:avLst/>
          </a:prstGeom>
          <a:noFill/>
        </p:spPr>
        <p:txBody>
          <a:bodyPr wrap="square" rtlCol="0">
            <a:spAutoFit/>
          </a:bodyPr>
          <a:lstStyle/>
          <a:p>
            <a:pPr marL="285750" indent="-285750">
              <a:buFont typeface="Arial" panose="020B0604020202020204" pitchFamily="34" charset="0"/>
              <a:buChar char="•"/>
            </a:pPr>
            <a:r>
              <a:rPr lang="en-US"/>
              <a:t>Business Process Flow Document</a:t>
            </a:r>
          </a:p>
          <a:p>
            <a:pPr marL="742950" lvl="1" indent="-285750">
              <a:buFont typeface="Arial" panose="020B0604020202020204" pitchFamily="34" charset="0"/>
              <a:buChar char="•"/>
            </a:pPr>
            <a:r>
              <a:rPr lang="en-US"/>
              <a:t>Reference Document Walk through</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Interfaces Needed to Fulfill the Business Process, Including Interface Design/ Definition (e.g. API Swagger Contracts, UI Mocks ..)</a:t>
            </a:r>
          </a:p>
          <a:p>
            <a:pPr marL="742950" lvl="1" indent="-285750">
              <a:buFont typeface="Arial" panose="020B0604020202020204" pitchFamily="34" charset="0"/>
              <a:buChar char="•"/>
            </a:pPr>
            <a:r>
              <a:rPr lang="en-US"/>
              <a:t>API Interfaces</a:t>
            </a:r>
          </a:p>
          <a:p>
            <a:pPr marL="742950" lvl="1" indent="-285750">
              <a:buFont typeface="Arial" panose="020B0604020202020204" pitchFamily="34" charset="0"/>
              <a:buChar char="•"/>
            </a:pPr>
            <a:r>
              <a:rPr lang="en-US"/>
              <a:t>Event Interface</a:t>
            </a:r>
          </a:p>
          <a:p>
            <a:pPr marL="742950" lvl="1" indent="-285750">
              <a:buFont typeface="Arial" panose="020B0604020202020204" pitchFamily="34" charset="0"/>
              <a:buChar char="•"/>
            </a:pPr>
            <a:r>
              <a:rPr lang="en-US"/>
              <a:t>File Interfaces</a:t>
            </a:r>
          </a:p>
          <a:p>
            <a:pPr marL="742950" lvl="1" indent="-285750">
              <a:buFont typeface="Arial" panose="020B0604020202020204" pitchFamily="34" charset="0"/>
              <a:buChar char="•"/>
            </a:pPr>
            <a:r>
              <a:rPr lang="en-US"/>
              <a:t>Visual Interfaces (UI) – Including UX View </a:t>
            </a:r>
          </a:p>
          <a:p>
            <a:pPr marL="1200150" lvl="2" indent="-285750">
              <a:buFont typeface="Arial" panose="020B0604020202020204" pitchFamily="34" charset="0"/>
              <a:buChar char="•"/>
            </a:pPr>
            <a:r>
              <a:rPr lang="en-US"/>
              <a:t>Self Service</a:t>
            </a:r>
          </a:p>
          <a:p>
            <a:pPr marL="1200150" lvl="2" indent="-285750">
              <a:buFont typeface="Arial" panose="020B0604020202020204" pitchFamily="34" charset="0"/>
              <a:buChar char="•"/>
            </a:pPr>
            <a:r>
              <a:rPr lang="en-US"/>
              <a:t>Bank Employee</a:t>
            </a:r>
          </a:p>
          <a:p>
            <a:pPr marL="1200150" lvl="2" indent="-285750">
              <a:buFont typeface="Arial" panose="020B0604020202020204" pitchFamily="34" charset="0"/>
              <a:buChar char="•"/>
            </a:pPr>
            <a:r>
              <a:rPr lang="en-US"/>
              <a:t>Agent / Partner</a:t>
            </a:r>
          </a:p>
          <a:p>
            <a:pPr marL="742950" lvl="1" indent="-285750">
              <a:buFont typeface="Arial" panose="020B0604020202020204" pitchFamily="34" charset="0"/>
              <a:buChar char="•"/>
            </a:pPr>
            <a:r>
              <a:rPr lang="en-US"/>
              <a:t>Operational Reports Interfaces</a:t>
            </a:r>
          </a:p>
          <a:p>
            <a:pPr marL="742950" lvl="1" indent="-285750">
              <a:buFont typeface="Arial" panose="020B0604020202020204" pitchFamily="34" charset="0"/>
              <a:buChar char="•"/>
            </a:pPr>
            <a:r>
              <a:rPr lang="en-US"/>
              <a:t>Compliance Reports Interfaces </a:t>
            </a:r>
          </a:p>
          <a:p>
            <a:pPr lvl="1"/>
            <a:endParaRPr lang="en-US"/>
          </a:p>
          <a:p>
            <a:pPr marL="285750" indent="-285750">
              <a:buFont typeface="Arial" panose="020B0604020202020204" pitchFamily="34" charset="0"/>
              <a:buChar char="•"/>
            </a:pPr>
            <a:r>
              <a:rPr lang="en-US"/>
              <a:t> Interfaces of the Integrating components</a:t>
            </a:r>
          </a:p>
          <a:p>
            <a:pPr marL="742950" lvl="1" indent="-285750">
              <a:buFont typeface="Arial" panose="020B0604020202020204" pitchFamily="34" charset="0"/>
              <a:buChar char="•"/>
            </a:pPr>
            <a:r>
              <a:rPr lang="en-US"/>
              <a:t>API’s , Events, File Interfaces </a:t>
            </a:r>
          </a:p>
          <a:p>
            <a:pPr marL="742950" lvl="1" indent="-285750">
              <a:buFont typeface="Arial" panose="020B0604020202020204" pitchFamily="34" charset="0"/>
              <a:buChar char="•"/>
            </a:pPr>
            <a:endParaRPr lang="en-US"/>
          </a:p>
        </p:txBody>
      </p:sp>
    </p:spTree>
    <p:extLst>
      <p:ext uri="{BB962C8B-B14F-4D97-AF65-F5344CB8AC3E}">
        <p14:creationId xmlns:p14="http://schemas.microsoft.com/office/powerpoint/2010/main" val="21440835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B86E-EF36-3DC3-1F3C-C12FEEAD4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537CC-E0C6-3C30-76DB-8E1820C5CFB1}"/>
              </a:ext>
            </a:extLst>
          </p:cNvPr>
          <p:cNvSpPr>
            <a:spLocks noGrp="1"/>
          </p:cNvSpPr>
          <p:nvPr>
            <p:ph type="title"/>
          </p:nvPr>
        </p:nvSpPr>
        <p:spPr>
          <a:xfrm>
            <a:off x="182400" y="248951"/>
            <a:ext cx="8835527" cy="772045"/>
          </a:xfrm>
        </p:spPr>
        <p:txBody>
          <a:bodyPr anchor="b">
            <a:normAutofit fontScale="90000"/>
          </a:bodyPr>
          <a:lstStyle/>
          <a:p>
            <a:r>
              <a:rPr lang="en-US" sz="3500"/>
              <a:t>Business Process Flow Definition – Basic Deliverables</a:t>
            </a:r>
            <a:endParaRPr lang="en-US" sz="3500">
              <a:solidFill>
                <a:srgbClr val="FFFFFF"/>
              </a:solidFill>
            </a:endParaRPr>
          </a:p>
        </p:txBody>
      </p:sp>
      <p:sp>
        <p:nvSpPr>
          <p:cNvPr id="3" name="Rectangle 2">
            <a:extLst>
              <a:ext uri="{FF2B5EF4-FFF2-40B4-BE49-F238E27FC236}">
                <a16:creationId xmlns:a16="http://schemas.microsoft.com/office/drawing/2014/main" id="{0DD12CB5-CBAC-246A-0B47-6CEDB17DA4E1}"/>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65F64D2E-E969-69C8-1DBB-34824D6B5010}"/>
              </a:ext>
            </a:extLst>
          </p:cNvPr>
          <p:cNvSpPr txBox="1"/>
          <p:nvPr/>
        </p:nvSpPr>
        <p:spPr>
          <a:xfrm>
            <a:off x="56328" y="1099377"/>
            <a:ext cx="9087672" cy="5909310"/>
          </a:xfrm>
          <a:prstGeom prst="rect">
            <a:avLst/>
          </a:prstGeom>
          <a:noFill/>
        </p:spPr>
        <p:txBody>
          <a:bodyPr wrap="square" rtlCol="0">
            <a:spAutoFit/>
          </a:bodyPr>
          <a:lstStyle/>
          <a:p>
            <a:pPr marL="285750" indent="-285750">
              <a:buFont typeface="Arial" panose="020B0604020202020204" pitchFamily="34" charset="0"/>
              <a:buChar char="•"/>
            </a:pPr>
            <a:r>
              <a:rPr lang="en-US"/>
              <a:t>Business Process Flow Document</a:t>
            </a:r>
          </a:p>
          <a:p>
            <a:pPr marL="742950" lvl="1" indent="-285750">
              <a:buFont typeface="Arial" panose="020B0604020202020204" pitchFamily="34" charset="0"/>
              <a:buChar char="•"/>
            </a:pPr>
            <a:r>
              <a:rPr lang="en-US"/>
              <a:t>Reference Document Walk through</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List all Components and Apps with in a Component that participate in the Business Process Flow </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For each Component Involved: Interfaces Needed to Fulfill the Business Process, Including Interface Business Definition (e.g. API Input/Output Business Definition, UI/Report Mocks ..)</a:t>
            </a:r>
          </a:p>
          <a:p>
            <a:pPr marL="742950" lvl="1" indent="-285750">
              <a:buFont typeface="Arial" panose="020B0604020202020204" pitchFamily="34" charset="0"/>
              <a:buChar char="•"/>
            </a:pPr>
            <a:r>
              <a:rPr lang="en-US"/>
              <a:t>API Interfaces</a:t>
            </a:r>
          </a:p>
          <a:p>
            <a:pPr marL="742950" lvl="1" indent="-285750">
              <a:buFont typeface="Arial" panose="020B0604020202020204" pitchFamily="34" charset="0"/>
              <a:buChar char="•"/>
            </a:pPr>
            <a:r>
              <a:rPr lang="en-US"/>
              <a:t>Event Interface</a:t>
            </a:r>
          </a:p>
          <a:p>
            <a:pPr marL="742950" lvl="1" indent="-285750">
              <a:buFont typeface="Arial" panose="020B0604020202020204" pitchFamily="34" charset="0"/>
              <a:buChar char="•"/>
            </a:pPr>
            <a:r>
              <a:rPr lang="en-US"/>
              <a:t>File Interfaces</a:t>
            </a:r>
          </a:p>
          <a:p>
            <a:pPr marL="742950" lvl="1" indent="-285750">
              <a:buFont typeface="Arial" panose="020B0604020202020204" pitchFamily="34" charset="0"/>
              <a:buChar char="•"/>
            </a:pPr>
            <a:r>
              <a:rPr lang="en-US"/>
              <a:t>Visual Interfaces (UI) – Including UX View </a:t>
            </a:r>
          </a:p>
          <a:p>
            <a:pPr marL="1200150" lvl="2" indent="-285750">
              <a:buFont typeface="Arial" panose="020B0604020202020204" pitchFamily="34" charset="0"/>
              <a:buChar char="•"/>
            </a:pPr>
            <a:r>
              <a:rPr lang="en-US"/>
              <a:t>Self Service</a:t>
            </a:r>
          </a:p>
          <a:p>
            <a:pPr marL="1200150" lvl="2" indent="-285750">
              <a:buFont typeface="Arial" panose="020B0604020202020204" pitchFamily="34" charset="0"/>
              <a:buChar char="•"/>
            </a:pPr>
            <a:r>
              <a:rPr lang="en-US"/>
              <a:t>Bank Employee</a:t>
            </a:r>
          </a:p>
          <a:p>
            <a:pPr marL="1200150" lvl="2" indent="-285750">
              <a:buFont typeface="Arial" panose="020B0604020202020204" pitchFamily="34" charset="0"/>
              <a:buChar char="•"/>
            </a:pPr>
            <a:r>
              <a:rPr lang="en-US"/>
              <a:t>Agent / Partner</a:t>
            </a:r>
          </a:p>
          <a:p>
            <a:pPr marL="742950" lvl="1" indent="-285750">
              <a:buFont typeface="Arial" panose="020B0604020202020204" pitchFamily="34" charset="0"/>
              <a:buChar char="•"/>
            </a:pPr>
            <a:r>
              <a:rPr lang="en-US"/>
              <a:t>Operational Reports Interfaces</a:t>
            </a:r>
          </a:p>
          <a:p>
            <a:pPr marL="742950" lvl="1" indent="-285750">
              <a:buFont typeface="Arial" panose="020B0604020202020204" pitchFamily="34" charset="0"/>
              <a:buChar char="•"/>
            </a:pPr>
            <a:r>
              <a:rPr lang="en-US"/>
              <a:t>Compliance Reports Interfaces </a:t>
            </a:r>
          </a:p>
          <a:p>
            <a:pPr lvl="1"/>
            <a:endParaRPr lang="en-US"/>
          </a:p>
          <a:p>
            <a:pPr marL="285750" indent="-285750">
              <a:buFont typeface="Arial" panose="020B0604020202020204" pitchFamily="34" charset="0"/>
              <a:buChar char="•"/>
            </a:pPr>
            <a:r>
              <a:rPr lang="en-US"/>
              <a:t> Interfaces of the Integrating components</a:t>
            </a:r>
          </a:p>
          <a:p>
            <a:pPr marL="742950" lvl="1" indent="-285750">
              <a:buFont typeface="Arial" panose="020B0604020202020204" pitchFamily="34" charset="0"/>
              <a:buChar char="•"/>
            </a:pPr>
            <a:r>
              <a:rPr lang="en-US"/>
              <a:t>API’s , Events, File Interfaces </a:t>
            </a:r>
          </a:p>
          <a:p>
            <a:pPr marL="742950" lvl="1" indent="-285750">
              <a:buFont typeface="Arial" panose="020B0604020202020204" pitchFamily="34" charset="0"/>
              <a:buChar char="•"/>
            </a:pPr>
            <a:endParaRPr lang="en-US"/>
          </a:p>
        </p:txBody>
      </p:sp>
    </p:spTree>
    <p:extLst>
      <p:ext uri="{BB962C8B-B14F-4D97-AF65-F5344CB8AC3E}">
        <p14:creationId xmlns:p14="http://schemas.microsoft.com/office/powerpoint/2010/main" val="11560468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65F5-5A6B-9A88-8073-D14F0582C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56F1E-516D-ED1F-BD73-94B29399F194}"/>
              </a:ext>
            </a:extLst>
          </p:cNvPr>
          <p:cNvSpPr>
            <a:spLocks noGrp="1"/>
          </p:cNvSpPr>
          <p:nvPr>
            <p:ph type="title"/>
          </p:nvPr>
        </p:nvSpPr>
        <p:spPr>
          <a:xfrm>
            <a:off x="182400" y="248951"/>
            <a:ext cx="8835527" cy="772045"/>
          </a:xfrm>
        </p:spPr>
        <p:txBody>
          <a:bodyPr anchor="b">
            <a:normAutofit fontScale="90000"/>
          </a:bodyPr>
          <a:lstStyle/>
          <a:p>
            <a:r>
              <a:rPr lang="en-US" sz="3500"/>
              <a:t>Business Process Flow Definition – Basic Deliverable’s</a:t>
            </a:r>
            <a:endParaRPr lang="en-US" sz="3500">
              <a:solidFill>
                <a:srgbClr val="FFFFFF"/>
              </a:solidFill>
            </a:endParaRPr>
          </a:p>
        </p:txBody>
      </p:sp>
      <p:sp>
        <p:nvSpPr>
          <p:cNvPr id="3" name="Rectangle 2">
            <a:extLst>
              <a:ext uri="{FF2B5EF4-FFF2-40B4-BE49-F238E27FC236}">
                <a16:creationId xmlns:a16="http://schemas.microsoft.com/office/drawing/2014/main" id="{D6534DF9-FEE4-3654-C48C-FF69F5366370}"/>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986448FC-7305-8129-D1D5-A22681CE3E57}"/>
              </a:ext>
            </a:extLst>
          </p:cNvPr>
          <p:cNvSpPr txBox="1"/>
          <p:nvPr/>
        </p:nvSpPr>
        <p:spPr>
          <a:xfrm>
            <a:off x="555172" y="1436834"/>
            <a:ext cx="8280356" cy="1477328"/>
          </a:xfrm>
          <a:prstGeom prst="rect">
            <a:avLst/>
          </a:prstGeom>
          <a:noFill/>
        </p:spPr>
        <p:txBody>
          <a:bodyPr wrap="square" rtlCol="0">
            <a:spAutoFit/>
          </a:bodyPr>
          <a:lstStyle/>
          <a:p>
            <a:pPr marL="285750" indent="-285750">
              <a:buFont typeface="Arial" panose="020B0604020202020204" pitchFamily="34" charset="0"/>
              <a:buChar char="•"/>
            </a:pPr>
            <a:r>
              <a:rPr lang="en-US"/>
              <a:t>Country Regulations to be covered as a part of that Business Process Flow</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Non Functional Requirements e.g.</a:t>
            </a:r>
          </a:p>
          <a:p>
            <a:pPr marL="742950" lvl="1" indent="-285750">
              <a:buFont typeface="Arial" panose="020B0604020202020204" pitchFamily="34" charset="0"/>
              <a:buChar char="•"/>
            </a:pPr>
            <a:r>
              <a:rPr lang="en-US"/>
              <a:t>End to End Process Flow Time</a:t>
            </a:r>
          </a:p>
          <a:p>
            <a:pPr marL="742950" lvl="1" indent="-285750">
              <a:buFont typeface="Arial" panose="020B0604020202020204" pitchFamily="34" charset="0"/>
              <a:buChar char="•"/>
            </a:pPr>
            <a:r>
              <a:rPr lang="en-US"/>
              <a:t>…</a:t>
            </a:r>
          </a:p>
        </p:txBody>
      </p:sp>
    </p:spTree>
    <p:extLst>
      <p:ext uri="{BB962C8B-B14F-4D97-AF65-F5344CB8AC3E}">
        <p14:creationId xmlns:p14="http://schemas.microsoft.com/office/powerpoint/2010/main" val="386843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0D8357-FA3C-2BD3-2FF8-F79086A97AD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F2AC359-3845-85AD-4241-57CEF6CF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85AAC41-5478-80F4-A562-7CD2D50C507C}"/>
              </a:ext>
            </a:extLst>
          </p:cNvPr>
          <p:cNvSpPr>
            <a:spLocks noGrp="1"/>
          </p:cNvSpPr>
          <p:nvPr>
            <p:ph type="ctrTitle"/>
          </p:nvPr>
        </p:nvSpPr>
        <p:spPr>
          <a:xfrm>
            <a:off x="207818" y="2217991"/>
            <a:ext cx="7107382" cy="3420690"/>
          </a:xfrm>
        </p:spPr>
        <p:txBody>
          <a:bodyPr anchor="b">
            <a:normAutofit/>
          </a:bodyPr>
          <a:lstStyle/>
          <a:p>
            <a:pPr algn="l"/>
            <a:r>
              <a:rPr lang="en-US" sz="5550"/>
              <a:t>Interface Detailing and Implementation</a:t>
            </a:r>
          </a:p>
        </p:txBody>
      </p:sp>
    </p:spTree>
    <p:extLst>
      <p:ext uri="{BB962C8B-B14F-4D97-AF65-F5344CB8AC3E}">
        <p14:creationId xmlns:p14="http://schemas.microsoft.com/office/powerpoint/2010/main" val="59787873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56A43-B1B8-F662-CEA1-7C9D46F03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D3B67-E134-204D-A293-E362F908366E}"/>
              </a:ext>
            </a:extLst>
          </p:cNvPr>
          <p:cNvSpPr>
            <a:spLocks noGrp="1"/>
          </p:cNvSpPr>
          <p:nvPr>
            <p:ph type="title"/>
          </p:nvPr>
        </p:nvSpPr>
        <p:spPr>
          <a:xfrm>
            <a:off x="262344" y="-1420"/>
            <a:ext cx="8835527" cy="772045"/>
          </a:xfrm>
        </p:spPr>
        <p:txBody>
          <a:bodyPr anchor="b">
            <a:normAutofit/>
          </a:bodyPr>
          <a:lstStyle/>
          <a:p>
            <a:r>
              <a:rPr lang="en-US" sz="3500"/>
              <a:t>Interface Detailing and Implementation </a:t>
            </a:r>
            <a:endParaRPr lang="en-US" sz="3500">
              <a:solidFill>
                <a:srgbClr val="FFFFFF"/>
              </a:solidFill>
            </a:endParaRPr>
          </a:p>
        </p:txBody>
      </p:sp>
      <p:sp>
        <p:nvSpPr>
          <p:cNvPr id="3" name="Rectangle 2">
            <a:extLst>
              <a:ext uri="{FF2B5EF4-FFF2-40B4-BE49-F238E27FC236}">
                <a16:creationId xmlns:a16="http://schemas.microsoft.com/office/drawing/2014/main" id="{0A3C25CE-6AB2-DC21-E049-3DFC5DBBD5D2}"/>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890276B7-B45C-DF33-AF37-D36756A78938}"/>
              </a:ext>
            </a:extLst>
          </p:cNvPr>
          <p:cNvSpPr txBox="1"/>
          <p:nvPr/>
        </p:nvSpPr>
        <p:spPr>
          <a:xfrm flipH="1">
            <a:off x="524690" y="770625"/>
            <a:ext cx="8310837" cy="7017306"/>
          </a:xfrm>
          <a:prstGeom prst="rect">
            <a:avLst/>
          </a:prstGeom>
          <a:noFill/>
        </p:spPr>
        <p:txBody>
          <a:bodyPr wrap="square" rtlCol="0">
            <a:spAutoFit/>
          </a:bodyPr>
          <a:lstStyle/>
          <a:p>
            <a:pPr marL="285750" indent="-285750">
              <a:buFont typeface="Arial" panose="020B0604020202020204" pitchFamily="34" charset="0"/>
              <a:buChar char="•"/>
            </a:pPr>
            <a:r>
              <a:rPr lang="en-US"/>
              <a:t>Detailing each Interfaces listed earlier and if any Batch Processes are needed </a:t>
            </a:r>
          </a:p>
          <a:p>
            <a:pPr marL="742950" lvl="1" indent="-285750">
              <a:buFont typeface="Arial" panose="020B0604020202020204" pitchFamily="34" charset="0"/>
              <a:buChar char="•"/>
            </a:pPr>
            <a:r>
              <a:rPr lang="en-US"/>
              <a:t>Interface Tech Definition (e.g. API Swagger Contracts ..)</a:t>
            </a:r>
          </a:p>
          <a:p>
            <a:pPr marL="742950" lvl="1" indent="-285750">
              <a:buFont typeface="Arial" panose="020B0604020202020204" pitchFamily="34" charset="0"/>
              <a:buChar char="•"/>
            </a:pPr>
            <a:r>
              <a:rPr lang="en-US"/>
              <a:t>Processing Rules Incl</a:t>
            </a:r>
          </a:p>
          <a:p>
            <a:pPr marL="1200150" lvl="2" indent="-285750">
              <a:buFont typeface="Arial" panose="020B0604020202020204" pitchFamily="34" charset="0"/>
              <a:buChar char="•"/>
            </a:pPr>
            <a:r>
              <a:rPr lang="en-US"/>
              <a:t>Validations and Error / Information Messages</a:t>
            </a:r>
          </a:p>
          <a:p>
            <a:pPr marL="1200150" lvl="2" indent="-285750">
              <a:buFont typeface="Arial" panose="020B0604020202020204" pitchFamily="34" charset="0"/>
              <a:buChar char="•"/>
            </a:pPr>
            <a:r>
              <a:rPr lang="en-US"/>
              <a:t>Country Regulations – Processing Requirements for the In Scope Countries</a:t>
            </a:r>
          </a:p>
          <a:p>
            <a:pPr marL="742950" lvl="1" indent="-285750">
              <a:buFont typeface="Arial" panose="020B0604020202020204" pitchFamily="34" charset="0"/>
              <a:buChar char="•"/>
            </a:pPr>
            <a:r>
              <a:rPr lang="en-US"/>
              <a:t>Database Persistence Actions </a:t>
            </a:r>
          </a:p>
          <a:p>
            <a:pPr marL="742950" lvl="1" indent="-285750">
              <a:buFont typeface="Arial" panose="020B0604020202020204" pitchFamily="34" charset="0"/>
              <a:buChar char="•"/>
            </a:pPr>
            <a:r>
              <a:rPr lang="en-US"/>
              <a:t>If API or Batch Process Events Emitted </a:t>
            </a:r>
          </a:p>
          <a:p>
            <a:pPr marL="742950" lvl="1" indent="-285750">
              <a:buFont typeface="Arial" panose="020B0604020202020204" pitchFamily="34" charset="0"/>
              <a:buChar char="•"/>
            </a:pPr>
            <a:r>
              <a:rPr lang="en-US"/>
              <a:t>If Event Listener Events Consumed </a:t>
            </a:r>
          </a:p>
          <a:p>
            <a:pPr marL="742950" lvl="1" indent="-285750">
              <a:buFont typeface="Arial" panose="020B0604020202020204" pitchFamily="34" charset="0"/>
              <a:buChar char="•"/>
            </a:pPr>
            <a:r>
              <a:rPr lang="en-US"/>
              <a:t>Integrating with Other Component Interfaces</a:t>
            </a:r>
          </a:p>
          <a:p>
            <a:pPr marL="742950" lvl="1" indent="-285750">
              <a:buFont typeface="Arial" panose="020B0604020202020204" pitchFamily="34" charset="0"/>
              <a:buChar char="•"/>
            </a:pPr>
            <a:r>
              <a:rPr lang="en-US"/>
              <a:t>Backward Compatibility Support </a:t>
            </a:r>
          </a:p>
          <a:p>
            <a:pPr marL="742950" lvl="1" indent="-285750">
              <a:buFont typeface="Arial" panose="020B0604020202020204" pitchFamily="34" charset="0"/>
              <a:buChar char="•"/>
            </a:pPr>
            <a:r>
              <a:rPr lang="en-US"/>
              <a:t>..</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Test Scenarios and Test Cases to certify the Interface Implementation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Implement the Interface</a:t>
            </a:r>
          </a:p>
          <a:p>
            <a:pPr marL="742950" lvl="1" indent="-285750">
              <a:buFont typeface="Arial" panose="020B0604020202020204" pitchFamily="34" charset="0"/>
              <a:buChar char="•"/>
            </a:pPr>
            <a:r>
              <a:rPr lang="en-US"/>
              <a:t>Coding</a:t>
            </a:r>
          </a:p>
          <a:p>
            <a:pPr marL="742950" lvl="1" indent="-285750">
              <a:buFont typeface="Arial" panose="020B0604020202020204" pitchFamily="34" charset="0"/>
              <a:buChar char="•"/>
            </a:pPr>
            <a:r>
              <a:rPr lang="en-US"/>
              <a:t>Unit Testing </a:t>
            </a:r>
          </a:p>
          <a:p>
            <a:pPr marL="742950" lvl="1" indent="-285750">
              <a:buFont typeface="Arial" panose="020B0604020202020204" pitchFamily="34" charset="0"/>
              <a:buChar char="•"/>
            </a:pPr>
            <a:r>
              <a:rPr lang="en-US"/>
              <a:t>All Scans Completion  </a:t>
            </a:r>
          </a:p>
          <a:p>
            <a:pPr marL="742950" lvl="1" indent="-285750">
              <a:buFont typeface="Arial" panose="020B0604020202020204" pitchFamily="34" charset="0"/>
              <a:buChar char="•"/>
            </a:pPr>
            <a:r>
              <a:rPr lang="en-US"/>
              <a:t>Code Review </a:t>
            </a:r>
          </a:p>
          <a:p>
            <a:pPr marL="742950" lvl="1" indent="-285750">
              <a:buFont typeface="Arial" panose="020B0604020202020204" pitchFamily="34" charset="0"/>
              <a:buChar char="•"/>
            </a:pPr>
            <a:r>
              <a:rPr lang="en-US"/>
              <a:t>Various Certifications (Functional, Performance, Security etc..)</a:t>
            </a:r>
          </a:p>
          <a:p>
            <a:pPr marL="742950" lvl="1" indent="-285750">
              <a:buFont typeface="Arial" panose="020B0604020202020204" pitchFamily="34" charset="0"/>
              <a:buChar char="•"/>
            </a:pPr>
            <a:r>
              <a:rPr lang="en-US"/>
              <a:t>Automated Regression Test Suite </a:t>
            </a:r>
          </a:p>
          <a:p>
            <a:pPr marL="742950" lvl="1" indent="-285750">
              <a:buFont typeface="Arial" panose="020B0604020202020204" pitchFamily="34" charset="0"/>
              <a:buChar char="•"/>
            </a:pPr>
            <a:r>
              <a:rPr lang="en-US"/>
              <a:t>Documentation and Other Artifact Deliverables </a:t>
            </a:r>
          </a:p>
          <a:p>
            <a:pPr marL="285750" indent="-285750">
              <a:buFont typeface="Arial" panose="020B0604020202020204" pitchFamily="34" charset="0"/>
              <a:buChar char="•"/>
            </a:pPr>
            <a:endParaRPr lang="en-US"/>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endParaRPr lang="en-US"/>
          </a:p>
        </p:txBody>
      </p:sp>
    </p:spTree>
    <p:extLst>
      <p:ext uri="{BB962C8B-B14F-4D97-AF65-F5344CB8AC3E}">
        <p14:creationId xmlns:p14="http://schemas.microsoft.com/office/powerpoint/2010/main" val="1228715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EA38DD-52B7-3A0E-62E9-EFCA800A282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A19D6C-EA58-2D8B-81FA-F41BE9629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8525A6E-EB50-3E29-3393-1653C0BCC19B}"/>
              </a:ext>
            </a:extLst>
          </p:cNvPr>
          <p:cNvSpPr>
            <a:spLocks noGrp="1"/>
          </p:cNvSpPr>
          <p:nvPr>
            <p:ph type="ctrTitle"/>
          </p:nvPr>
        </p:nvSpPr>
        <p:spPr>
          <a:xfrm>
            <a:off x="207818" y="2217991"/>
            <a:ext cx="7107382" cy="3420690"/>
          </a:xfrm>
        </p:spPr>
        <p:txBody>
          <a:bodyPr anchor="b">
            <a:normAutofit/>
          </a:bodyPr>
          <a:lstStyle/>
          <a:p>
            <a:pPr algn="l"/>
            <a:r>
              <a:rPr lang="en-US" sz="5550"/>
              <a:t>Certification</a:t>
            </a:r>
          </a:p>
        </p:txBody>
      </p:sp>
    </p:spTree>
    <p:extLst>
      <p:ext uri="{BB962C8B-B14F-4D97-AF65-F5344CB8AC3E}">
        <p14:creationId xmlns:p14="http://schemas.microsoft.com/office/powerpoint/2010/main" val="344789423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59B3-F7C9-5243-A70A-E3EE664AE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B1302-FC14-D00D-B832-BD98030A5C0F}"/>
              </a:ext>
            </a:extLst>
          </p:cNvPr>
          <p:cNvSpPr>
            <a:spLocks noGrp="1"/>
          </p:cNvSpPr>
          <p:nvPr>
            <p:ph type="title"/>
          </p:nvPr>
        </p:nvSpPr>
        <p:spPr>
          <a:xfrm>
            <a:off x="182400" y="-151398"/>
            <a:ext cx="8835527" cy="772045"/>
          </a:xfrm>
        </p:spPr>
        <p:txBody>
          <a:bodyPr anchor="b">
            <a:normAutofit/>
          </a:bodyPr>
          <a:lstStyle/>
          <a:p>
            <a:r>
              <a:rPr lang="en-US" sz="3500"/>
              <a:t>Certification  </a:t>
            </a:r>
            <a:endParaRPr lang="en-US" sz="3500">
              <a:solidFill>
                <a:srgbClr val="FFFFFF"/>
              </a:solidFill>
            </a:endParaRPr>
          </a:p>
        </p:txBody>
      </p:sp>
      <p:sp>
        <p:nvSpPr>
          <p:cNvPr id="3" name="Rectangle 2">
            <a:extLst>
              <a:ext uri="{FF2B5EF4-FFF2-40B4-BE49-F238E27FC236}">
                <a16:creationId xmlns:a16="http://schemas.microsoft.com/office/drawing/2014/main" id="{61A5535B-D868-6EF2-1A3F-5B1DA6C7D609}"/>
              </a:ext>
            </a:extLst>
          </p:cNvPr>
          <p:cNvSpPr/>
          <p:nvPr/>
        </p:nvSpPr>
        <p:spPr>
          <a:xfrm>
            <a:off x="0" y="1404177"/>
            <a:ext cx="8835528" cy="178510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solidFill>
                <a:prstClr val="black"/>
              </a:solidFill>
              <a:latin typeface="Segoe UI" pitchFamily="34" charset="0"/>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1EB820AB-04CF-8A70-09DE-50B8579C88C0}"/>
              </a:ext>
            </a:extLst>
          </p:cNvPr>
          <p:cNvSpPr txBox="1"/>
          <p:nvPr/>
        </p:nvSpPr>
        <p:spPr>
          <a:xfrm flipH="1">
            <a:off x="308472" y="714065"/>
            <a:ext cx="8310837" cy="6186309"/>
          </a:xfrm>
          <a:prstGeom prst="rect">
            <a:avLst/>
          </a:prstGeom>
          <a:noFill/>
        </p:spPr>
        <p:txBody>
          <a:bodyPr wrap="square" rtlCol="0">
            <a:spAutoFit/>
          </a:bodyPr>
          <a:lstStyle/>
          <a:p>
            <a:pPr marL="285750" indent="-285750">
              <a:buFont typeface="Arial" panose="020B0604020202020204" pitchFamily="34" charset="0"/>
              <a:buChar char="•"/>
            </a:pPr>
            <a:r>
              <a:rPr lang="en-US"/>
              <a:t>Interface Level Certification</a:t>
            </a:r>
          </a:p>
          <a:p>
            <a:pPr marL="742950" lvl="1" indent="-285750">
              <a:buFont typeface="Arial" panose="020B0604020202020204" pitchFamily="34" charset="0"/>
              <a:buChar char="•"/>
            </a:pPr>
            <a:r>
              <a:rPr lang="en-US"/>
              <a:t>Meets DoD as defined in Test Strategy</a:t>
            </a:r>
          </a:p>
          <a:p>
            <a:endParaRPr lang="en-US"/>
          </a:p>
          <a:p>
            <a:pPr marL="285750" indent="-285750">
              <a:buFont typeface="Arial" panose="020B0604020202020204" pitchFamily="34" charset="0"/>
              <a:buChar char="•"/>
            </a:pPr>
            <a:r>
              <a:rPr lang="en-US"/>
              <a:t>Component / Core Product Processor Level  Certification and Packaging and Release of all Apps in the Component </a:t>
            </a:r>
          </a:p>
          <a:p>
            <a:pPr marL="742950" lvl="1" indent="-285750">
              <a:buFont typeface="Arial" panose="020B0604020202020204" pitchFamily="34" charset="0"/>
              <a:buChar char="•"/>
            </a:pPr>
            <a:r>
              <a:rPr lang="en-US"/>
              <a:t>Certify all Apps in the Component are certified integrating them together</a:t>
            </a:r>
          </a:p>
          <a:p>
            <a:pPr marL="742950" lvl="1" indent="-285750">
              <a:buFont typeface="Arial" panose="020B0604020202020204" pitchFamily="34" charset="0"/>
              <a:buChar char="•"/>
            </a:pPr>
            <a:r>
              <a:rPr lang="en-US"/>
              <a:t>Validate all Scan Reports for each App meet the exit Criteria</a:t>
            </a:r>
          </a:p>
          <a:p>
            <a:pPr marL="742950" lvl="1" indent="-285750">
              <a:buFont typeface="Arial" panose="020B0604020202020204" pitchFamily="34" charset="0"/>
              <a:buChar char="•"/>
            </a:pPr>
            <a:r>
              <a:rPr lang="en-US"/>
              <a:t>Certification needs to Include Functional, Performance, Observability, Security, Interface Backward Compatibility, Regulatory/Compliance at Component Level, Integration Testing at a component level through Interface Mocks, Localization (Language, Date/Time/Amount Formats ..), Multi Cloud Testing, Documentation Testing  .. </a:t>
            </a:r>
          </a:p>
          <a:p>
            <a:pPr marL="742950" lvl="1" indent="-285750">
              <a:buFont typeface="Arial" panose="020B0604020202020204" pitchFamily="34" charset="0"/>
              <a:buChar char="•"/>
            </a:pPr>
            <a:r>
              <a:rPr lang="en-US"/>
              <a:t>Meets DoD as defined in Test Strategy</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Solution Level Certification and Packaging and Release at Solution Level – </a:t>
            </a:r>
            <a:r>
              <a:rPr lang="en-US" b="1"/>
              <a:t>Final Gate Keeper who gives a Go – No Go for a Release </a:t>
            </a:r>
          </a:p>
          <a:p>
            <a:pPr marL="742950" lvl="1" indent="-285750">
              <a:buFont typeface="Arial" panose="020B0604020202020204" pitchFamily="34" charset="0"/>
              <a:buChar char="•"/>
            </a:pPr>
            <a:r>
              <a:rPr lang="en-US"/>
              <a:t>Integrate all Components, Deploy all Apps in each of the Component and do</a:t>
            </a:r>
          </a:p>
          <a:p>
            <a:pPr marL="1200150" lvl="2" indent="-285750">
              <a:buFont typeface="Arial" panose="020B0604020202020204" pitchFamily="34" charset="0"/>
              <a:buChar char="•"/>
            </a:pPr>
            <a:r>
              <a:rPr lang="en-US"/>
              <a:t>End to End Business Process Flow Testing covering all components – Breadth Testing </a:t>
            </a:r>
          </a:p>
          <a:p>
            <a:pPr marL="1200150" lvl="2" indent="-285750">
              <a:buFont typeface="Arial" panose="020B0604020202020204" pitchFamily="34" charset="0"/>
              <a:buChar char="•"/>
            </a:pPr>
            <a:r>
              <a:rPr lang="en-US"/>
              <a:t>End to End Compliance Testing </a:t>
            </a:r>
          </a:p>
          <a:p>
            <a:pPr marL="1200150" lvl="2" indent="-285750">
              <a:buFont typeface="Arial" panose="020B0604020202020204" pitchFamily="34" charset="0"/>
              <a:buChar char="•"/>
            </a:pPr>
            <a:r>
              <a:rPr lang="en-US"/>
              <a:t>Solution Consistency Testing </a:t>
            </a:r>
          </a:p>
          <a:p>
            <a:pPr marL="1200150" lvl="2" indent="-285750">
              <a:buFont typeface="Arial" panose="020B0604020202020204" pitchFamily="34" charset="0"/>
              <a:buChar char="•"/>
            </a:pPr>
            <a:r>
              <a:rPr lang="en-US"/>
              <a:t>Meets DoD as defined in Test Strategy</a:t>
            </a:r>
          </a:p>
        </p:txBody>
      </p:sp>
    </p:spTree>
    <p:extLst>
      <p:ext uri="{BB962C8B-B14F-4D97-AF65-F5344CB8AC3E}">
        <p14:creationId xmlns:p14="http://schemas.microsoft.com/office/powerpoint/2010/main" val="6639645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6344" y="3556160"/>
            <a:ext cx="4354830" cy="1880229"/>
          </a:xfrm>
        </p:spPr>
        <p:txBody>
          <a:bodyPr wrap="square">
            <a:normAutofit/>
          </a:bodyPr>
          <a:lstStyle/>
          <a:p>
            <a:r>
              <a:rPr lang="en-US" sz="4200"/>
              <a:t>Analysis and Thought Paper  Topics – </a:t>
            </a:r>
            <a:br>
              <a:rPr lang="en-US" sz="4200"/>
            </a:br>
            <a:r>
              <a:rPr lang="en-US" sz="4200"/>
              <a:t>Discussion</a:t>
            </a:r>
          </a:p>
        </p:txBody>
      </p:sp>
      <p:sp>
        <p:nvSpPr>
          <p:cNvPr id="3" name="Subtitle 2"/>
          <p:cNvSpPr>
            <a:spLocks noGrp="1"/>
          </p:cNvSpPr>
          <p:nvPr>
            <p:ph type="subTitle" idx="1"/>
          </p:nvPr>
        </p:nvSpPr>
        <p:spPr>
          <a:xfrm>
            <a:off x="466344" y="2990641"/>
            <a:ext cx="4354830" cy="565519"/>
          </a:xfrm>
        </p:spPr>
        <p:txBody>
          <a:bodyPr>
            <a:normAutofit/>
          </a:bodyPr>
          <a:lstStyle/>
          <a:p>
            <a:endParaRPr lang="en-US" sz="2100"/>
          </a:p>
        </p:txBody>
      </p:sp>
      <p:pic>
        <p:nvPicPr>
          <p:cNvPr id="7" name="Graphic 6" descr="Bank">
            <a:extLst>
              <a:ext uri="{FF2B5EF4-FFF2-40B4-BE49-F238E27FC236}">
                <a16:creationId xmlns:a16="http://schemas.microsoft.com/office/drawing/2014/main" id="{BF222EE5-0487-1416-7303-F350A9F22B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4648" y="1465452"/>
            <a:ext cx="3456432" cy="3456432"/>
          </a:xfrm>
          <a:prstGeom prst="rect">
            <a:avLst/>
          </a:prstGeom>
        </p:spPr>
      </p:pic>
    </p:spTree>
    <p:extLst>
      <p:ext uri="{BB962C8B-B14F-4D97-AF65-F5344CB8AC3E}">
        <p14:creationId xmlns:p14="http://schemas.microsoft.com/office/powerpoint/2010/main" val="303199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nodePh="1">
                                  <p:stCondLst>
                                    <p:cond delay="1500"/>
                                  </p:stCondLst>
                                  <p:endCondLst>
                                    <p:cond evt="begin" delay="0">
                                      <p:tn val="8"/>
                                    </p:cond>
                                  </p:end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83ED-EC53-2B32-B22D-839F640A052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86B3D59-676B-A267-4244-750FFB19B4E9}"/>
              </a:ext>
            </a:extLst>
          </p:cNvPr>
          <p:cNvSpPr/>
          <p:nvPr/>
        </p:nvSpPr>
        <p:spPr>
          <a:xfrm>
            <a:off x="322384" y="882596"/>
            <a:ext cx="6671442"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Analysis and Thought Paper Topics – Team Assignment</a:t>
            </a:r>
            <a:endParaRPr lang="en-US" sz="2025">
              <a:solidFill>
                <a:prstClr val="white"/>
              </a:solidFill>
              <a:latin typeface="Corbel"/>
            </a:endParaRPr>
          </a:p>
        </p:txBody>
      </p:sp>
      <p:graphicFrame>
        <p:nvGraphicFramePr>
          <p:cNvPr id="2" name="Table 1"/>
          <p:cNvGraphicFramePr>
            <a:graphicFrameLocks noGrp="1"/>
          </p:cNvGraphicFramePr>
          <p:nvPr/>
        </p:nvGraphicFramePr>
        <p:xfrm>
          <a:off x="480061" y="1390650"/>
          <a:ext cx="7513321" cy="3750310"/>
        </p:xfrm>
        <a:graphic>
          <a:graphicData uri="http://schemas.openxmlformats.org/drawingml/2006/table">
            <a:tbl>
              <a:tblPr firstRow="1" bandRow="1">
                <a:tableStyleId>{5C22544A-7EE6-4342-B048-85BDC9FD1C3A}</a:tableStyleId>
              </a:tblPr>
              <a:tblGrid>
                <a:gridCol w="3855720">
                  <a:extLst>
                    <a:ext uri="{9D8B030D-6E8A-4147-A177-3AD203B41FA5}">
                      <a16:colId xmlns:a16="http://schemas.microsoft.com/office/drawing/2014/main" val="20000"/>
                    </a:ext>
                  </a:extLst>
                </a:gridCol>
                <a:gridCol w="2042160">
                  <a:extLst>
                    <a:ext uri="{9D8B030D-6E8A-4147-A177-3AD203B41FA5}">
                      <a16:colId xmlns:a16="http://schemas.microsoft.com/office/drawing/2014/main" val="20001"/>
                    </a:ext>
                  </a:extLst>
                </a:gridCol>
                <a:gridCol w="1615441">
                  <a:extLst>
                    <a:ext uri="{9D8B030D-6E8A-4147-A177-3AD203B41FA5}">
                      <a16:colId xmlns:a16="http://schemas.microsoft.com/office/drawing/2014/main" val="20002"/>
                    </a:ext>
                  </a:extLst>
                </a:gridCol>
              </a:tblGrid>
              <a:tr h="392430">
                <a:tc>
                  <a:txBody>
                    <a:bodyPr/>
                    <a:lstStyle/>
                    <a:p>
                      <a:pPr algn="ctr"/>
                      <a:r>
                        <a:rPr lang="en-GB"/>
                        <a:t>Topic</a:t>
                      </a:r>
                      <a:r>
                        <a:rPr lang="en-GB" baseline="0"/>
                        <a:t> Name</a:t>
                      </a:r>
                      <a:endParaRPr lang="en-IN"/>
                    </a:p>
                  </a:txBody>
                  <a:tcPr/>
                </a:tc>
                <a:tc>
                  <a:txBody>
                    <a:bodyPr/>
                    <a:lstStyle/>
                    <a:p>
                      <a:pPr algn="ctr"/>
                      <a:r>
                        <a:rPr lang="en-GB"/>
                        <a:t>Team </a:t>
                      </a:r>
                      <a:endParaRPr lang="en-IN"/>
                    </a:p>
                  </a:txBody>
                  <a:tcPr/>
                </a:tc>
                <a:tc>
                  <a:txBody>
                    <a:bodyPr/>
                    <a:lstStyle/>
                    <a:p>
                      <a:pPr algn="ctr"/>
                      <a:r>
                        <a:rPr lang="en-GB"/>
                        <a:t>Presentation Date</a:t>
                      </a:r>
                      <a:endParaRPr lang="en-IN"/>
                    </a:p>
                  </a:txBody>
                  <a:tcPr/>
                </a:tc>
                <a:extLst>
                  <a:ext uri="{0D108BD9-81ED-4DB2-BD59-A6C34878D82A}">
                    <a16:rowId xmlns:a16="http://schemas.microsoft.com/office/drawing/2014/main" val="10000"/>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350" kern="1200">
                          <a:solidFill>
                            <a:schemeClr val="dk1"/>
                          </a:solidFill>
                          <a:effectLst/>
                          <a:latin typeface="+mn-lt"/>
                          <a:ea typeface="+mn-ea"/>
                          <a:cs typeface="+mn-cs"/>
                        </a:rPr>
                        <a:t>OCEN (Open Credit Enablement Network ) – India</a:t>
                      </a:r>
                    </a:p>
                  </a:txBody>
                  <a:tcPr/>
                </a:tc>
                <a:tc>
                  <a:txBody>
                    <a:bodyPr/>
                    <a:lstStyle/>
                    <a:p>
                      <a:r>
                        <a:rPr lang="en-US"/>
                        <a:t>2</a:t>
                      </a:r>
                      <a:endParaRPr lang="en-IN"/>
                    </a:p>
                  </a:txBody>
                  <a:tcPr/>
                </a:tc>
                <a:tc>
                  <a:txBody>
                    <a:bodyPr/>
                    <a:lstStyle/>
                    <a:p>
                      <a:r>
                        <a:rPr lang="en-IN"/>
                        <a:t>Sept 23</a:t>
                      </a:r>
                      <a:r>
                        <a:rPr lang="en-IN" baseline="30000"/>
                        <a:t>rd</a:t>
                      </a:r>
                      <a:endParaRPr lang="en-IN"/>
                    </a:p>
                  </a:txBody>
                  <a:tcPr/>
                </a:tc>
                <a:extLst>
                  <a:ext uri="{0D108BD9-81ED-4DB2-BD59-A6C34878D82A}">
                    <a16:rowId xmlns:a16="http://schemas.microsoft.com/office/drawing/2014/main"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350" kern="1200">
                          <a:solidFill>
                            <a:schemeClr val="dk1"/>
                          </a:solidFill>
                          <a:effectLst/>
                          <a:latin typeface="+mn-lt"/>
                          <a:ea typeface="+mn-ea"/>
                          <a:cs typeface="+mn-cs"/>
                        </a:rPr>
                        <a:t>ONDC (Open Network for Digital Commerce) - India</a:t>
                      </a:r>
                      <a:endParaRPr lang="en-IN" sz="1350" kern="1200">
                        <a:solidFill>
                          <a:schemeClr val="dk1"/>
                        </a:solidFill>
                        <a:effectLst/>
                        <a:latin typeface="+mn-lt"/>
                        <a:ea typeface="+mn-ea"/>
                        <a:cs typeface="+mn-cs"/>
                      </a:endParaRPr>
                    </a:p>
                  </a:txBody>
                  <a:tcPr/>
                </a:tc>
                <a:tc>
                  <a:txBody>
                    <a:bodyPr/>
                    <a:lstStyle/>
                    <a:p>
                      <a:r>
                        <a:rPr lang="en-US"/>
                        <a:t>6</a:t>
                      </a:r>
                      <a:endParaRPr lang="en-IN"/>
                    </a:p>
                  </a:txBody>
                  <a:tcPr/>
                </a:tc>
                <a:tc>
                  <a:txBody>
                    <a:bodyPr/>
                    <a:lstStyle/>
                    <a:p>
                      <a:r>
                        <a:rPr lang="en-IN"/>
                        <a:t>Sept 24</a:t>
                      </a:r>
                      <a:r>
                        <a:rPr lang="en-IN" baseline="30000"/>
                        <a:t>th</a:t>
                      </a:r>
                      <a:r>
                        <a:rPr lang="en-IN"/>
                        <a:t> </a:t>
                      </a:r>
                      <a:r>
                        <a:rPr lang="en-IN" baseline="0"/>
                        <a:t> </a:t>
                      </a:r>
                      <a:endParaRPr lang="en-IN"/>
                    </a:p>
                  </a:txBody>
                  <a:tcPr/>
                </a:tc>
                <a:extLst>
                  <a:ext uri="{0D108BD9-81ED-4DB2-BD59-A6C34878D82A}">
                    <a16:rowId xmlns:a16="http://schemas.microsoft.com/office/drawing/2014/main" val="1000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350" kern="1200">
                          <a:solidFill>
                            <a:schemeClr val="dk1"/>
                          </a:solidFill>
                          <a:effectLst/>
                          <a:latin typeface="+mn-lt"/>
                          <a:ea typeface="+mn-ea"/>
                          <a:cs typeface="+mn-cs"/>
                        </a:rPr>
                        <a:t>Stablecoin</a:t>
                      </a:r>
                      <a:endParaRPr lang="en-IN" sz="1350" kern="1200">
                        <a:solidFill>
                          <a:schemeClr val="dk1"/>
                        </a:solidFill>
                        <a:effectLst/>
                        <a:latin typeface="+mn-lt"/>
                        <a:ea typeface="+mn-ea"/>
                        <a:cs typeface="+mn-cs"/>
                      </a:endParaRPr>
                    </a:p>
                  </a:txBody>
                  <a:tcPr/>
                </a:tc>
                <a:tc>
                  <a:txBody>
                    <a:bodyPr/>
                    <a:lstStyle/>
                    <a:p>
                      <a:r>
                        <a:rPr lang="en-US"/>
                        <a:t>4</a:t>
                      </a:r>
                      <a:endParaRPr lang="en-IN"/>
                    </a:p>
                  </a:txBody>
                  <a:tcPr/>
                </a:tc>
                <a:tc>
                  <a:txBody>
                    <a:bodyPr/>
                    <a:lstStyle/>
                    <a:p>
                      <a:r>
                        <a:rPr lang="en-IN"/>
                        <a:t>Sept 25</a:t>
                      </a:r>
                      <a:r>
                        <a:rPr lang="en-IN" baseline="30000"/>
                        <a:t>th</a:t>
                      </a:r>
                      <a:r>
                        <a:rPr lang="en-IN"/>
                        <a:t> </a:t>
                      </a:r>
                    </a:p>
                  </a:txBody>
                  <a:tcPr/>
                </a:tc>
                <a:extLst>
                  <a:ext uri="{0D108BD9-81ED-4DB2-BD59-A6C34878D82A}">
                    <a16:rowId xmlns:a16="http://schemas.microsoft.com/office/drawing/2014/main" val="10003"/>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350" kern="1200">
                          <a:solidFill>
                            <a:schemeClr val="dk1"/>
                          </a:solidFill>
                          <a:effectLst/>
                          <a:latin typeface="+mn-lt"/>
                          <a:ea typeface="+mn-ea"/>
                          <a:cs typeface="+mn-cs"/>
                        </a:rPr>
                        <a:t>AI in Financial Fraud Prevention and AML</a:t>
                      </a:r>
                    </a:p>
                  </a:txBody>
                  <a:tcPr/>
                </a:tc>
                <a:tc>
                  <a:txBody>
                    <a:bodyPr/>
                    <a:lstStyle/>
                    <a:p>
                      <a:r>
                        <a:rPr lang="en-US"/>
                        <a:t>12</a:t>
                      </a:r>
                      <a:endParaRPr lang="en-IN"/>
                    </a:p>
                  </a:txBody>
                  <a:tcPr/>
                </a:tc>
                <a:tc>
                  <a:txBody>
                    <a:bodyPr/>
                    <a:lstStyle/>
                    <a:p>
                      <a:r>
                        <a:rPr lang="en-IN"/>
                        <a:t>Oct 7</a:t>
                      </a:r>
                      <a:r>
                        <a:rPr lang="en-IN" baseline="30000"/>
                        <a:t>th</a:t>
                      </a:r>
                      <a:endParaRPr lang="en-IN"/>
                    </a:p>
                  </a:txBody>
                  <a:tcPr/>
                </a:tc>
                <a:extLst>
                  <a:ext uri="{0D108BD9-81ED-4DB2-BD59-A6C34878D82A}">
                    <a16:rowId xmlns:a16="http://schemas.microsoft.com/office/drawing/2014/main" val="10004"/>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350" kern="1200">
                          <a:solidFill>
                            <a:schemeClr val="dk1"/>
                          </a:solidFill>
                          <a:effectLst/>
                          <a:latin typeface="+mn-lt"/>
                          <a:ea typeface="+mn-ea"/>
                          <a:cs typeface="+mn-cs"/>
                        </a:rPr>
                        <a:t>Embedded Finance – Concept, Evolution,</a:t>
                      </a:r>
                      <a:r>
                        <a:rPr lang="en-GB" sz="1350" kern="1200" baseline="0">
                          <a:solidFill>
                            <a:schemeClr val="dk1"/>
                          </a:solidFill>
                          <a:effectLst/>
                          <a:latin typeface="+mn-lt"/>
                          <a:ea typeface="+mn-ea"/>
                          <a:cs typeface="+mn-cs"/>
                        </a:rPr>
                        <a:t> Future Trends</a:t>
                      </a:r>
                      <a:endParaRPr lang="en-IN" sz="1350" kern="1200">
                        <a:solidFill>
                          <a:schemeClr val="dk1"/>
                        </a:solidFill>
                        <a:effectLst/>
                        <a:latin typeface="+mn-lt"/>
                        <a:ea typeface="+mn-ea"/>
                        <a:cs typeface="+mn-cs"/>
                      </a:endParaRPr>
                    </a:p>
                  </a:txBody>
                  <a:tcPr/>
                </a:tc>
                <a:tc>
                  <a:txBody>
                    <a:bodyPr/>
                    <a:lstStyle/>
                    <a:p>
                      <a:r>
                        <a:rPr lang="en-US"/>
                        <a:t>8</a:t>
                      </a:r>
                      <a:endParaRPr lang="en-IN"/>
                    </a:p>
                  </a:txBody>
                  <a:tcPr/>
                </a:tc>
                <a:tc>
                  <a:txBody>
                    <a:bodyPr/>
                    <a:lstStyle/>
                    <a:p>
                      <a:r>
                        <a:rPr lang="en-IN"/>
                        <a:t>Oct</a:t>
                      </a:r>
                      <a:r>
                        <a:rPr lang="en-IN" baseline="0"/>
                        <a:t> 8</a:t>
                      </a:r>
                      <a:r>
                        <a:rPr lang="en-IN" baseline="30000"/>
                        <a:t>th</a:t>
                      </a:r>
                      <a:endParaRPr lang="en-IN"/>
                    </a:p>
                  </a:txBody>
                  <a:tcPr/>
                </a:tc>
                <a:extLst>
                  <a:ext uri="{0D108BD9-81ED-4DB2-BD59-A6C34878D82A}">
                    <a16:rowId xmlns:a16="http://schemas.microsoft.com/office/drawing/2014/main" val="10005"/>
                  </a:ext>
                </a:extLst>
              </a:tr>
              <a:tr h="370840">
                <a:tc>
                  <a:txBody>
                    <a:bodyPr/>
                    <a:lstStyle/>
                    <a:p>
                      <a:pPr lvl="0"/>
                      <a:r>
                        <a:rPr lang="en-IN" sz="1400" kern="1200">
                          <a:solidFill>
                            <a:schemeClr val="dk1"/>
                          </a:solidFill>
                          <a:effectLst/>
                          <a:latin typeface="+mn-lt"/>
                          <a:ea typeface="+mn-ea"/>
                          <a:cs typeface="+mn-cs"/>
                        </a:rPr>
                        <a:t>Global Payment Schemes Analysis</a:t>
                      </a:r>
                      <a:r>
                        <a:rPr lang="en-IN" sz="1400" kern="1200" baseline="0">
                          <a:solidFill>
                            <a:schemeClr val="dk1"/>
                          </a:solidFill>
                          <a:effectLst/>
                          <a:latin typeface="+mn-lt"/>
                          <a:ea typeface="+mn-ea"/>
                          <a:cs typeface="+mn-cs"/>
                        </a:rPr>
                        <a:t> and </a:t>
                      </a:r>
                      <a:r>
                        <a:rPr lang="en-IN" sz="1400" kern="1200">
                          <a:solidFill>
                            <a:schemeClr val="dk1"/>
                          </a:solidFill>
                          <a:effectLst/>
                          <a:latin typeface="+mn-lt"/>
                          <a:ea typeface="+mn-ea"/>
                          <a:cs typeface="+mn-cs"/>
                        </a:rPr>
                        <a:t>Comparison</a:t>
                      </a:r>
                    </a:p>
                    <a:p>
                      <a:pPr lvl="1"/>
                      <a:r>
                        <a:rPr lang="en-IN" sz="1400" kern="1200">
                          <a:solidFill>
                            <a:schemeClr val="dk1"/>
                          </a:solidFill>
                          <a:effectLst/>
                          <a:latin typeface="+mn-lt"/>
                          <a:ea typeface="+mn-ea"/>
                          <a:cs typeface="+mn-cs"/>
                        </a:rPr>
                        <a:t>India – UPI</a:t>
                      </a:r>
                    </a:p>
                    <a:p>
                      <a:pPr lvl="1"/>
                      <a:r>
                        <a:rPr lang="en-IN" sz="1400" kern="1200">
                          <a:solidFill>
                            <a:schemeClr val="dk1"/>
                          </a:solidFill>
                          <a:effectLst/>
                          <a:latin typeface="+mn-lt"/>
                          <a:ea typeface="+mn-ea"/>
                          <a:cs typeface="+mn-cs"/>
                        </a:rPr>
                        <a:t>US – ACH </a:t>
                      </a:r>
                    </a:p>
                    <a:p>
                      <a:pPr lvl="1"/>
                      <a:r>
                        <a:rPr lang="en-IN" sz="1400" kern="1200">
                          <a:solidFill>
                            <a:schemeClr val="dk1"/>
                          </a:solidFill>
                          <a:effectLst/>
                          <a:latin typeface="+mn-lt"/>
                          <a:ea typeface="+mn-ea"/>
                          <a:cs typeface="+mn-cs"/>
                        </a:rPr>
                        <a:t>Europe – SEPA</a:t>
                      </a:r>
                    </a:p>
                    <a:p>
                      <a:pPr lvl="1"/>
                      <a:r>
                        <a:rPr lang="en-IN" sz="1400" kern="1200">
                          <a:solidFill>
                            <a:schemeClr val="dk1"/>
                          </a:solidFill>
                          <a:effectLst/>
                          <a:latin typeface="+mn-lt"/>
                          <a:ea typeface="+mn-ea"/>
                          <a:cs typeface="+mn-cs"/>
                        </a:rPr>
                        <a:t>Brazil - Pix</a:t>
                      </a:r>
                    </a:p>
                  </a:txBody>
                  <a:tcPr/>
                </a:tc>
                <a:tc>
                  <a:txBody>
                    <a:bodyPr/>
                    <a:lstStyle/>
                    <a:p>
                      <a:r>
                        <a:rPr lang="en-US"/>
                        <a:t>3</a:t>
                      </a:r>
                      <a:endParaRPr lang="en-IN"/>
                    </a:p>
                  </a:txBody>
                  <a:tcPr/>
                </a:tc>
                <a:tc>
                  <a:txBody>
                    <a:bodyPr/>
                    <a:lstStyle/>
                    <a:p>
                      <a:r>
                        <a:rPr lang="en-IN"/>
                        <a:t>Oct 9</a:t>
                      </a:r>
                      <a:r>
                        <a:rPr lang="en-IN" baseline="30000"/>
                        <a:t>th</a:t>
                      </a:r>
                      <a:r>
                        <a:rPr lang="en-IN"/>
                        <a:t> </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112129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83ED-EC53-2B32-B22D-839F640A052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86B3D59-676B-A267-4244-750FFB19B4E9}"/>
              </a:ext>
            </a:extLst>
          </p:cNvPr>
          <p:cNvSpPr/>
          <p:nvPr/>
        </p:nvSpPr>
        <p:spPr>
          <a:xfrm>
            <a:off x="322384" y="882596"/>
            <a:ext cx="6671442"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Analysis and Thought Paper Topics – Team Assignment</a:t>
            </a:r>
            <a:endParaRPr lang="en-US" sz="2025">
              <a:solidFill>
                <a:prstClr val="white"/>
              </a:solidFill>
              <a:latin typeface="Corbel"/>
            </a:endParaRPr>
          </a:p>
        </p:txBody>
      </p:sp>
      <p:graphicFrame>
        <p:nvGraphicFramePr>
          <p:cNvPr id="2" name="Table 1"/>
          <p:cNvGraphicFramePr>
            <a:graphicFrameLocks noGrp="1"/>
          </p:cNvGraphicFramePr>
          <p:nvPr/>
        </p:nvGraphicFramePr>
        <p:xfrm>
          <a:off x="480061" y="1390650"/>
          <a:ext cx="8107681" cy="3845560"/>
        </p:xfrm>
        <a:graphic>
          <a:graphicData uri="http://schemas.openxmlformats.org/drawingml/2006/table">
            <a:tbl>
              <a:tblPr firstRow="1" bandRow="1">
                <a:tableStyleId>{5C22544A-7EE6-4342-B048-85BDC9FD1C3A}</a:tableStyleId>
              </a:tblPr>
              <a:tblGrid>
                <a:gridCol w="3416223">
                  <a:extLst>
                    <a:ext uri="{9D8B030D-6E8A-4147-A177-3AD203B41FA5}">
                      <a16:colId xmlns:a16="http://schemas.microsoft.com/office/drawing/2014/main" val="20000"/>
                    </a:ext>
                  </a:extLst>
                </a:gridCol>
                <a:gridCol w="2649297">
                  <a:extLst>
                    <a:ext uri="{9D8B030D-6E8A-4147-A177-3AD203B41FA5}">
                      <a16:colId xmlns:a16="http://schemas.microsoft.com/office/drawing/2014/main" val="20001"/>
                    </a:ext>
                  </a:extLst>
                </a:gridCol>
                <a:gridCol w="2042161">
                  <a:extLst>
                    <a:ext uri="{9D8B030D-6E8A-4147-A177-3AD203B41FA5}">
                      <a16:colId xmlns:a16="http://schemas.microsoft.com/office/drawing/2014/main" val="20002"/>
                    </a:ext>
                  </a:extLst>
                </a:gridCol>
              </a:tblGrid>
              <a:tr h="392430">
                <a:tc>
                  <a:txBody>
                    <a:bodyPr/>
                    <a:lstStyle/>
                    <a:p>
                      <a:pPr algn="ctr"/>
                      <a:r>
                        <a:rPr lang="en-GB"/>
                        <a:t>Topic</a:t>
                      </a:r>
                      <a:r>
                        <a:rPr lang="en-GB" baseline="0"/>
                        <a:t> Name </a:t>
                      </a:r>
                      <a:endParaRPr lang="en-IN"/>
                    </a:p>
                  </a:txBody>
                  <a:tcPr/>
                </a:tc>
                <a:tc>
                  <a:txBody>
                    <a:bodyPr/>
                    <a:lstStyle/>
                    <a:p>
                      <a:pPr algn="ctr"/>
                      <a:r>
                        <a:rPr lang="en-GB"/>
                        <a:t>Team </a:t>
                      </a:r>
                      <a:endParaRPr lang="en-IN"/>
                    </a:p>
                  </a:txBody>
                  <a:tcPr/>
                </a:tc>
                <a:tc>
                  <a:txBody>
                    <a:bodyPr/>
                    <a:lstStyle/>
                    <a:p>
                      <a:pPr algn="ctr"/>
                      <a:r>
                        <a:rPr lang="en-GB"/>
                        <a:t>Presentation Date</a:t>
                      </a:r>
                      <a:endParaRPr lang="en-IN"/>
                    </a:p>
                  </a:txBody>
                  <a:tcPr/>
                </a:tc>
                <a:extLst>
                  <a:ext uri="{0D108BD9-81ED-4DB2-BD59-A6C34878D82A}">
                    <a16:rowId xmlns:a16="http://schemas.microsoft.com/office/drawing/2014/main" val="10000"/>
                  </a:ext>
                </a:extLst>
              </a:tr>
              <a:tr h="370840">
                <a:tc gridSpan="2">
                  <a:txBody>
                    <a:bodyPr/>
                    <a:lstStyle/>
                    <a:p>
                      <a:pPr lvl="0" algn="l"/>
                      <a:r>
                        <a:rPr lang="en-IN" sz="1350" kern="1200">
                          <a:solidFill>
                            <a:schemeClr val="dk1"/>
                          </a:solidFill>
                          <a:effectLst/>
                          <a:latin typeface="+mn-lt"/>
                          <a:ea typeface="+mn-ea"/>
                          <a:cs typeface="+mn-cs"/>
                        </a:rPr>
                        <a:t>Consumer Persona’s – Banking Usage and Needs Analysis (Accounts, Types of Transactions, Volumes of Transactions, Types of Banking/Payment Apps used, How do they Interact/Interface with Bank, Regulations applicable for these Product Types, Are there gaps /improvements they would like to see from their Banking Product Features or would like Banking Products</a:t>
                      </a:r>
                      <a:r>
                        <a:rPr lang="en-IN" sz="1350" kern="1200" baseline="0">
                          <a:solidFill>
                            <a:schemeClr val="dk1"/>
                          </a:solidFill>
                          <a:effectLst/>
                          <a:latin typeface="+mn-lt"/>
                          <a:ea typeface="+mn-ea"/>
                          <a:cs typeface="+mn-cs"/>
                        </a:rPr>
                        <a:t> to be Offered </a:t>
                      </a:r>
                      <a:r>
                        <a:rPr lang="en-IN" sz="1350" kern="1200">
                          <a:solidFill>
                            <a:schemeClr val="dk1"/>
                          </a:solidFill>
                          <a:effectLst/>
                          <a:latin typeface="+mn-lt"/>
                          <a:ea typeface="+mn-ea"/>
                          <a:cs typeface="+mn-cs"/>
                        </a:rPr>
                        <a:t>and How they are Serviced/Supported by Bank), Banking Tech Requirements / expectations based for the analysis of these consumer Persona’s </a:t>
                      </a:r>
                    </a:p>
                  </a:txBody>
                  <a:tcPr/>
                </a:tc>
                <a:tc hMerge="1">
                  <a:txBody>
                    <a:bodyPr/>
                    <a:lstStyle/>
                    <a:p>
                      <a:endParaRPr lang="en-IN"/>
                    </a:p>
                  </a:txBody>
                  <a:tcPr/>
                </a:tc>
                <a:tc>
                  <a:txBody>
                    <a:bodyPr/>
                    <a:lstStyle/>
                    <a:p>
                      <a:pPr lvl="0" algn="l"/>
                      <a:endParaRPr lang="en-IN" sz="1350" kern="1200">
                        <a:solidFill>
                          <a:schemeClr val="dk1"/>
                        </a:solidFill>
                        <a:effectLst/>
                        <a:latin typeface="+mn-lt"/>
                        <a:ea typeface="+mn-ea"/>
                        <a:cs typeface="+mn-cs"/>
                      </a:endParaRPr>
                    </a:p>
                  </a:txBody>
                  <a:tcPr/>
                </a:tc>
                <a:extLst>
                  <a:ext uri="{0D108BD9-81ED-4DB2-BD59-A6C34878D82A}">
                    <a16:rowId xmlns:a16="http://schemas.microsoft.com/office/drawing/2014/main" val="10001"/>
                  </a:ext>
                </a:extLst>
              </a:tr>
              <a:tr h="370840">
                <a:tc>
                  <a:txBody>
                    <a:bodyPr/>
                    <a:lstStyle/>
                    <a:p>
                      <a:r>
                        <a:rPr lang="en-IN" sz="1350" kern="1200">
                          <a:solidFill>
                            <a:schemeClr val="dk1"/>
                          </a:solidFill>
                          <a:effectLst/>
                          <a:latin typeface="+mn-lt"/>
                          <a:ea typeface="+mn-ea"/>
                          <a:cs typeface="+mn-cs"/>
                        </a:rPr>
                        <a:t>Individuals – Student, Your Parents </a:t>
                      </a:r>
                      <a:endParaRPr lang="en-IN"/>
                    </a:p>
                  </a:txBody>
                  <a:tcPr/>
                </a:tc>
                <a:tc>
                  <a:txBody>
                    <a:bodyPr/>
                    <a:lstStyle/>
                    <a:p>
                      <a:r>
                        <a:rPr lang="en-GB"/>
                        <a:t>1- 5</a:t>
                      </a:r>
                    </a:p>
                    <a:p>
                      <a:r>
                        <a:rPr lang="en-GB"/>
                        <a:t>2- 1</a:t>
                      </a:r>
                      <a:endParaRPr lang="en-IN"/>
                    </a:p>
                  </a:txBody>
                  <a:tcPr/>
                </a:tc>
                <a:tc>
                  <a:txBody>
                    <a:bodyPr/>
                    <a:lstStyle/>
                    <a:p>
                      <a:r>
                        <a:rPr lang="en-GB"/>
                        <a:t>1- Oct 28th</a:t>
                      </a:r>
                    </a:p>
                    <a:p>
                      <a:r>
                        <a:rPr lang="en-GB"/>
                        <a:t>2- Nov 11</a:t>
                      </a:r>
                      <a:r>
                        <a:rPr lang="en-GB" baseline="30000"/>
                        <a:t>th</a:t>
                      </a:r>
                      <a:r>
                        <a:rPr lang="en-GB"/>
                        <a:t> </a:t>
                      </a:r>
                      <a:endParaRPr lang="en-IN"/>
                    </a:p>
                  </a:txBody>
                  <a:tcPr/>
                </a:tc>
                <a:extLst>
                  <a:ext uri="{0D108BD9-81ED-4DB2-BD59-A6C34878D82A}">
                    <a16:rowId xmlns:a16="http://schemas.microsoft.com/office/drawing/2014/main" val="10002"/>
                  </a:ext>
                </a:extLst>
              </a:tr>
              <a:tr h="370840">
                <a:tc>
                  <a:txBody>
                    <a:bodyPr/>
                    <a:lstStyle/>
                    <a:p>
                      <a:r>
                        <a:rPr lang="en-GB"/>
                        <a:t>Micro/Small Business (2 Persona’s) – e.g. Street Vendor/Auto</a:t>
                      </a:r>
                      <a:r>
                        <a:rPr lang="en-GB" baseline="0"/>
                        <a:t> Driver, Kirana Shop/Small Farmer/Small Restaurant</a:t>
                      </a:r>
                      <a:endParaRPr lang="en-IN"/>
                    </a:p>
                  </a:txBody>
                  <a:tcPr/>
                </a:tc>
                <a:tc>
                  <a:txBody>
                    <a:bodyPr/>
                    <a:lstStyle/>
                    <a:p>
                      <a:r>
                        <a:rPr lang="en-GB"/>
                        <a:t>1- 9</a:t>
                      </a:r>
                    </a:p>
                    <a:p>
                      <a:r>
                        <a:rPr lang="en-GB"/>
                        <a:t>2- 11</a:t>
                      </a:r>
                      <a:endParaRPr lang="en-IN"/>
                    </a:p>
                  </a:txBody>
                  <a:tcPr/>
                </a:tc>
                <a:tc>
                  <a:txBody>
                    <a:bodyPr/>
                    <a:lstStyle/>
                    <a:p>
                      <a:r>
                        <a:rPr lang="en-GB"/>
                        <a:t>1- Oct 29</a:t>
                      </a:r>
                      <a:r>
                        <a:rPr lang="en-GB" baseline="30000"/>
                        <a:t>th</a:t>
                      </a:r>
                      <a:r>
                        <a:rPr lang="en-GB"/>
                        <a:t> </a:t>
                      </a:r>
                    </a:p>
                    <a:p>
                      <a:r>
                        <a:rPr lang="en-GB"/>
                        <a:t>2- Nov 10</a:t>
                      </a:r>
                      <a:r>
                        <a:rPr lang="en-GB" baseline="30000"/>
                        <a:t>th</a:t>
                      </a:r>
                      <a:r>
                        <a:rPr lang="en-GB"/>
                        <a:t> </a:t>
                      </a:r>
                      <a:endParaRPr lang="en-IN"/>
                    </a:p>
                  </a:txBody>
                  <a:tcPr/>
                </a:tc>
                <a:extLst>
                  <a:ext uri="{0D108BD9-81ED-4DB2-BD59-A6C34878D82A}">
                    <a16:rowId xmlns:a16="http://schemas.microsoft.com/office/drawing/2014/main" val="10003"/>
                  </a:ext>
                </a:extLst>
              </a:tr>
              <a:tr h="339090">
                <a:tc>
                  <a:txBody>
                    <a:bodyPr/>
                    <a:lstStyle/>
                    <a:p>
                      <a:r>
                        <a:rPr lang="en-GB"/>
                        <a:t>Start up / Entrepreneurs </a:t>
                      </a:r>
                      <a:endParaRPr lang="en-IN"/>
                    </a:p>
                  </a:txBody>
                  <a:tcPr/>
                </a:tc>
                <a:tc>
                  <a:txBody>
                    <a:bodyPr/>
                    <a:lstStyle/>
                    <a:p>
                      <a:r>
                        <a:rPr lang="en-GB"/>
                        <a:t>7</a:t>
                      </a:r>
                    </a:p>
                  </a:txBody>
                  <a:tcPr/>
                </a:tc>
                <a:tc>
                  <a:txBody>
                    <a:bodyPr/>
                    <a:lstStyle/>
                    <a:p>
                      <a:r>
                        <a:rPr lang="en-GB"/>
                        <a:t>Oct 30</a:t>
                      </a:r>
                      <a:r>
                        <a:rPr lang="en-GB" baseline="30000"/>
                        <a:t>th</a:t>
                      </a:r>
                      <a:r>
                        <a:rPr lang="en-GB"/>
                        <a:t> </a:t>
                      </a:r>
                    </a:p>
                  </a:txBody>
                  <a:tcPr/>
                </a:tc>
                <a:extLst>
                  <a:ext uri="{0D108BD9-81ED-4DB2-BD59-A6C34878D82A}">
                    <a16:rowId xmlns:a16="http://schemas.microsoft.com/office/drawing/2014/main" val="10004"/>
                  </a:ext>
                </a:extLst>
              </a:tr>
              <a:tr h="370840">
                <a:tc>
                  <a:txBody>
                    <a:bodyPr/>
                    <a:lstStyle/>
                    <a:p>
                      <a:r>
                        <a:rPr lang="en-GB"/>
                        <a:t>Large Institution </a:t>
                      </a:r>
                      <a:r>
                        <a:rPr lang="en-GB" baseline="0"/>
                        <a:t> (</a:t>
                      </a:r>
                      <a:r>
                        <a:rPr lang="en-GB"/>
                        <a:t>MIT Manipal )</a:t>
                      </a:r>
                      <a:endParaRPr lang="en-IN"/>
                    </a:p>
                  </a:txBody>
                  <a:tcPr/>
                </a:tc>
                <a:tc>
                  <a:txBody>
                    <a:bodyPr/>
                    <a:lstStyle/>
                    <a:p>
                      <a:r>
                        <a:rPr lang="en-US"/>
                        <a:t>10 </a:t>
                      </a:r>
                      <a:endParaRPr lang="en-IN"/>
                    </a:p>
                  </a:txBody>
                  <a:tcPr/>
                </a:tc>
                <a:tc>
                  <a:txBody>
                    <a:bodyPr/>
                    <a:lstStyle/>
                    <a:p>
                      <a:r>
                        <a:rPr lang="en-GB"/>
                        <a:t>Nov 10</a:t>
                      </a:r>
                      <a:r>
                        <a:rPr lang="en-GB" baseline="30000"/>
                        <a:t>th</a:t>
                      </a:r>
                      <a:r>
                        <a:rPr lang="en-GB"/>
                        <a:t> </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47654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2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19d18e7-b6f4-44b2-a30d-039416a1afd5">
      <Terms xmlns="http://schemas.microsoft.com/office/infopath/2007/PartnerControls"/>
    </lcf76f155ced4ddcb4097134ff3c332f>
    <TaxCatchAll xmlns="ab77c976-bbb5-4b8d-ac68-f4e8fdd654c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0105630722B1499A7303032CEA7F5F" ma:contentTypeVersion="12" ma:contentTypeDescription="Create a new document." ma:contentTypeScope="" ma:versionID="49f0c3123c888f8eac6e671ddd2e3895">
  <xsd:schema xmlns:xsd="http://www.w3.org/2001/XMLSchema" xmlns:xs="http://www.w3.org/2001/XMLSchema" xmlns:p="http://schemas.microsoft.com/office/2006/metadata/properties" xmlns:ns2="e19d18e7-b6f4-44b2-a30d-039416a1afd5" xmlns:ns3="ab77c976-bbb5-4b8d-ac68-f4e8fdd654ca" targetNamespace="http://schemas.microsoft.com/office/2006/metadata/properties" ma:root="true" ma:fieldsID="99e5fd3306529c33a4682ef5f712bcce" ns2:_="" ns3:_="">
    <xsd:import namespace="e19d18e7-b6f4-44b2-a30d-039416a1afd5"/>
    <xsd:import namespace="ab77c976-bbb5-4b8d-ac68-f4e8fdd654c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9d18e7-b6f4-44b2-a30d-039416a1af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77c976-bbb5-4b8d-ac68-f4e8fdd654c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a6ecbd1-8ffd-4f7f-8d0a-9e61c4c5d8fa}" ma:internalName="TaxCatchAll" ma:showField="CatchAllData" ma:web="ab77c976-bbb5-4b8d-ac68-f4e8fdd654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94A2EB-6D6C-4E1A-952A-24C3FF4D6866}">
  <ds:schemaRefs>
    <ds:schemaRef ds:uri="http://schemas.microsoft.com/sharepoint/v3/contenttype/forms"/>
  </ds:schemaRefs>
</ds:datastoreItem>
</file>

<file path=customXml/itemProps2.xml><?xml version="1.0" encoding="utf-8"?>
<ds:datastoreItem xmlns:ds="http://schemas.openxmlformats.org/officeDocument/2006/customXml" ds:itemID="{983B85C4-29FC-4683-8A0D-6C3844568239}">
  <ds:schemaRefs>
    <ds:schemaRef ds:uri="ab77c976-bbb5-4b8d-ac68-f4e8fdd654ca"/>
    <ds:schemaRef ds:uri="e19d18e7-b6f4-44b2-a30d-039416a1afd5"/>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31CD32D6-5E68-4B12-B79A-B0B7E19F9E65}">
  <ds:schemaRefs>
    <ds:schemaRef ds:uri="ab77c976-bbb5-4b8d-ac68-f4e8fdd654ca"/>
    <ds:schemaRef ds:uri="e19d18e7-b6f4-44b2-a30d-039416a1afd5"/>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62</Slides>
  <Notes>49</Notes>
  <HiddenSlides>0</HiddenSlides>
  <ScaleCrop>false</ScaleCrop>
  <HeadingPairs>
    <vt:vector size="4" baseType="variant">
      <vt:variant>
        <vt:lpstr>Theme</vt:lpstr>
      </vt:variant>
      <vt:variant>
        <vt:i4>7</vt:i4>
      </vt:variant>
      <vt:variant>
        <vt:lpstr>Slide Titles</vt:lpstr>
      </vt:variant>
      <vt:variant>
        <vt:i4>62</vt:i4>
      </vt:variant>
    </vt:vector>
  </HeadingPairs>
  <TitlesOfParts>
    <vt:vector size="69" baseType="lpstr">
      <vt:lpstr>Office Theme</vt:lpstr>
      <vt:lpstr>1_Depth</vt:lpstr>
      <vt:lpstr>2_Depth</vt:lpstr>
      <vt:lpstr>1_Office Theme</vt:lpstr>
      <vt:lpstr>3_Office Theme</vt:lpstr>
      <vt:lpstr>2_Office Theme</vt:lpstr>
      <vt:lpstr>Depth</vt:lpstr>
      <vt:lpstr>PowerPoint Presentation</vt:lpstr>
      <vt:lpstr>PowerPoint Presentation</vt:lpstr>
      <vt:lpstr>Student – Banking Experience Talk  </vt:lpstr>
      <vt:lpstr>Core Banking Platforms Engineering – Capability Layering </vt:lpstr>
      <vt:lpstr>Core Banking Platforms Engineering – Country Variation Considerations</vt:lpstr>
      <vt:lpstr>Banking Regulations</vt:lpstr>
      <vt:lpstr>Types of Banking Regulations (KYC, AML, Data Privacy)</vt:lpstr>
      <vt:lpstr>Variation in Regulatory Requirements Across Countries</vt:lpstr>
      <vt:lpstr>Regulatory Bodies</vt:lpstr>
      <vt:lpstr>Sample US Deposits Regulations – Large in Number and Complex </vt:lpstr>
      <vt:lpstr>Sample US Lending Regulations – Large in Number and Complex </vt:lpstr>
      <vt:lpstr>Engineering Core Banking Platforms for Compliance</vt:lpstr>
      <vt:lpstr>Building Compliance into Core Banking Platform Architecture</vt:lpstr>
      <vt:lpstr>Adapting to Regulatory Changes and Updates</vt:lpstr>
      <vt:lpstr>PowerPoint Presentation</vt:lpstr>
      <vt:lpstr>PowerPoint Presentation</vt:lpstr>
      <vt:lpstr>PowerPoint Presentation</vt:lpstr>
      <vt:lpstr>PowerPoint Presentation</vt:lpstr>
      <vt:lpstr>Introduction Accounting Models </vt:lpstr>
      <vt:lpstr>Importance of accounting standards in banking</vt:lpstr>
      <vt:lpstr>Introduction to US GAAP, IFRS, and India GAAP</vt:lpstr>
      <vt:lpstr>Key Features of US GAAP in Core Banking</vt:lpstr>
      <vt:lpstr>Recognition and measurement of financial instruments</vt:lpstr>
      <vt:lpstr>Revenue recognition and loan accounting</vt:lpstr>
      <vt:lpstr>Disclosure requirements specific to banks</vt:lpstr>
      <vt:lpstr>IFRS Standards and Their Impact on Core Banking</vt:lpstr>
      <vt:lpstr>Principles-based approach under IFRS</vt:lpstr>
      <vt:lpstr>IFRS 9: Financial Instruments and its implications</vt:lpstr>
      <vt:lpstr>Comparative disclosures and transparency</vt:lpstr>
      <vt:lpstr>India GAAP: Unique Features and Regulatory Framework</vt:lpstr>
      <vt:lpstr>Key provisions relevant to banking operations</vt:lpstr>
      <vt:lpstr>Transition to Ind AS and its impact on banks</vt:lpstr>
      <vt:lpstr>Regulatory oversight and compliance requirements</vt:lpstr>
      <vt:lpstr>Comparative Analysis and Practical Considerations</vt:lpstr>
      <vt:lpstr>Key similarities and differences among the models</vt:lpstr>
      <vt:lpstr>Challenges in implementation across jurisdictions</vt:lpstr>
      <vt:lpstr>Building a New Core Product Processor</vt:lpstr>
      <vt:lpstr>Steps in Building a New Core Product Processor</vt:lpstr>
      <vt:lpstr>Steps in Building a New Core Product Processor – First Time Activities</vt:lpstr>
      <vt:lpstr>Steps in Building a New Core Product Processor – First Time Activities </vt:lpstr>
      <vt:lpstr>Solution Definition - Basics</vt:lpstr>
      <vt:lpstr>Test Strategy Definition</vt:lpstr>
      <vt:lpstr>Introduction to Business Process Modelling</vt:lpstr>
      <vt:lpstr>Definition and purpose of business process modelling</vt:lpstr>
      <vt:lpstr>Key terms and concepts</vt:lpstr>
      <vt:lpstr>Importance in modern organizations</vt:lpstr>
      <vt:lpstr>Common Methodologies and Notations</vt:lpstr>
      <vt:lpstr>Business Process Model and Notation (BPMN)</vt:lpstr>
      <vt:lpstr>Unified Modelling Language (UML)</vt:lpstr>
      <vt:lpstr>Process identification and documentation</vt:lpstr>
      <vt:lpstr>Analysis and optimization</vt:lpstr>
      <vt:lpstr>Business Process Deliverables</vt:lpstr>
      <vt:lpstr>Business Process Flow Definition – Basic Deliverables</vt:lpstr>
      <vt:lpstr>Business Process Flow Definition – Basic Deliverables</vt:lpstr>
      <vt:lpstr>Business Process Flow Definition – Basic Deliverable’s</vt:lpstr>
      <vt:lpstr>Interface Detailing and Implementation</vt:lpstr>
      <vt:lpstr>Interface Detailing and Implementation </vt:lpstr>
      <vt:lpstr>Certification</vt:lpstr>
      <vt:lpstr>Certification  </vt:lpstr>
      <vt:lpstr>Analysis and Thought Paper  Topics –  Discussion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revision>2</cp:revision>
  <dcterms:created xsi:type="dcterms:W3CDTF">2013-01-27T09:14:16Z</dcterms:created>
  <dcterms:modified xsi:type="dcterms:W3CDTF">2025-09-15T15:27:38Z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e1e58c1-766d-4ff4-9619-b604fc37898b_Enabled">
    <vt:lpwstr>true</vt:lpwstr>
  </property>
  <property fmtid="{D5CDD505-2E9C-101B-9397-08002B2CF9AE}" pid="3" name="MSIP_Label_9e1e58c1-766d-4ff4-9619-b604fc37898b_SetDate">
    <vt:lpwstr>2025-07-15T01:28:23Z</vt:lpwstr>
  </property>
  <property fmtid="{D5CDD505-2E9C-101B-9397-08002B2CF9AE}" pid="4" name="MSIP_Label_9e1e58c1-766d-4ff4-9619-b604fc37898b_Method">
    <vt:lpwstr>Standard</vt:lpwstr>
  </property>
  <property fmtid="{D5CDD505-2E9C-101B-9397-08002B2CF9AE}" pid="5" name="MSIP_Label_9e1e58c1-766d-4ff4-9619-b604fc37898b_Name">
    <vt:lpwstr>Internal Use</vt:lpwstr>
  </property>
  <property fmtid="{D5CDD505-2E9C-101B-9397-08002B2CF9AE}" pid="6" name="MSIP_Label_9e1e58c1-766d-4ff4-9619-b604fc37898b_SiteId">
    <vt:lpwstr>e3ff91d8-34c8-4b15-a0b4-18910a6ac575</vt:lpwstr>
  </property>
  <property fmtid="{D5CDD505-2E9C-101B-9397-08002B2CF9AE}" pid="7" name="MSIP_Label_9e1e58c1-766d-4ff4-9619-b604fc37898b_ActionId">
    <vt:lpwstr>6fce0095-a8ee-4a9f-8be2-6ebf93ecbae1</vt:lpwstr>
  </property>
  <property fmtid="{D5CDD505-2E9C-101B-9397-08002B2CF9AE}" pid="8" name="MSIP_Label_9e1e58c1-766d-4ff4-9619-b604fc37898b_ContentBits">
    <vt:lpwstr>0</vt:lpwstr>
  </property>
  <property fmtid="{D5CDD505-2E9C-101B-9397-08002B2CF9AE}" pid="9" name="MSIP_Label_9e1e58c1-766d-4ff4-9619-b604fc37898b_Tag">
    <vt:lpwstr>10, 3, 0, 1</vt:lpwstr>
  </property>
  <property fmtid="{D5CDD505-2E9C-101B-9397-08002B2CF9AE}" pid="10" name="ContentTypeId">
    <vt:lpwstr>0x010100E50105630722B1499A7303032CEA7F5F</vt:lpwstr>
  </property>
  <property fmtid="{D5CDD505-2E9C-101B-9397-08002B2CF9AE}" pid="11" name="MediaServiceImageTags">
    <vt:lpwstr/>
  </property>
</Properties>
</file>