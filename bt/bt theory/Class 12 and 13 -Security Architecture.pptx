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theme/theme2.xml" ContentType="application/vnd.openxmlformats-officedocument.theme+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theme/theme3.xml" ContentType="application/vnd.openxmlformats-officedocument.theme+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6.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34.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35.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38.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notesSlides/notesSlide5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851" r:id="rId5"/>
    <p:sldMasterId id="2147483883" r:id="rId6"/>
    <p:sldMasterId id="2147484017" r:id="rId7"/>
  </p:sldMasterIdLst>
  <p:notesMasterIdLst>
    <p:notesMasterId r:id="rId59"/>
  </p:notesMasterIdLst>
  <p:sldIdLst>
    <p:sldId id="268" r:id="rId8"/>
    <p:sldId id="2147483075" r:id="rId9"/>
    <p:sldId id="2147483129" r:id="rId10"/>
    <p:sldId id="2147483086" r:id="rId11"/>
    <p:sldId id="2561" r:id="rId12"/>
    <p:sldId id="2147483112" r:id="rId13"/>
    <p:sldId id="2147483102" r:id="rId14"/>
    <p:sldId id="2580" r:id="rId15"/>
    <p:sldId id="258" r:id="rId16"/>
    <p:sldId id="260" r:id="rId17"/>
    <p:sldId id="261" r:id="rId18"/>
    <p:sldId id="257" r:id="rId19"/>
    <p:sldId id="2147483104" r:id="rId20"/>
    <p:sldId id="263" r:id="rId21"/>
    <p:sldId id="264" r:id="rId22"/>
    <p:sldId id="265" r:id="rId23"/>
    <p:sldId id="256" r:id="rId24"/>
    <p:sldId id="259" r:id="rId25"/>
    <p:sldId id="2147483105" r:id="rId26"/>
    <p:sldId id="2147483113" r:id="rId27"/>
    <p:sldId id="2147483114" r:id="rId28"/>
    <p:sldId id="262" r:id="rId29"/>
    <p:sldId id="266" r:id="rId30"/>
    <p:sldId id="2147483125" r:id="rId31"/>
    <p:sldId id="2147483116" r:id="rId32"/>
    <p:sldId id="2147483117" r:id="rId33"/>
    <p:sldId id="2147483118" r:id="rId34"/>
    <p:sldId id="2147483119" r:id="rId35"/>
    <p:sldId id="2147483126" r:id="rId36"/>
    <p:sldId id="2147483115" r:id="rId37"/>
    <p:sldId id="2147483120" r:id="rId38"/>
    <p:sldId id="2147483121" r:id="rId39"/>
    <p:sldId id="2147483122" r:id="rId40"/>
    <p:sldId id="2564" r:id="rId41"/>
    <p:sldId id="2147483123" r:id="rId42"/>
    <p:sldId id="2147483124" r:id="rId43"/>
    <p:sldId id="2563" r:id="rId44"/>
    <p:sldId id="2565" r:id="rId45"/>
    <p:sldId id="269" r:id="rId46"/>
    <p:sldId id="2147483127" r:id="rId47"/>
    <p:sldId id="274" r:id="rId48"/>
    <p:sldId id="277" r:id="rId49"/>
    <p:sldId id="278" r:id="rId50"/>
    <p:sldId id="270" r:id="rId51"/>
    <p:sldId id="271" r:id="rId52"/>
    <p:sldId id="2147483107" r:id="rId53"/>
    <p:sldId id="2147483106" r:id="rId54"/>
    <p:sldId id="2147483108" r:id="rId55"/>
    <p:sldId id="2147483111" r:id="rId56"/>
    <p:sldId id="2147483110" r:id="rId57"/>
    <p:sldId id="2147483128" r:id="rId5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1" d="100"/>
          <a:sy n="51" d="100"/>
        </p:scale>
        <p:origin x="1256" y="264"/>
      </p:cViewPr>
      <p:guideLst/>
    </p:cSldViewPr>
  </p:slid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48" d="100"/>
          <a:sy n="48" d="100"/>
        </p:scale>
        <p:origin x="2752" y="3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slide" Target="slides/slide32.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slide" Target="slides/slide35.xml"/><Relationship Id="rId47" Type="http://schemas.openxmlformats.org/officeDocument/2006/relationships/slide" Target="slides/slide40.xml"/><Relationship Id="rId50" Type="http://schemas.openxmlformats.org/officeDocument/2006/relationships/slide" Target="slides/slide43.xml"/><Relationship Id="rId55" Type="http://schemas.openxmlformats.org/officeDocument/2006/relationships/slide" Target="slides/slide48.xml"/><Relationship Id="rId63" Type="http://schemas.openxmlformats.org/officeDocument/2006/relationships/tableStyles" Target="tableStyle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3" Type="http://schemas.openxmlformats.org/officeDocument/2006/relationships/slide" Target="slides/slide46.xml"/><Relationship Id="rId58" Type="http://schemas.openxmlformats.org/officeDocument/2006/relationships/slide" Target="slides/slide51.xml"/><Relationship Id="rId5" Type="http://schemas.openxmlformats.org/officeDocument/2006/relationships/slideMaster" Target="slideMasters/slideMaster2.xml"/><Relationship Id="rId61" Type="http://schemas.openxmlformats.org/officeDocument/2006/relationships/viewProps" Target="viewProps.xml"/><Relationship Id="rId19" Type="http://schemas.openxmlformats.org/officeDocument/2006/relationships/slide" Target="slides/slide1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slide" Target="slides/slide41.xml"/><Relationship Id="rId56" Type="http://schemas.openxmlformats.org/officeDocument/2006/relationships/slide" Target="slides/slide49.xml"/><Relationship Id="rId64" Type="http://schemas.microsoft.com/office/2016/11/relationships/changesInfo" Target="changesInfos/changesInfo1.xml"/><Relationship Id="rId8" Type="http://schemas.openxmlformats.org/officeDocument/2006/relationships/slide" Target="slides/slide1.xml"/><Relationship Id="rId51" Type="http://schemas.openxmlformats.org/officeDocument/2006/relationships/slide" Target="slides/slide44.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59" Type="http://schemas.openxmlformats.org/officeDocument/2006/relationships/notesMaster" Target="notesMasters/notesMaster1.xml"/><Relationship Id="rId20" Type="http://schemas.openxmlformats.org/officeDocument/2006/relationships/slide" Target="slides/slide13.xml"/><Relationship Id="rId41" Type="http://schemas.openxmlformats.org/officeDocument/2006/relationships/slide" Target="slides/slide34.xml"/><Relationship Id="rId54" Type="http://schemas.openxmlformats.org/officeDocument/2006/relationships/slide" Target="slides/slide47.xml"/><Relationship Id="rId62"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 Id="rId57" Type="http://schemas.openxmlformats.org/officeDocument/2006/relationships/slide" Target="slides/slide50.xml"/><Relationship Id="rId10" Type="http://schemas.openxmlformats.org/officeDocument/2006/relationships/slide" Target="slides/slide3.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slide" Target="slides/slide45.xml"/><Relationship Id="rId6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enu Madhav Miriyala" userId="cadeccc7-d87a-45af-9b9e-4df35f42ccec" providerId="ADAL" clId="{A65A4B35-FA2E-42C3-9E2E-489610CDE835}"/>
    <pc:docChg chg="undo redo custSel addSld delSld modSld sldOrd delMainMaster modMainMaster delSection modSection">
      <pc:chgData name="Venu Madhav Miriyala" userId="cadeccc7-d87a-45af-9b9e-4df35f42ccec" providerId="ADAL" clId="{A65A4B35-FA2E-42C3-9E2E-489610CDE835}" dt="2025-10-21T11:16:00.139" v="19684" actId="20577"/>
      <pc:docMkLst>
        <pc:docMk/>
      </pc:docMkLst>
      <pc:sldChg chg="addSp delSp modSp add del mod ord setBg modClrScheme delDesignElem chgLayout modNotesTx">
        <pc:chgData name="Venu Madhav Miriyala" userId="cadeccc7-d87a-45af-9b9e-4df35f42ccec" providerId="ADAL" clId="{A65A4B35-FA2E-42C3-9E2E-489610CDE835}" dt="2025-10-15T04:00:18.582" v="19563"/>
        <pc:sldMkLst>
          <pc:docMk/>
          <pc:sldMk cId="4102412806" sldId="256"/>
        </pc:sldMkLst>
        <pc:spChg chg="mod ord">
          <ac:chgData name="Venu Madhav Miriyala" userId="cadeccc7-d87a-45af-9b9e-4df35f42ccec" providerId="ADAL" clId="{A65A4B35-FA2E-42C3-9E2E-489610CDE835}" dt="2025-10-15T04:00:18.582" v="19563"/>
          <ac:spMkLst>
            <pc:docMk/>
            <pc:sldMk cId="4102412806" sldId="256"/>
            <ac:spMk id="2" creationId="{0684D372-6EC2-1BF6-E1F2-FDD71D8FA296}"/>
          </ac:spMkLst>
        </pc:spChg>
        <pc:spChg chg="mod ord">
          <ac:chgData name="Venu Madhav Miriyala" userId="cadeccc7-d87a-45af-9b9e-4df35f42ccec" providerId="ADAL" clId="{A65A4B35-FA2E-42C3-9E2E-489610CDE835}" dt="2025-10-15T04:00:18.582" v="19563"/>
          <ac:spMkLst>
            <pc:docMk/>
            <pc:sldMk cId="4102412806" sldId="256"/>
            <ac:spMk id="4" creationId="{D6CCBA2C-96E6-3A98-AF7C-085DA25DCED9}"/>
          </ac:spMkLst>
        </pc:spChg>
        <pc:picChg chg="mod ord">
          <ac:chgData name="Venu Madhav Miriyala" userId="cadeccc7-d87a-45af-9b9e-4df35f42ccec" providerId="ADAL" clId="{A65A4B35-FA2E-42C3-9E2E-489610CDE835}" dt="2025-10-15T04:00:18.582" v="19563"/>
          <ac:picMkLst>
            <pc:docMk/>
            <pc:sldMk cId="4102412806" sldId="256"/>
            <ac:picMk id="5" creationId="{66AA1A68-B123-4F2A-952A-05047FF49BDD}"/>
          </ac:picMkLst>
        </pc:picChg>
      </pc:sldChg>
      <pc:sldChg chg="addSp delSp modSp add del mod setBg modClrScheme delDesignElem chgLayout modNotesTx">
        <pc:chgData name="Venu Madhav Miriyala" userId="cadeccc7-d87a-45af-9b9e-4df35f42ccec" providerId="ADAL" clId="{A65A4B35-FA2E-42C3-9E2E-489610CDE835}" dt="2025-10-15T04:00:18.582" v="19563"/>
        <pc:sldMkLst>
          <pc:docMk/>
          <pc:sldMk cId="2977663935" sldId="257"/>
        </pc:sldMkLst>
        <pc:spChg chg="mod ord">
          <ac:chgData name="Venu Madhav Miriyala" userId="cadeccc7-d87a-45af-9b9e-4df35f42ccec" providerId="ADAL" clId="{A65A4B35-FA2E-42C3-9E2E-489610CDE835}" dt="2025-10-15T04:00:18.582" v="19563"/>
          <ac:spMkLst>
            <pc:docMk/>
            <pc:sldMk cId="2977663935" sldId="257"/>
            <ac:spMk id="2" creationId="{A0E4DD02-828B-C742-9593-50A5CEFDD5F0}"/>
          </ac:spMkLst>
        </pc:spChg>
        <pc:spChg chg="mod ord">
          <ac:chgData name="Venu Madhav Miriyala" userId="cadeccc7-d87a-45af-9b9e-4df35f42ccec" providerId="ADAL" clId="{A65A4B35-FA2E-42C3-9E2E-489610CDE835}" dt="2025-10-15T04:00:18.582" v="19563"/>
          <ac:spMkLst>
            <pc:docMk/>
            <pc:sldMk cId="2977663935" sldId="257"/>
            <ac:spMk id="4" creationId="{7DCD21F8-E2BE-F868-F224-D29DD247AD7B}"/>
          </ac:spMkLst>
        </pc:spChg>
        <pc:picChg chg="mod ord">
          <ac:chgData name="Venu Madhav Miriyala" userId="cadeccc7-d87a-45af-9b9e-4df35f42ccec" providerId="ADAL" clId="{A65A4B35-FA2E-42C3-9E2E-489610CDE835}" dt="2025-10-15T04:00:18.582" v="19563"/>
          <ac:picMkLst>
            <pc:docMk/>
            <pc:sldMk cId="2977663935" sldId="257"/>
            <ac:picMk id="5" creationId="{8B04E1F1-3D5A-4A8D-B7B5-0E68A7DE79D1}"/>
          </ac:picMkLst>
        </pc:picChg>
      </pc:sldChg>
      <pc:sldChg chg="addSp delSp modSp add del mod setBg modClrScheme delDesignElem chgLayout">
        <pc:chgData name="Venu Madhav Miriyala" userId="cadeccc7-d87a-45af-9b9e-4df35f42ccec" providerId="ADAL" clId="{A65A4B35-FA2E-42C3-9E2E-489610CDE835}" dt="2025-10-15T04:00:18.582" v="19563"/>
        <pc:sldMkLst>
          <pc:docMk/>
          <pc:sldMk cId="3013059403" sldId="258"/>
        </pc:sldMkLst>
        <pc:spChg chg="mod ord">
          <ac:chgData name="Venu Madhav Miriyala" userId="cadeccc7-d87a-45af-9b9e-4df35f42ccec" providerId="ADAL" clId="{A65A4B35-FA2E-42C3-9E2E-489610CDE835}" dt="2025-10-15T04:00:18.582" v="19563"/>
          <ac:spMkLst>
            <pc:docMk/>
            <pc:sldMk cId="3013059403" sldId="258"/>
            <ac:spMk id="2" creationId="{B1320073-E689-871A-3817-0AC59B83F572}"/>
          </ac:spMkLst>
        </pc:spChg>
        <pc:spChg chg="mod ord">
          <ac:chgData name="Venu Madhav Miriyala" userId="cadeccc7-d87a-45af-9b9e-4df35f42ccec" providerId="ADAL" clId="{A65A4B35-FA2E-42C3-9E2E-489610CDE835}" dt="2025-10-15T04:00:18.582" v="19563"/>
          <ac:spMkLst>
            <pc:docMk/>
            <pc:sldMk cId="3013059403" sldId="258"/>
            <ac:spMk id="4" creationId="{C26DE7EE-CF5A-E6B4-1CFA-80F4704AD1E5}"/>
          </ac:spMkLst>
        </pc:spChg>
        <pc:picChg chg="mod ord">
          <ac:chgData name="Venu Madhav Miriyala" userId="cadeccc7-d87a-45af-9b9e-4df35f42ccec" providerId="ADAL" clId="{A65A4B35-FA2E-42C3-9E2E-489610CDE835}" dt="2025-10-15T04:00:18.582" v="19563"/>
          <ac:picMkLst>
            <pc:docMk/>
            <pc:sldMk cId="3013059403" sldId="258"/>
            <ac:picMk id="5" creationId="{462ACCB3-DB43-45DA-9927-9CE454B7B9C5}"/>
          </ac:picMkLst>
        </pc:picChg>
      </pc:sldChg>
      <pc:sldChg chg="addSp delSp modSp add del mod setBg modClrScheme delDesignElem chgLayout modNotesTx">
        <pc:chgData name="Venu Madhav Miriyala" userId="cadeccc7-d87a-45af-9b9e-4df35f42ccec" providerId="ADAL" clId="{A65A4B35-FA2E-42C3-9E2E-489610CDE835}" dt="2025-10-15T04:00:18.582" v="19563"/>
        <pc:sldMkLst>
          <pc:docMk/>
          <pc:sldMk cId="3828115921" sldId="259"/>
        </pc:sldMkLst>
        <pc:spChg chg="mod ord">
          <ac:chgData name="Venu Madhav Miriyala" userId="cadeccc7-d87a-45af-9b9e-4df35f42ccec" providerId="ADAL" clId="{A65A4B35-FA2E-42C3-9E2E-489610CDE835}" dt="2025-10-15T04:00:18.582" v="19563"/>
          <ac:spMkLst>
            <pc:docMk/>
            <pc:sldMk cId="3828115921" sldId="259"/>
            <ac:spMk id="2" creationId="{996B2AF6-224A-335C-3848-1116C9EE0B78}"/>
          </ac:spMkLst>
        </pc:spChg>
        <pc:spChg chg="mod ord">
          <ac:chgData name="Venu Madhav Miriyala" userId="cadeccc7-d87a-45af-9b9e-4df35f42ccec" providerId="ADAL" clId="{A65A4B35-FA2E-42C3-9E2E-489610CDE835}" dt="2025-10-15T04:00:18.582" v="19563"/>
          <ac:spMkLst>
            <pc:docMk/>
            <pc:sldMk cId="3828115921" sldId="259"/>
            <ac:spMk id="4" creationId="{6B8947A0-11CD-15A2-0B30-5826019B6339}"/>
          </ac:spMkLst>
        </pc:spChg>
        <pc:picChg chg="mod ord">
          <ac:chgData name="Venu Madhav Miriyala" userId="cadeccc7-d87a-45af-9b9e-4df35f42ccec" providerId="ADAL" clId="{A65A4B35-FA2E-42C3-9E2E-489610CDE835}" dt="2025-10-15T04:00:18.582" v="19563"/>
          <ac:picMkLst>
            <pc:docMk/>
            <pc:sldMk cId="3828115921" sldId="259"/>
            <ac:picMk id="5" creationId="{EBBA260C-B771-4586-B295-83D90C1C5BB4}"/>
          </ac:picMkLst>
        </pc:picChg>
      </pc:sldChg>
      <pc:sldChg chg="addSp delSp modSp add del mod setBg modClrScheme delDesignElem chgLayout modNotesTx">
        <pc:chgData name="Venu Madhav Miriyala" userId="cadeccc7-d87a-45af-9b9e-4df35f42ccec" providerId="ADAL" clId="{A65A4B35-FA2E-42C3-9E2E-489610CDE835}" dt="2025-10-15T04:00:18.582" v="19563"/>
        <pc:sldMkLst>
          <pc:docMk/>
          <pc:sldMk cId="89963021" sldId="260"/>
        </pc:sldMkLst>
        <pc:spChg chg="mod ord">
          <ac:chgData name="Venu Madhav Miriyala" userId="cadeccc7-d87a-45af-9b9e-4df35f42ccec" providerId="ADAL" clId="{A65A4B35-FA2E-42C3-9E2E-489610CDE835}" dt="2025-10-15T04:00:18.582" v="19563"/>
          <ac:spMkLst>
            <pc:docMk/>
            <pc:sldMk cId="89963021" sldId="260"/>
            <ac:spMk id="2" creationId="{FDA95D65-0509-48C9-01CD-D4D4C5CF3D47}"/>
          </ac:spMkLst>
        </pc:spChg>
        <pc:spChg chg="mod ord">
          <ac:chgData name="Venu Madhav Miriyala" userId="cadeccc7-d87a-45af-9b9e-4df35f42ccec" providerId="ADAL" clId="{A65A4B35-FA2E-42C3-9E2E-489610CDE835}" dt="2025-10-15T04:00:18.582" v="19563"/>
          <ac:spMkLst>
            <pc:docMk/>
            <pc:sldMk cId="89963021" sldId="260"/>
            <ac:spMk id="4" creationId="{D3596CC4-629B-1B1E-D349-5468587E956A}"/>
          </ac:spMkLst>
        </pc:spChg>
        <pc:picChg chg="mod ord">
          <ac:chgData name="Venu Madhav Miriyala" userId="cadeccc7-d87a-45af-9b9e-4df35f42ccec" providerId="ADAL" clId="{A65A4B35-FA2E-42C3-9E2E-489610CDE835}" dt="2025-10-15T04:00:18.582" v="19563"/>
          <ac:picMkLst>
            <pc:docMk/>
            <pc:sldMk cId="89963021" sldId="260"/>
            <ac:picMk id="5" creationId="{FBCC362D-C042-4583-84E8-4223C45CCD78}"/>
          </ac:picMkLst>
        </pc:picChg>
      </pc:sldChg>
      <pc:sldChg chg="addSp delSp modSp add del mod setBg modClrScheme delDesignElem chgLayout modNotesTx">
        <pc:chgData name="Venu Madhav Miriyala" userId="cadeccc7-d87a-45af-9b9e-4df35f42ccec" providerId="ADAL" clId="{A65A4B35-FA2E-42C3-9E2E-489610CDE835}" dt="2025-10-15T04:00:18.582" v="19563"/>
        <pc:sldMkLst>
          <pc:docMk/>
          <pc:sldMk cId="1490915126" sldId="261"/>
        </pc:sldMkLst>
        <pc:spChg chg="mod ord">
          <ac:chgData name="Venu Madhav Miriyala" userId="cadeccc7-d87a-45af-9b9e-4df35f42ccec" providerId="ADAL" clId="{A65A4B35-FA2E-42C3-9E2E-489610CDE835}" dt="2025-10-15T04:00:18.582" v="19563"/>
          <ac:spMkLst>
            <pc:docMk/>
            <pc:sldMk cId="1490915126" sldId="261"/>
            <ac:spMk id="2" creationId="{1B3E2F2D-1144-F1FB-9F58-2A84C494881A}"/>
          </ac:spMkLst>
        </pc:spChg>
        <pc:spChg chg="mod ord">
          <ac:chgData name="Venu Madhav Miriyala" userId="cadeccc7-d87a-45af-9b9e-4df35f42ccec" providerId="ADAL" clId="{A65A4B35-FA2E-42C3-9E2E-489610CDE835}" dt="2025-10-15T04:00:18.582" v="19563"/>
          <ac:spMkLst>
            <pc:docMk/>
            <pc:sldMk cId="1490915126" sldId="261"/>
            <ac:spMk id="4" creationId="{72FCAC23-F2D6-4D0E-EDC5-5B0DE52AE9EA}"/>
          </ac:spMkLst>
        </pc:spChg>
        <pc:picChg chg="mod ord">
          <ac:chgData name="Venu Madhav Miriyala" userId="cadeccc7-d87a-45af-9b9e-4df35f42ccec" providerId="ADAL" clId="{A65A4B35-FA2E-42C3-9E2E-489610CDE835}" dt="2025-10-15T04:00:18.582" v="19563"/>
          <ac:picMkLst>
            <pc:docMk/>
            <pc:sldMk cId="1490915126" sldId="261"/>
            <ac:picMk id="5" creationId="{AE7803FB-7098-43F5-BB53-3B99799FDA5B}"/>
          </ac:picMkLst>
        </pc:picChg>
      </pc:sldChg>
      <pc:sldChg chg="addSp delSp modSp add del mod ord setBg modClrScheme delDesignElem chgLayout modNotesTx">
        <pc:chgData name="Venu Madhav Miriyala" userId="cadeccc7-d87a-45af-9b9e-4df35f42ccec" providerId="ADAL" clId="{A65A4B35-FA2E-42C3-9E2E-489610CDE835}" dt="2025-10-15T04:00:18.582" v="19563"/>
        <pc:sldMkLst>
          <pc:docMk/>
          <pc:sldMk cId="2653669725" sldId="262"/>
        </pc:sldMkLst>
        <pc:spChg chg="mod ord">
          <ac:chgData name="Venu Madhav Miriyala" userId="cadeccc7-d87a-45af-9b9e-4df35f42ccec" providerId="ADAL" clId="{A65A4B35-FA2E-42C3-9E2E-489610CDE835}" dt="2025-10-15T04:00:18.582" v="19563"/>
          <ac:spMkLst>
            <pc:docMk/>
            <pc:sldMk cId="2653669725" sldId="262"/>
            <ac:spMk id="2" creationId="{C896B8BD-C726-0D61-9484-712231733EC7}"/>
          </ac:spMkLst>
        </pc:spChg>
        <pc:spChg chg="mod ord">
          <ac:chgData name="Venu Madhav Miriyala" userId="cadeccc7-d87a-45af-9b9e-4df35f42ccec" providerId="ADAL" clId="{A65A4B35-FA2E-42C3-9E2E-489610CDE835}" dt="2025-10-15T04:00:18.582" v="19563"/>
          <ac:spMkLst>
            <pc:docMk/>
            <pc:sldMk cId="2653669725" sldId="262"/>
            <ac:spMk id="4" creationId="{1FE510E3-5700-72F8-FB37-82871D8EB709}"/>
          </ac:spMkLst>
        </pc:spChg>
        <pc:picChg chg="mod ord">
          <ac:chgData name="Venu Madhav Miriyala" userId="cadeccc7-d87a-45af-9b9e-4df35f42ccec" providerId="ADAL" clId="{A65A4B35-FA2E-42C3-9E2E-489610CDE835}" dt="2025-10-15T04:00:18.582" v="19563"/>
          <ac:picMkLst>
            <pc:docMk/>
            <pc:sldMk cId="2653669725" sldId="262"/>
            <ac:picMk id="5" creationId="{EEC4DC1A-FE84-4F5F-B113-BCE4F4E9163C}"/>
          </ac:picMkLst>
        </pc:picChg>
      </pc:sldChg>
      <pc:sldChg chg="addSp delSp modSp add del mod setBg modClrScheme delDesignElem chgLayout modNotesTx">
        <pc:chgData name="Venu Madhav Miriyala" userId="cadeccc7-d87a-45af-9b9e-4df35f42ccec" providerId="ADAL" clId="{A65A4B35-FA2E-42C3-9E2E-489610CDE835}" dt="2025-10-15T04:00:18.582" v="19563"/>
        <pc:sldMkLst>
          <pc:docMk/>
          <pc:sldMk cId="4094918668" sldId="263"/>
        </pc:sldMkLst>
        <pc:spChg chg="mod ord">
          <ac:chgData name="Venu Madhav Miriyala" userId="cadeccc7-d87a-45af-9b9e-4df35f42ccec" providerId="ADAL" clId="{A65A4B35-FA2E-42C3-9E2E-489610CDE835}" dt="2025-10-15T04:00:18.582" v="19563"/>
          <ac:spMkLst>
            <pc:docMk/>
            <pc:sldMk cId="4094918668" sldId="263"/>
            <ac:spMk id="2" creationId="{E48F214B-E5D8-3354-AA95-6AA475F0B0B3}"/>
          </ac:spMkLst>
        </pc:spChg>
        <pc:graphicFrameChg chg="mod ord">
          <ac:chgData name="Venu Madhav Miriyala" userId="cadeccc7-d87a-45af-9b9e-4df35f42ccec" providerId="ADAL" clId="{A65A4B35-FA2E-42C3-9E2E-489610CDE835}" dt="2025-10-15T04:00:18.582" v="19563"/>
          <ac:graphicFrameMkLst>
            <pc:docMk/>
            <pc:sldMk cId="4094918668" sldId="263"/>
            <ac:graphicFrameMk id="4" creationId="{44BE1072-DA66-4BDD-9D9D-61C3D0BA9BCF}"/>
          </ac:graphicFrameMkLst>
        </pc:graphicFrameChg>
      </pc:sldChg>
      <pc:sldChg chg="addSp delSp modSp add del mod setBg modClrScheme delDesignElem chgLayout modNotesTx">
        <pc:chgData name="Venu Madhav Miriyala" userId="cadeccc7-d87a-45af-9b9e-4df35f42ccec" providerId="ADAL" clId="{A65A4B35-FA2E-42C3-9E2E-489610CDE835}" dt="2025-10-15T04:00:18.582" v="19563"/>
        <pc:sldMkLst>
          <pc:docMk/>
          <pc:sldMk cId="1241947342" sldId="264"/>
        </pc:sldMkLst>
        <pc:spChg chg="mod ord">
          <ac:chgData name="Venu Madhav Miriyala" userId="cadeccc7-d87a-45af-9b9e-4df35f42ccec" providerId="ADAL" clId="{A65A4B35-FA2E-42C3-9E2E-489610CDE835}" dt="2025-10-15T04:00:18.582" v="19563"/>
          <ac:spMkLst>
            <pc:docMk/>
            <pc:sldMk cId="1241947342" sldId="264"/>
            <ac:spMk id="2" creationId="{D786634F-EC4F-BF6B-E8A4-0BC0F00A8F86}"/>
          </ac:spMkLst>
        </pc:spChg>
        <pc:graphicFrameChg chg="mod ord modGraphic">
          <ac:chgData name="Venu Madhav Miriyala" userId="cadeccc7-d87a-45af-9b9e-4df35f42ccec" providerId="ADAL" clId="{A65A4B35-FA2E-42C3-9E2E-489610CDE835}" dt="2025-10-15T04:00:18.582" v="19563"/>
          <ac:graphicFrameMkLst>
            <pc:docMk/>
            <pc:sldMk cId="1241947342" sldId="264"/>
            <ac:graphicFrameMk id="4" creationId="{A4F07C39-22FB-4CC2-8CA7-83F5B43E4A9E}"/>
          </ac:graphicFrameMkLst>
        </pc:graphicFrameChg>
      </pc:sldChg>
      <pc:sldChg chg="addSp delSp modSp add del mod setBg modClrScheme delDesignElem chgLayout modNotesTx">
        <pc:chgData name="Venu Madhav Miriyala" userId="cadeccc7-d87a-45af-9b9e-4df35f42ccec" providerId="ADAL" clId="{A65A4B35-FA2E-42C3-9E2E-489610CDE835}" dt="2025-10-15T04:00:18.582" v="19563"/>
        <pc:sldMkLst>
          <pc:docMk/>
          <pc:sldMk cId="3504185059" sldId="265"/>
        </pc:sldMkLst>
        <pc:spChg chg="mod ord">
          <ac:chgData name="Venu Madhav Miriyala" userId="cadeccc7-d87a-45af-9b9e-4df35f42ccec" providerId="ADAL" clId="{A65A4B35-FA2E-42C3-9E2E-489610CDE835}" dt="2025-10-15T04:00:18.582" v="19563"/>
          <ac:spMkLst>
            <pc:docMk/>
            <pc:sldMk cId="3504185059" sldId="265"/>
            <ac:spMk id="2" creationId="{F53A1856-3AB9-93EC-2FEF-722D6DDFA471}"/>
          </ac:spMkLst>
        </pc:spChg>
        <pc:graphicFrameChg chg="mod ord modGraphic">
          <ac:chgData name="Venu Madhav Miriyala" userId="cadeccc7-d87a-45af-9b9e-4df35f42ccec" providerId="ADAL" clId="{A65A4B35-FA2E-42C3-9E2E-489610CDE835}" dt="2025-10-15T04:00:18.582" v="19563"/>
          <ac:graphicFrameMkLst>
            <pc:docMk/>
            <pc:sldMk cId="3504185059" sldId="265"/>
            <ac:graphicFrameMk id="4" creationId="{2DE27AF6-F43A-4197-900A-1E3452F6705C}"/>
          </ac:graphicFrameMkLst>
        </pc:graphicFrameChg>
      </pc:sldChg>
      <pc:sldChg chg="addSp delSp modSp add del mod setBg modClrScheme delDesignElem chgLayout modNotesTx">
        <pc:chgData name="Venu Madhav Miriyala" userId="cadeccc7-d87a-45af-9b9e-4df35f42ccec" providerId="ADAL" clId="{A65A4B35-FA2E-42C3-9E2E-489610CDE835}" dt="2025-10-15T04:00:18.582" v="19563"/>
        <pc:sldMkLst>
          <pc:docMk/>
          <pc:sldMk cId="237917879" sldId="266"/>
        </pc:sldMkLst>
        <pc:spChg chg="mod ord">
          <ac:chgData name="Venu Madhav Miriyala" userId="cadeccc7-d87a-45af-9b9e-4df35f42ccec" providerId="ADAL" clId="{A65A4B35-FA2E-42C3-9E2E-489610CDE835}" dt="2025-10-15T04:00:18.582" v="19563"/>
          <ac:spMkLst>
            <pc:docMk/>
            <pc:sldMk cId="237917879" sldId="266"/>
            <ac:spMk id="2" creationId="{10847039-18FD-2610-6DA3-5BA5B87D2629}"/>
          </ac:spMkLst>
        </pc:spChg>
        <pc:spChg chg="mod ord">
          <ac:chgData name="Venu Madhav Miriyala" userId="cadeccc7-d87a-45af-9b9e-4df35f42ccec" providerId="ADAL" clId="{A65A4B35-FA2E-42C3-9E2E-489610CDE835}" dt="2025-10-15T04:00:18.582" v="19563"/>
          <ac:spMkLst>
            <pc:docMk/>
            <pc:sldMk cId="237917879" sldId="266"/>
            <ac:spMk id="4" creationId="{7E3C69BD-85CB-AE9C-460A-251021807238}"/>
          </ac:spMkLst>
        </pc:spChg>
        <pc:picChg chg="mod ord">
          <ac:chgData name="Venu Madhav Miriyala" userId="cadeccc7-d87a-45af-9b9e-4df35f42ccec" providerId="ADAL" clId="{A65A4B35-FA2E-42C3-9E2E-489610CDE835}" dt="2025-10-15T04:00:18.582" v="19563"/>
          <ac:picMkLst>
            <pc:docMk/>
            <pc:sldMk cId="237917879" sldId="266"/>
            <ac:picMk id="5" creationId="{AF764CCC-8A6E-4B05-8D2C-7C5B3E95E5DF}"/>
          </ac:picMkLst>
        </pc:picChg>
      </pc:sldChg>
      <pc:sldChg chg="modSp add del mod modNotes">
        <pc:chgData name="Venu Madhav Miriyala" userId="cadeccc7-d87a-45af-9b9e-4df35f42ccec" providerId="ADAL" clId="{A65A4B35-FA2E-42C3-9E2E-489610CDE835}" dt="2025-10-15T02:39:34.610" v="19002" actId="20577"/>
        <pc:sldMkLst>
          <pc:docMk/>
          <pc:sldMk cId="3206886608" sldId="268"/>
        </pc:sldMkLst>
        <pc:spChg chg="mod">
          <ac:chgData name="Venu Madhav Miriyala" userId="cadeccc7-d87a-45af-9b9e-4df35f42ccec" providerId="ADAL" clId="{A65A4B35-FA2E-42C3-9E2E-489610CDE835}" dt="2025-10-15T02:39:34.610" v="19002" actId="20577"/>
          <ac:spMkLst>
            <pc:docMk/>
            <pc:sldMk cId="3206886608" sldId="268"/>
            <ac:spMk id="4" creationId="{00000000-0000-0000-0000-000000000000}"/>
          </ac:spMkLst>
        </pc:spChg>
      </pc:sldChg>
      <pc:sldChg chg="addSp delSp modSp add del mod setBg delDesignElem modNotesTx">
        <pc:chgData name="Venu Madhav Miriyala" userId="cadeccc7-d87a-45af-9b9e-4df35f42ccec" providerId="ADAL" clId="{A65A4B35-FA2E-42C3-9E2E-489610CDE835}" dt="2025-10-15T02:39:00.518" v="18984" actId="20577"/>
        <pc:sldMkLst>
          <pc:docMk/>
          <pc:sldMk cId="3177934755" sldId="269"/>
        </pc:sldMkLst>
        <pc:spChg chg="mod">
          <ac:chgData name="Venu Madhav Miriyala" userId="cadeccc7-d87a-45af-9b9e-4df35f42ccec" providerId="ADAL" clId="{A65A4B35-FA2E-42C3-9E2E-489610CDE835}" dt="2025-10-14T15:13:53.863" v="18450" actId="20577"/>
          <ac:spMkLst>
            <pc:docMk/>
            <pc:sldMk cId="3177934755" sldId="269"/>
            <ac:spMk id="2" creationId="{A6151FD2-CB85-375F-B086-6DE6A4BCC17B}"/>
          </ac:spMkLst>
        </pc:spChg>
        <pc:spChg chg="mod">
          <ac:chgData name="Venu Madhav Miriyala" userId="cadeccc7-d87a-45af-9b9e-4df35f42ccec" providerId="ADAL" clId="{A65A4B35-FA2E-42C3-9E2E-489610CDE835}" dt="2025-10-15T02:39:00.518" v="18984" actId="20577"/>
          <ac:spMkLst>
            <pc:docMk/>
            <pc:sldMk cId="3177934755" sldId="269"/>
            <ac:spMk id="4" creationId="{0D9C6887-57A9-3FDB-1C2C-C865648CF2C1}"/>
          </ac:spMkLst>
        </pc:spChg>
        <pc:spChg chg="add del">
          <ac:chgData name="Venu Madhav Miriyala" userId="cadeccc7-d87a-45af-9b9e-4df35f42ccec" providerId="ADAL" clId="{A65A4B35-FA2E-42C3-9E2E-489610CDE835}" dt="2025-10-14T15:13:12.911" v="18423"/>
          <ac:spMkLst>
            <pc:docMk/>
            <pc:sldMk cId="3177934755" sldId="269"/>
            <ac:spMk id="10" creationId="{6ACA6F80-D392-A64E-3CF8-F28F1CCEE67B}"/>
          </ac:spMkLst>
        </pc:spChg>
      </pc:sldChg>
      <pc:sldChg chg="addSp delSp modSp add del mod setBg delDesignElem modNotesTx">
        <pc:chgData name="Venu Madhav Miriyala" userId="cadeccc7-d87a-45af-9b9e-4df35f42ccec" providerId="ADAL" clId="{A65A4B35-FA2E-42C3-9E2E-489610CDE835}" dt="2025-10-15T02:43:01.570" v="19044" actId="1076"/>
        <pc:sldMkLst>
          <pc:docMk/>
          <pc:sldMk cId="2597189777" sldId="270"/>
        </pc:sldMkLst>
        <pc:spChg chg="mod">
          <ac:chgData name="Venu Madhav Miriyala" userId="cadeccc7-d87a-45af-9b9e-4df35f42ccec" providerId="ADAL" clId="{A65A4B35-FA2E-42C3-9E2E-489610CDE835}" dt="2025-10-15T02:42:58.587" v="19043" actId="1076"/>
          <ac:spMkLst>
            <pc:docMk/>
            <pc:sldMk cId="2597189777" sldId="270"/>
            <ac:spMk id="2" creationId="{A161608A-C206-E01F-F653-F9BD9EC29A8E}"/>
          </ac:spMkLst>
        </pc:spChg>
        <pc:spChg chg="mod">
          <ac:chgData name="Venu Madhav Miriyala" userId="cadeccc7-d87a-45af-9b9e-4df35f42ccec" providerId="ADAL" clId="{A65A4B35-FA2E-42C3-9E2E-489610CDE835}" dt="2025-10-15T02:43:01.570" v="19044" actId="1076"/>
          <ac:spMkLst>
            <pc:docMk/>
            <pc:sldMk cId="2597189777" sldId="270"/>
            <ac:spMk id="4" creationId="{9672D98D-3D26-9564-465D-AD97EA6D111A}"/>
          </ac:spMkLst>
        </pc:spChg>
        <pc:spChg chg="add del">
          <ac:chgData name="Venu Madhav Miriyala" userId="cadeccc7-d87a-45af-9b9e-4df35f42ccec" providerId="ADAL" clId="{A65A4B35-FA2E-42C3-9E2E-489610CDE835}" dt="2025-10-14T15:16:40.028" v="18606"/>
          <ac:spMkLst>
            <pc:docMk/>
            <pc:sldMk cId="2597189777" sldId="270"/>
            <ac:spMk id="10" creationId="{5E8D3B17-7638-DFD3-18E4-8A6D611749CF}"/>
          </ac:spMkLst>
        </pc:spChg>
      </pc:sldChg>
      <pc:sldChg chg="addSp delSp modSp add del mod setBg delDesignElem">
        <pc:chgData name="Venu Madhav Miriyala" userId="cadeccc7-d87a-45af-9b9e-4df35f42ccec" providerId="ADAL" clId="{A65A4B35-FA2E-42C3-9E2E-489610CDE835}" dt="2025-10-15T02:45:41.066" v="19332" actId="20577"/>
        <pc:sldMkLst>
          <pc:docMk/>
          <pc:sldMk cId="3777509360" sldId="271"/>
        </pc:sldMkLst>
        <pc:spChg chg="mod">
          <ac:chgData name="Venu Madhav Miriyala" userId="cadeccc7-d87a-45af-9b9e-4df35f42ccec" providerId="ADAL" clId="{A65A4B35-FA2E-42C3-9E2E-489610CDE835}" dt="2025-10-15T02:26:03.315" v="18773" actId="1076"/>
          <ac:spMkLst>
            <pc:docMk/>
            <pc:sldMk cId="3777509360" sldId="271"/>
            <ac:spMk id="2" creationId="{00B8C4B9-B76B-4CE3-27A4-8EA7608AC657}"/>
          </ac:spMkLst>
        </pc:spChg>
        <pc:spChg chg="mod">
          <ac:chgData name="Venu Madhav Miriyala" userId="cadeccc7-d87a-45af-9b9e-4df35f42ccec" providerId="ADAL" clId="{A65A4B35-FA2E-42C3-9E2E-489610CDE835}" dt="2025-10-15T02:45:41.066" v="19332" actId="20577"/>
          <ac:spMkLst>
            <pc:docMk/>
            <pc:sldMk cId="3777509360" sldId="271"/>
            <ac:spMk id="4" creationId="{1F064D3E-20D3-1A62-813F-F82B5A080126}"/>
          </ac:spMkLst>
        </pc:spChg>
        <pc:spChg chg="add del">
          <ac:chgData name="Venu Madhav Miriyala" userId="cadeccc7-d87a-45af-9b9e-4df35f42ccec" providerId="ADAL" clId="{A65A4B35-FA2E-42C3-9E2E-489610CDE835}" dt="2025-10-14T15:20:15.990" v="18647"/>
          <ac:spMkLst>
            <pc:docMk/>
            <pc:sldMk cId="3777509360" sldId="271"/>
            <ac:spMk id="10" creationId="{5E8D3B17-7638-DFD3-18E4-8A6D611749CF}"/>
          </ac:spMkLst>
        </pc:spChg>
      </pc:sldChg>
      <pc:sldChg chg="addSp delSp modSp add del mod setBg delDesignElem modNotesTx">
        <pc:chgData name="Venu Madhav Miriyala" userId="cadeccc7-d87a-45af-9b9e-4df35f42ccec" providerId="ADAL" clId="{A65A4B35-FA2E-42C3-9E2E-489610CDE835}" dt="2025-10-15T02:33:45.608" v="18892" actId="20577"/>
        <pc:sldMkLst>
          <pc:docMk/>
          <pc:sldMk cId="462962165" sldId="274"/>
        </pc:sldMkLst>
        <pc:spChg chg="mod">
          <ac:chgData name="Venu Madhav Miriyala" userId="cadeccc7-d87a-45af-9b9e-4df35f42ccec" providerId="ADAL" clId="{A65A4B35-FA2E-42C3-9E2E-489610CDE835}" dt="2025-10-15T02:31:14.287" v="18794" actId="20577"/>
          <ac:spMkLst>
            <pc:docMk/>
            <pc:sldMk cId="462962165" sldId="274"/>
            <ac:spMk id="2" creationId="{45356C88-B141-5369-FE63-B008F20BA029}"/>
          </ac:spMkLst>
        </pc:spChg>
        <pc:spChg chg="add del">
          <ac:chgData name="Venu Madhav Miriyala" userId="cadeccc7-d87a-45af-9b9e-4df35f42ccec" providerId="ADAL" clId="{A65A4B35-FA2E-42C3-9E2E-489610CDE835}" dt="2025-10-15T02:30:58.541" v="18777"/>
          <ac:spMkLst>
            <pc:docMk/>
            <pc:sldMk cId="462962165" sldId="274"/>
            <ac:spMk id="9" creationId="{DDD1D22E-5996-E45B-92B2-659F701A4A3B}"/>
          </ac:spMkLst>
        </pc:spChg>
        <pc:graphicFrameChg chg="mod modGraphic">
          <ac:chgData name="Venu Madhav Miriyala" userId="cadeccc7-d87a-45af-9b9e-4df35f42ccec" providerId="ADAL" clId="{A65A4B35-FA2E-42C3-9E2E-489610CDE835}" dt="2025-10-15T02:33:45.608" v="18892" actId="20577"/>
          <ac:graphicFrameMkLst>
            <pc:docMk/>
            <pc:sldMk cId="462962165" sldId="274"/>
            <ac:graphicFrameMk id="4" creationId="{8210695E-3D49-477F-ABF0-51C2D7D1EB1B}"/>
          </ac:graphicFrameMkLst>
        </pc:graphicFrameChg>
      </pc:sldChg>
      <pc:sldChg chg="addSp delSp modSp add del setBg delDesignElem modNotesTx">
        <pc:chgData name="Venu Madhav Miriyala" userId="cadeccc7-d87a-45af-9b9e-4df35f42ccec" providerId="ADAL" clId="{A65A4B35-FA2E-42C3-9E2E-489610CDE835}" dt="2025-10-15T02:36:14.076" v="18898"/>
        <pc:sldMkLst>
          <pc:docMk/>
          <pc:sldMk cId="1185507570" sldId="277"/>
        </pc:sldMkLst>
        <pc:spChg chg="mod">
          <ac:chgData name="Venu Madhav Miriyala" userId="cadeccc7-d87a-45af-9b9e-4df35f42ccec" providerId="ADAL" clId="{A65A4B35-FA2E-42C3-9E2E-489610CDE835}" dt="2025-10-15T02:36:14.076" v="18898"/>
          <ac:spMkLst>
            <pc:docMk/>
            <pc:sldMk cId="1185507570" sldId="277"/>
            <ac:spMk id="4" creationId="{9F33745E-3334-95EE-B2BF-9F44A4CEAE00}"/>
          </ac:spMkLst>
        </pc:spChg>
        <pc:spChg chg="add del">
          <ac:chgData name="Venu Madhav Miriyala" userId="cadeccc7-d87a-45af-9b9e-4df35f42ccec" providerId="ADAL" clId="{A65A4B35-FA2E-42C3-9E2E-489610CDE835}" dt="2025-10-15T02:35:23.261" v="18895"/>
          <ac:spMkLst>
            <pc:docMk/>
            <pc:sldMk cId="1185507570" sldId="277"/>
            <ac:spMk id="10" creationId="{8207B083-EAC0-A5BB-C369-C9589EC7F2F0}"/>
          </ac:spMkLst>
        </pc:spChg>
      </pc:sldChg>
      <pc:sldChg chg="addSp delSp modSp add del mod setBg delDesignElem modNotesTx">
        <pc:chgData name="Venu Madhav Miriyala" userId="cadeccc7-d87a-45af-9b9e-4df35f42ccec" providerId="ADAL" clId="{A65A4B35-FA2E-42C3-9E2E-489610CDE835}" dt="2025-10-15T02:56:06.442" v="19529"/>
        <pc:sldMkLst>
          <pc:docMk/>
          <pc:sldMk cId="337702196" sldId="278"/>
        </pc:sldMkLst>
        <pc:spChg chg="add del">
          <ac:chgData name="Venu Madhav Miriyala" userId="cadeccc7-d87a-45af-9b9e-4df35f42ccec" providerId="ADAL" clId="{A65A4B35-FA2E-42C3-9E2E-489610CDE835}" dt="2025-10-15T02:37:42.940" v="18901"/>
          <ac:spMkLst>
            <pc:docMk/>
            <pc:sldMk cId="337702196" sldId="278"/>
            <ac:spMk id="9" creationId="{DDD1D22E-5996-E45B-92B2-659F701A4A3B}"/>
          </ac:spMkLst>
        </pc:spChg>
        <pc:graphicFrameChg chg="mod modGraphic">
          <ac:chgData name="Venu Madhav Miriyala" userId="cadeccc7-d87a-45af-9b9e-4df35f42ccec" providerId="ADAL" clId="{A65A4B35-FA2E-42C3-9E2E-489610CDE835}" dt="2025-10-15T02:56:06.442" v="19529"/>
          <ac:graphicFrameMkLst>
            <pc:docMk/>
            <pc:sldMk cId="337702196" sldId="278"/>
            <ac:graphicFrameMk id="4" creationId="{851245A5-F769-4ED2-AAE1-E8D7EC2B3D5C}"/>
          </ac:graphicFrameMkLst>
        </pc:graphicFrameChg>
      </pc:sldChg>
      <pc:sldChg chg="addSp delSp modSp mod delAnim modNotesTx">
        <pc:chgData name="Venu Madhav Miriyala" userId="cadeccc7-d87a-45af-9b9e-4df35f42ccec" providerId="ADAL" clId="{A65A4B35-FA2E-42C3-9E2E-489610CDE835}" dt="2025-10-21T11:16:00.139" v="19684" actId="20577"/>
        <pc:sldMkLst>
          <pc:docMk/>
          <pc:sldMk cId="387809444" sldId="2561"/>
        </pc:sldMkLst>
        <pc:spChg chg="mod">
          <ac:chgData name="Venu Madhav Miriyala" userId="cadeccc7-d87a-45af-9b9e-4df35f42ccec" providerId="ADAL" clId="{A65A4B35-FA2E-42C3-9E2E-489610CDE835}" dt="2025-10-14T03:57:49.103" v="16909" actId="20577"/>
          <ac:spMkLst>
            <pc:docMk/>
            <pc:sldMk cId="387809444" sldId="2561"/>
            <ac:spMk id="2" creationId="{54BCCB1F-69DA-6D28-EABD-4F446FFCB06A}"/>
          </ac:spMkLst>
        </pc:spChg>
        <pc:spChg chg="add mod">
          <ac:chgData name="Venu Madhav Miriyala" userId="cadeccc7-d87a-45af-9b9e-4df35f42ccec" providerId="ADAL" clId="{A65A4B35-FA2E-42C3-9E2E-489610CDE835}" dt="2025-10-15T04:05:36.297" v="19680" actId="1076"/>
          <ac:spMkLst>
            <pc:docMk/>
            <pc:sldMk cId="387809444" sldId="2561"/>
            <ac:spMk id="4" creationId="{D042C860-B321-07ED-2089-3384BC9D480C}"/>
          </ac:spMkLst>
        </pc:spChg>
        <pc:graphicFrameChg chg="add mod modGraphic">
          <ac:chgData name="Venu Madhav Miriyala" userId="cadeccc7-d87a-45af-9b9e-4df35f42ccec" providerId="ADAL" clId="{A65A4B35-FA2E-42C3-9E2E-489610CDE835}" dt="2025-10-14T04:34:53.053" v="17227" actId="20577"/>
          <ac:graphicFrameMkLst>
            <pc:docMk/>
            <pc:sldMk cId="387809444" sldId="2561"/>
            <ac:graphicFrameMk id="3" creationId="{C9CA947D-5661-A79C-E33E-584D03443F17}"/>
          </ac:graphicFrameMkLst>
        </pc:graphicFrameChg>
        <pc:graphicFrameChg chg="add mod modGraphic">
          <ac:chgData name="Venu Madhav Miriyala" userId="cadeccc7-d87a-45af-9b9e-4df35f42ccec" providerId="ADAL" clId="{A65A4B35-FA2E-42C3-9E2E-489610CDE835}" dt="2025-10-21T11:16:00.139" v="19684" actId="20577"/>
          <ac:graphicFrameMkLst>
            <pc:docMk/>
            <pc:sldMk cId="387809444" sldId="2561"/>
            <ac:graphicFrameMk id="6" creationId="{1700335B-E51A-3ECA-C3C1-96C0BB42F627}"/>
          </ac:graphicFrameMkLst>
        </pc:graphicFrameChg>
        <pc:picChg chg="add mod">
          <ac:chgData name="Venu Madhav Miriyala" userId="cadeccc7-d87a-45af-9b9e-4df35f42ccec" providerId="ADAL" clId="{A65A4B35-FA2E-42C3-9E2E-489610CDE835}" dt="2025-10-14T04:05:51.884" v="17088" actId="1076"/>
          <ac:picMkLst>
            <pc:docMk/>
            <pc:sldMk cId="387809444" sldId="2561"/>
            <ac:picMk id="1026" creationId="{53F82815-F555-E9FB-9315-0F5134EF85B1}"/>
          </ac:picMkLst>
        </pc:picChg>
      </pc:sldChg>
      <pc:sldChg chg="add modNotesTx">
        <pc:chgData name="Venu Madhav Miriyala" userId="cadeccc7-d87a-45af-9b9e-4df35f42ccec" providerId="ADAL" clId="{A65A4B35-FA2E-42C3-9E2E-489610CDE835}" dt="2025-10-14T12:56:40.680" v="18342" actId="20577"/>
        <pc:sldMkLst>
          <pc:docMk/>
          <pc:sldMk cId="2201438234" sldId="2563"/>
        </pc:sldMkLst>
      </pc:sldChg>
      <pc:sldChg chg="addSp delSp modSp add del mod">
        <pc:chgData name="Venu Madhav Miriyala" userId="cadeccc7-d87a-45af-9b9e-4df35f42ccec" providerId="ADAL" clId="{A65A4B35-FA2E-42C3-9E2E-489610CDE835}" dt="2025-10-14T12:43:20.100" v="18217"/>
        <pc:sldMkLst>
          <pc:docMk/>
          <pc:sldMk cId="1742419111" sldId="2564"/>
        </pc:sldMkLst>
        <pc:graphicFrameChg chg="add del mod modGraphic">
          <ac:chgData name="Venu Madhav Miriyala" userId="cadeccc7-d87a-45af-9b9e-4df35f42ccec" providerId="ADAL" clId="{A65A4B35-FA2E-42C3-9E2E-489610CDE835}" dt="2025-10-14T12:43:20.100" v="18217"/>
          <ac:graphicFrameMkLst>
            <pc:docMk/>
            <pc:sldMk cId="1742419111" sldId="2564"/>
            <ac:graphicFrameMk id="7" creationId="{ECBDBD64-D840-13DF-8342-5AE9C38A368E}"/>
          </ac:graphicFrameMkLst>
        </pc:graphicFrameChg>
      </pc:sldChg>
      <pc:sldChg chg="modSp add mod modNotesTx">
        <pc:chgData name="Venu Madhav Miriyala" userId="cadeccc7-d87a-45af-9b9e-4df35f42ccec" providerId="ADAL" clId="{A65A4B35-FA2E-42C3-9E2E-489610CDE835}" dt="2025-10-14T15:16:18.407" v="18603" actId="20577"/>
        <pc:sldMkLst>
          <pc:docMk/>
          <pc:sldMk cId="850981008" sldId="2565"/>
        </pc:sldMkLst>
        <pc:graphicFrameChg chg="mod modGraphic">
          <ac:chgData name="Venu Madhav Miriyala" userId="cadeccc7-d87a-45af-9b9e-4df35f42ccec" providerId="ADAL" clId="{A65A4B35-FA2E-42C3-9E2E-489610CDE835}" dt="2025-10-14T15:16:18.407" v="18603" actId="20577"/>
          <ac:graphicFrameMkLst>
            <pc:docMk/>
            <pc:sldMk cId="850981008" sldId="2565"/>
            <ac:graphicFrameMk id="9" creationId="{3244001A-BD23-A235-AD19-93D4E475CC57}"/>
          </ac:graphicFrameMkLst>
        </pc:graphicFrameChg>
      </pc:sldChg>
      <pc:sldChg chg="addSp delSp modSp add mod ord setBg delAnim modAnim delDesignElem modNotes modNotesTx">
        <pc:chgData name="Venu Madhav Miriyala" userId="cadeccc7-d87a-45af-9b9e-4df35f42ccec" providerId="ADAL" clId="{A65A4B35-FA2E-42C3-9E2E-489610CDE835}" dt="2025-10-13T07:06:01.993" v="16007" actId="20577"/>
        <pc:sldMkLst>
          <pc:docMk/>
          <pc:sldMk cId="2480428567" sldId="2580"/>
        </pc:sldMkLst>
        <pc:spChg chg="mod">
          <ac:chgData name="Venu Madhav Miriyala" userId="cadeccc7-d87a-45af-9b9e-4df35f42ccec" providerId="ADAL" clId="{A65A4B35-FA2E-42C3-9E2E-489610CDE835}" dt="2025-10-13T07:06:01.993" v="16007" actId="20577"/>
          <ac:spMkLst>
            <pc:docMk/>
            <pc:sldMk cId="2480428567" sldId="2580"/>
            <ac:spMk id="2" creationId="{D8801F91-B032-B765-3E2D-FB37A38FE70C}"/>
          </ac:spMkLst>
        </pc:spChg>
      </pc:sldChg>
      <pc:sldChg chg="modSp add del mod modAnim modNotes">
        <pc:chgData name="Venu Madhav Miriyala" userId="cadeccc7-d87a-45af-9b9e-4df35f42ccec" providerId="ADAL" clId="{A65A4B35-FA2E-42C3-9E2E-489610CDE835}" dt="2025-10-15T04:00:21.765" v="19569" actId="20577"/>
        <pc:sldMkLst>
          <pc:docMk/>
          <pc:sldMk cId="3774244905" sldId="2147483075"/>
        </pc:sldMkLst>
        <pc:spChg chg="mod">
          <ac:chgData name="Venu Madhav Miriyala" userId="cadeccc7-d87a-45af-9b9e-4df35f42ccec" providerId="ADAL" clId="{A65A4B35-FA2E-42C3-9E2E-489610CDE835}" dt="2025-10-15T04:00:21.765" v="19569" actId="20577"/>
          <ac:spMkLst>
            <pc:docMk/>
            <pc:sldMk cId="3774244905" sldId="2147483075"/>
            <ac:spMk id="4" creationId="{D935D455-8FE0-8207-6D02-2D6CB942A828}"/>
          </ac:spMkLst>
        </pc:spChg>
      </pc:sldChg>
      <pc:sldChg chg="modSp add mod ord modAnim">
        <pc:chgData name="Venu Madhav Miriyala" userId="cadeccc7-d87a-45af-9b9e-4df35f42ccec" providerId="ADAL" clId="{A65A4B35-FA2E-42C3-9E2E-489610CDE835}" dt="2025-10-14T03:56:53.279" v="16825" actId="20577"/>
        <pc:sldMkLst>
          <pc:docMk/>
          <pc:sldMk cId="1811767353" sldId="2147483086"/>
        </pc:sldMkLst>
        <pc:spChg chg="mod">
          <ac:chgData name="Venu Madhav Miriyala" userId="cadeccc7-d87a-45af-9b9e-4df35f42ccec" providerId="ADAL" clId="{A65A4B35-FA2E-42C3-9E2E-489610CDE835}" dt="2025-10-14T03:56:53.279" v="16825" actId="20577"/>
          <ac:spMkLst>
            <pc:docMk/>
            <pc:sldMk cId="1811767353" sldId="2147483086"/>
            <ac:spMk id="4" creationId="{4BC1AC00-C715-7DE0-D537-241235E5B034}"/>
          </ac:spMkLst>
        </pc:spChg>
      </pc:sldChg>
      <pc:sldChg chg="addSp delSp modSp add mod setBg delDesignElem modNotesTx">
        <pc:chgData name="Venu Madhav Miriyala" userId="cadeccc7-d87a-45af-9b9e-4df35f42ccec" providerId="ADAL" clId="{A65A4B35-FA2E-42C3-9E2E-489610CDE835}" dt="2025-10-15T02:41:53.541" v="19023" actId="6549"/>
        <pc:sldMkLst>
          <pc:docMk/>
          <pc:sldMk cId="1618539118" sldId="2147483102"/>
        </pc:sldMkLst>
        <pc:spChg chg="mod">
          <ac:chgData name="Venu Madhav Miriyala" userId="cadeccc7-d87a-45af-9b9e-4df35f42ccec" providerId="ADAL" clId="{A65A4B35-FA2E-42C3-9E2E-489610CDE835}" dt="2025-10-14T17:35:17.152" v="18679" actId="20577"/>
          <ac:spMkLst>
            <pc:docMk/>
            <pc:sldMk cId="1618539118" sldId="2147483102"/>
            <ac:spMk id="2" creationId="{01016E38-742B-DAA0-D186-D6B502911ADE}"/>
          </ac:spMkLst>
        </pc:spChg>
        <pc:spChg chg="add mod">
          <ac:chgData name="Venu Madhav Miriyala" userId="cadeccc7-d87a-45af-9b9e-4df35f42ccec" providerId="ADAL" clId="{A65A4B35-FA2E-42C3-9E2E-489610CDE835}" dt="2025-10-15T02:41:53.541" v="19023" actId="6549"/>
          <ac:spMkLst>
            <pc:docMk/>
            <pc:sldMk cId="1618539118" sldId="2147483102"/>
            <ac:spMk id="3" creationId="{4CB27F8D-1591-2D16-90A0-A87EFE6239E2}"/>
          </ac:spMkLst>
        </pc:spChg>
      </pc:sldChg>
      <pc:sldChg chg="modSp add ord">
        <pc:chgData name="Venu Madhav Miriyala" userId="cadeccc7-d87a-45af-9b9e-4df35f42ccec" providerId="ADAL" clId="{A65A4B35-FA2E-42C3-9E2E-489610CDE835}" dt="2025-10-13T07:11:30.834" v="16053" actId="20577"/>
        <pc:sldMkLst>
          <pc:docMk/>
          <pc:sldMk cId="1822706766" sldId="2147483104"/>
        </pc:sldMkLst>
        <pc:spChg chg="mod">
          <ac:chgData name="Venu Madhav Miriyala" userId="cadeccc7-d87a-45af-9b9e-4df35f42ccec" providerId="ADAL" clId="{A65A4B35-FA2E-42C3-9E2E-489610CDE835}" dt="2025-10-13T07:11:30.834" v="16053" actId="20577"/>
          <ac:spMkLst>
            <pc:docMk/>
            <pc:sldMk cId="1822706766" sldId="2147483104"/>
            <ac:spMk id="2" creationId="{503F37D2-1AD5-DBF9-6260-BBBDC15FFE84}"/>
          </ac:spMkLst>
        </pc:spChg>
      </pc:sldChg>
      <pc:sldChg chg="modSp add ord">
        <pc:chgData name="Venu Madhav Miriyala" userId="cadeccc7-d87a-45af-9b9e-4df35f42ccec" providerId="ADAL" clId="{A65A4B35-FA2E-42C3-9E2E-489610CDE835}" dt="2025-10-13T07:25:29.701" v="16626" actId="20577"/>
        <pc:sldMkLst>
          <pc:docMk/>
          <pc:sldMk cId="145614787" sldId="2147483105"/>
        </pc:sldMkLst>
        <pc:spChg chg="mod">
          <ac:chgData name="Venu Madhav Miriyala" userId="cadeccc7-d87a-45af-9b9e-4df35f42ccec" providerId="ADAL" clId="{A65A4B35-FA2E-42C3-9E2E-489610CDE835}" dt="2025-10-13T07:25:29.701" v="16626" actId="20577"/>
          <ac:spMkLst>
            <pc:docMk/>
            <pc:sldMk cId="145614787" sldId="2147483105"/>
            <ac:spMk id="2" creationId="{A8034E8F-1E85-D529-A7D9-AFDB34D14440}"/>
          </ac:spMkLst>
        </pc:spChg>
      </pc:sldChg>
      <pc:sldChg chg="addSp delSp modSp add del mod ord setBg modClrScheme delDesignElem chgLayout modNotesTx">
        <pc:chgData name="Venu Madhav Miriyala" userId="cadeccc7-d87a-45af-9b9e-4df35f42ccec" providerId="ADAL" clId="{A65A4B35-FA2E-42C3-9E2E-489610CDE835}" dt="2025-10-15T04:00:18.582" v="19563"/>
        <pc:sldMkLst>
          <pc:docMk/>
          <pc:sldMk cId="2364946846" sldId="2147483106"/>
        </pc:sldMkLst>
        <pc:spChg chg="mod ord">
          <ac:chgData name="Venu Madhav Miriyala" userId="cadeccc7-d87a-45af-9b9e-4df35f42ccec" providerId="ADAL" clId="{A65A4B35-FA2E-42C3-9E2E-489610CDE835}" dt="2025-10-15T04:00:18.582" v="19563"/>
          <ac:spMkLst>
            <pc:docMk/>
            <pc:sldMk cId="2364946846" sldId="2147483106"/>
            <ac:spMk id="2" creationId="{B42C220C-5EE1-998C-0434-DFB66572731B}"/>
          </ac:spMkLst>
        </pc:spChg>
        <pc:graphicFrameChg chg="mod ord">
          <ac:chgData name="Venu Madhav Miriyala" userId="cadeccc7-d87a-45af-9b9e-4df35f42ccec" providerId="ADAL" clId="{A65A4B35-FA2E-42C3-9E2E-489610CDE835}" dt="2025-10-15T04:00:18.582" v="19563"/>
          <ac:graphicFrameMkLst>
            <pc:docMk/>
            <pc:sldMk cId="2364946846" sldId="2147483106"/>
            <ac:graphicFrameMk id="4" creationId="{0E25E00C-24C5-451B-A5BF-8E7D521B8940}"/>
          </ac:graphicFrameMkLst>
        </pc:graphicFrameChg>
      </pc:sldChg>
      <pc:sldChg chg="modSp add ord">
        <pc:chgData name="Venu Madhav Miriyala" userId="cadeccc7-d87a-45af-9b9e-4df35f42ccec" providerId="ADAL" clId="{A65A4B35-FA2E-42C3-9E2E-489610CDE835}" dt="2025-10-15T02:42:25.647" v="19038"/>
        <pc:sldMkLst>
          <pc:docMk/>
          <pc:sldMk cId="2916917310" sldId="2147483107"/>
        </pc:sldMkLst>
        <pc:spChg chg="mod">
          <ac:chgData name="Venu Madhav Miriyala" userId="cadeccc7-d87a-45af-9b9e-4df35f42ccec" providerId="ADAL" clId="{A65A4B35-FA2E-42C3-9E2E-489610CDE835}" dt="2025-10-13T16:07:34.420" v="16651" actId="20577"/>
          <ac:spMkLst>
            <pc:docMk/>
            <pc:sldMk cId="2916917310" sldId="2147483107"/>
            <ac:spMk id="2" creationId="{95C02281-3893-37CC-CD83-9B809660FBCF}"/>
          </ac:spMkLst>
        </pc:spChg>
      </pc:sldChg>
      <pc:sldChg chg="addSp delSp modSp add del mod ord setBg modClrScheme delDesignElem chgLayout modNotesTx">
        <pc:chgData name="Venu Madhav Miriyala" userId="cadeccc7-d87a-45af-9b9e-4df35f42ccec" providerId="ADAL" clId="{A65A4B35-FA2E-42C3-9E2E-489610CDE835}" dt="2025-10-15T04:00:18.582" v="19563"/>
        <pc:sldMkLst>
          <pc:docMk/>
          <pc:sldMk cId="2295118490" sldId="2147483108"/>
        </pc:sldMkLst>
        <pc:spChg chg="mod ord">
          <ac:chgData name="Venu Madhav Miriyala" userId="cadeccc7-d87a-45af-9b9e-4df35f42ccec" providerId="ADAL" clId="{A65A4B35-FA2E-42C3-9E2E-489610CDE835}" dt="2025-10-15T04:00:18.582" v="19563"/>
          <ac:spMkLst>
            <pc:docMk/>
            <pc:sldMk cId="2295118490" sldId="2147483108"/>
            <ac:spMk id="2" creationId="{B29C4324-DFD8-C635-0337-43CAE83D0FE0}"/>
          </ac:spMkLst>
        </pc:spChg>
        <pc:spChg chg="mod ord">
          <ac:chgData name="Venu Madhav Miriyala" userId="cadeccc7-d87a-45af-9b9e-4df35f42ccec" providerId="ADAL" clId="{A65A4B35-FA2E-42C3-9E2E-489610CDE835}" dt="2025-10-15T04:00:18.582" v="19563"/>
          <ac:spMkLst>
            <pc:docMk/>
            <pc:sldMk cId="2295118490" sldId="2147483108"/>
            <ac:spMk id="4" creationId="{F48E1C26-F5D8-1842-7CFA-DA65CD192D7D}"/>
          </ac:spMkLst>
        </pc:spChg>
        <pc:picChg chg="mod ord">
          <ac:chgData name="Venu Madhav Miriyala" userId="cadeccc7-d87a-45af-9b9e-4df35f42ccec" providerId="ADAL" clId="{A65A4B35-FA2E-42C3-9E2E-489610CDE835}" dt="2025-10-15T04:00:18.582" v="19563"/>
          <ac:picMkLst>
            <pc:docMk/>
            <pc:sldMk cId="2295118490" sldId="2147483108"/>
            <ac:picMk id="5" creationId="{C4333780-4892-47E8-AA3B-6172990D6692}"/>
          </ac:picMkLst>
        </pc:picChg>
      </pc:sldChg>
      <pc:sldChg chg="addSp delSp modSp add del mod ord setBg modClrScheme delDesignElem chgLayout modNotesTx">
        <pc:chgData name="Venu Madhav Miriyala" userId="cadeccc7-d87a-45af-9b9e-4df35f42ccec" providerId="ADAL" clId="{A65A4B35-FA2E-42C3-9E2E-489610CDE835}" dt="2025-10-15T04:00:18.582" v="19563"/>
        <pc:sldMkLst>
          <pc:docMk/>
          <pc:sldMk cId="2547645879" sldId="2147483110"/>
        </pc:sldMkLst>
        <pc:spChg chg="mod ord">
          <ac:chgData name="Venu Madhav Miriyala" userId="cadeccc7-d87a-45af-9b9e-4df35f42ccec" providerId="ADAL" clId="{A65A4B35-FA2E-42C3-9E2E-489610CDE835}" dt="2025-10-15T04:00:18.582" v="19563"/>
          <ac:spMkLst>
            <pc:docMk/>
            <pc:sldMk cId="2547645879" sldId="2147483110"/>
            <ac:spMk id="2" creationId="{5715FF20-F81A-0264-5BD8-CDF86B667A07}"/>
          </ac:spMkLst>
        </pc:spChg>
        <pc:graphicFrameChg chg="mod ord">
          <ac:chgData name="Venu Madhav Miriyala" userId="cadeccc7-d87a-45af-9b9e-4df35f42ccec" providerId="ADAL" clId="{A65A4B35-FA2E-42C3-9E2E-489610CDE835}" dt="2025-10-15T04:00:18.582" v="19563"/>
          <ac:graphicFrameMkLst>
            <pc:docMk/>
            <pc:sldMk cId="2547645879" sldId="2147483110"/>
            <ac:graphicFrameMk id="4" creationId="{8EF66984-F1B9-4ACB-A386-02F0E91CF076}"/>
          </ac:graphicFrameMkLst>
        </pc:graphicFrameChg>
      </pc:sldChg>
      <pc:sldChg chg="addSp delSp modSp add del mod ord setBg modClrScheme delDesignElem chgLayout modNotesTx">
        <pc:chgData name="Venu Madhav Miriyala" userId="cadeccc7-d87a-45af-9b9e-4df35f42ccec" providerId="ADAL" clId="{A65A4B35-FA2E-42C3-9E2E-489610CDE835}" dt="2025-10-15T04:00:18.582" v="19563"/>
        <pc:sldMkLst>
          <pc:docMk/>
          <pc:sldMk cId="1877694214" sldId="2147483111"/>
        </pc:sldMkLst>
        <pc:spChg chg="mod ord">
          <ac:chgData name="Venu Madhav Miriyala" userId="cadeccc7-d87a-45af-9b9e-4df35f42ccec" providerId="ADAL" clId="{A65A4B35-FA2E-42C3-9E2E-489610CDE835}" dt="2025-10-15T04:00:18.582" v="19563"/>
          <ac:spMkLst>
            <pc:docMk/>
            <pc:sldMk cId="1877694214" sldId="2147483111"/>
            <ac:spMk id="2" creationId="{1B70E5E4-85B2-EB59-297F-2322C9102135}"/>
          </ac:spMkLst>
        </pc:spChg>
        <pc:spChg chg="mod ord">
          <ac:chgData name="Venu Madhav Miriyala" userId="cadeccc7-d87a-45af-9b9e-4df35f42ccec" providerId="ADAL" clId="{A65A4B35-FA2E-42C3-9E2E-489610CDE835}" dt="2025-10-15T04:00:18.582" v="19563"/>
          <ac:spMkLst>
            <pc:docMk/>
            <pc:sldMk cId="1877694214" sldId="2147483111"/>
            <ac:spMk id="4" creationId="{C70E11E3-DBA0-E096-FF04-0215B611784D}"/>
          </ac:spMkLst>
        </pc:spChg>
        <pc:picChg chg="mod ord">
          <ac:chgData name="Venu Madhav Miriyala" userId="cadeccc7-d87a-45af-9b9e-4df35f42ccec" providerId="ADAL" clId="{A65A4B35-FA2E-42C3-9E2E-489610CDE835}" dt="2025-10-15T04:00:18.582" v="19563"/>
          <ac:picMkLst>
            <pc:docMk/>
            <pc:sldMk cId="1877694214" sldId="2147483111"/>
            <ac:picMk id="5" creationId="{96B338E5-463A-47B8-A11D-94070696A122}"/>
          </ac:picMkLst>
        </pc:picChg>
      </pc:sldChg>
      <pc:sldChg chg="delSp add setBg delDesignElem">
        <pc:chgData name="Venu Madhav Miriyala" userId="cadeccc7-d87a-45af-9b9e-4df35f42ccec" providerId="ADAL" clId="{A65A4B35-FA2E-42C3-9E2E-489610CDE835}" dt="2025-10-14T03:57:21.485" v="16828"/>
        <pc:sldMkLst>
          <pc:docMk/>
          <pc:sldMk cId="2206819818" sldId="2147483112"/>
        </pc:sldMkLst>
      </pc:sldChg>
      <pc:sldChg chg="addSp delSp modSp add del mod setBg modClrScheme delDesignElem chgLayout">
        <pc:chgData name="Venu Madhav Miriyala" userId="cadeccc7-d87a-45af-9b9e-4df35f42ccec" providerId="ADAL" clId="{A65A4B35-FA2E-42C3-9E2E-489610CDE835}" dt="2025-10-15T04:00:18.582" v="19563"/>
        <pc:sldMkLst>
          <pc:docMk/>
          <pc:sldMk cId="3614729652" sldId="2147483113"/>
        </pc:sldMkLst>
        <pc:spChg chg="mod ord">
          <ac:chgData name="Venu Madhav Miriyala" userId="cadeccc7-d87a-45af-9b9e-4df35f42ccec" providerId="ADAL" clId="{A65A4B35-FA2E-42C3-9E2E-489610CDE835}" dt="2025-10-15T04:00:18.582" v="19563"/>
          <ac:spMkLst>
            <pc:docMk/>
            <pc:sldMk cId="3614729652" sldId="2147483113"/>
            <ac:spMk id="2" creationId="{E4A0A5D9-832D-B513-1CDD-7C2231AFEB42}"/>
          </ac:spMkLst>
        </pc:spChg>
        <pc:graphicFrameChg chg="mod ord modGraphic">
          <ac:chgData name="Venu Madhav Miriyala" userId="cadeccc7-d87a-45af-9b9e-4df35f42ccec" providerId="ADAL" clId="{A65A4B35-FA2E-42C3-9E2E-489610CDE835}" dt="2025-10-15T04:00:18.582" v="19563"/>
          <ac:graphicFrameMkLst>
            <pc:docMk/>
            <pc:sldMk cId="3614729652" sldId="2147483113"/>
            <ac:graphicFrameMk id="4" creationId="{2B09859D-14E6-4BB5-A708-867BF8EDC496}"/>
          </ac:graphicFrameMkLst>
        </pc:graphicFrameChg>
      </pc:sldChg>
      <pc:sldChg chg="addSp delSp modSp add del mod setBg modClrScheme delDesignElem chgLayout modNotesTx">
        <pc:chgData name="Venu Madhav Miriyala" userId="cadeccc7-d87a-45af-9b9e-4df35f42ccec" providerId="ADAL" clId="{A65A4B35-FA2E-42C3-9E2E-489610CDE835}" dt="2025-10-15T04:00:18.582" v="19563"/>
        <pc:sldMkLst>
          <pc:docMk/>
          <pc:sldMk cId="2720645993" sldId="2147483114"/>
        </pc:sldMkLst>
        <pc:spChg chg="mod ord">
          <ac:chgData name="Venu Madhav Miriyala" userId="cadeccc7-d87a-45af-9b9e-4df35f42ccec" providerId="ADAL" clId="{A65A4B35-FA2E-42C3-9E2E-489610CDE835}" dt="2025-10-15T04:00:18.582" v="19563"/>
          <ac:spMkLst>
            <pc:docMk/>
            <pc:sldMk cId="2720645993" sldId="2147483114"/>
            <ac:spMk id="2" creationId="{30574A6D-112E-4F5E-23D1-5B25C099C0E1}"/>
          </ac:spMkLst>
        </pc:spChg>
        <pc:spChg chg="mod ord">
          <ac:chgData name="Venu Madhav Miriyala" userId="cadeccc7-d87a-45af-9b9e-4df35f42ccec" providerId="ADAL" clId="{A65A4B35-FA2E-42C3-9E2E-489610CDE835}" dt="2025-10-15T04:00:18.582" v="19563"/>
          <ac:spMkLst>
            <pc:docMk/>
            <pc:sldMk cId="2720645993" sldId="2147483114"/>
            <ac:spMk id="4" creationId="{A83AC49A-5472-D04B-AA2E-2F30C16E3BBD}"/>
          </ac:spMkLst>
        </pc:spChg>
        <pc:picChg chg="mod ord">
          <ac:chgData name="Venu Madhav Miriyala" userId="cadeccc7-d87a-45af-9b9e-4df35f42ccec" providerId="ADAL" clId="{A65A4B35-FA2E-42C3-9E2E-489610CDE835}" dt="2025-10-15T04:00:18.582" v="19563"/>
          <ac:picMkLst>
            <pc:docMk/>
            <pc:sldMk cId="2720645993" sldId="2147483114"/>
            <ac:picMk id="5" creationId="{D22DAEBB-36A2-4DCC-842D-F33E068E9F51}"/>
          </ac:picMkLst>
        </pc:picChg>
      </pc:sldChg>
      <pc:sldChg chg="addSp delSp modSp add del mod setBg modClrScheme delDesignElem chgLayout modNotesTx">
        <pc:chgData name="Venu Madhav Miriyala" userId="cadeccc7-d87a-45af-9b9e-4df35f42ccec" providerId="ADAL" clId="{A65A4B35-FA2E-42C3-9E2E-489610CDE835}" dt="2025-10-15T04:00:18.582" v="19563"/>
        <pc:sldMkLst>
          <pc:docMk/>
          <pc:sldMk cId="2242750662" sldId="2147483115"/>
        </pc:sldMkLst>
        <pc:spChg chg="mod ord">
          <ac:chgData name="Venu Madhav Miriyala" userId="cadeccc7-d87a-45af-9b9e-4df35f42ccec" providerId="ADAL" clId="{A65A4B35-FA2E-42C3-9E2E-489610CDE835}" dt="2025-10-15T04:00:18.582" v="19563"/>
          <ac:spMkLst>
            <pc:docMk/>
            <pc:sldMk cId="2242750662" sldId="2147483115"/>
            <ac:spMk id="2" creationId="{E73850D6-558B-C9EA-200C-FBBA5ADC7D1A}"/>
          </ac:spMkLst>
        </pc:spChg>
        <pc:spChg chg="mod ord">
          <ac:chgData name="Venu Madhav Miriyala" userId="cadeccc7-d87a-45af-9b9e-4df35f42ccec" providerId="ADAL" clId="{A65A4B35-FA2E-42C3-9E2E-489610CDE835}" dt="2025-10-15T04:00:18.582" v="19563"/>
          <ac:spMkLst>
            <pc:docMk/>
            <pc:sldMk cId="2242750662" sldId="2147483115"/>
            <ac:spMk id="4" creationId="{6EC822BC-A177-EEE8-59EB-C0B89F7BFC50}"/>
          </ac:spMkLst>
        </pc:spChg>
        <pc:picChg chg="mod ord">
          <ac:chgData name="Venu Madhav Miriyala" userId="cadeccc7-d87a-45af-9b9e-4df35f42ccec" providerId="ADAL" clId="{A65A4B35-FA2E-42C3-9E2E-489610CDE835}" dt="2025-10-15T04:00:18.582" v="19563"/>
          <ac:picMkLst>
            <pc:docMk/>
            <pc:sldMk cId="2242750662" sldId="2147483115"/>
            <ac:picMk id="5" creationId="{467E630A-432A-46CD-A1E7-C5889FFBE8A6}"/>
          </ac:picMkLst>
        </pc:picChg>
      </pc:sldChg>
      <pc:sldChg chg="addSp delSp modSp add del mod setBg modClrScheme delDesignElem chgLayout modNotesTx">
        <pc:chgData name="Venu Madhav Miriyala" userId="cadeccc7-d87a-45af-9b9e-4df35f42ccec" providerId="ADAL" clId="{A65A4B35-FA2E-42C3-9E2E-489610CDE835}" dt="2025-10-15T04:00:18.582" v="19563"/>
        <pc:sldMkLst>
          <pc:docMk/>
          <pc:sldMk cId="4194097987" sldId="2147483116"/>
        </pc:sldMkLst>
        <pc:spChg chg="mod ord">
          <ac:chgData name="Venu Madhav Miriyala" userId="cadeccc7-d87a-45af-9b9e-4df35f42ccec" providerId="ADAL" clId="{A65A4B35-FA2E-42C3-9E2E-489610CDE835}" dt="2025-10-15T04:00:18.582" v="19563"/>
          <ac:spMkLst>
            <pc:docMk/>
            <pc:sldMk cId="4194097987" sldId="2147483116"/>
            <ac:spMk id="2" creationId="{E49CFAA5-2E20-5136-8B50-8EFD64D94549}"/>
          </ac:spMkLst>
        </pc:spChg>
        <pc:graphicFrameChg chg="mod ord modGraphic">
          <ac:chgData name="Venu Madhav Miriyala" userId="cadeccc7-d87a-45af-9b9e-4df35f42ccec" providerId="ADAL" clId="{A65A4B35-FA2E-42C3-9E2E-489610CDE835}" dt="2025-10-15T04:00:18.582" v="19563"/>
          <ac:graphicFrameMkLst>
            <pc:docMk/>
            <pc:sldMk cId="4194097987" sldId="2147483116"/>
            <ac:graphicFrameMk id="4" creationId="{63FD92DA-C50D-40D6-B36C-3E7F9E60D4D6}"/>
          </ac:graphicFrameMkLst>
        </pc:graphicFrameChg>
      </pc:sldChg>
      <pc:sldChg chg="addSp delSp modSp add del mod setBg modClrScheme delDesignElem chgLayout modNotesTx">
        <pc:chgData name="Venu Madhav Miriyala" userId="cadeccc7-d87a-45af-9b9e-4df35f42ccec" providerId="ADAL" clId="{A65A4B35-FA2E-42C3-9E2E-489610CDE835}" dt="2025-10-15T04:00:18.582" v="19563"/>
        <pc:sldMkLst>
          <pc:docMk/>
          <pc:sldMk cId="2462498560" sldId="2147483117"/>
        </pc:sldMkLst>
        <pc:spChg chg="mod ord">
          <ac:chgData name="Venu Madhav Miriyala" userId="cadeccc7-d87a-45af-9b9e-4df35f42ccec" providerId="ADAL" clId="{A65A4B35-FA2E-42C3-9E2E-489610CDE835}" dt="2025-10-15T04:00:18.582" v="19563"/>
          <ac:spMkLst>
            <pc:docMk/>
            <pc:sldMk cId="2462498560" sldId="2147483117"/>
            <ac:spMk id="2" creationId="{7BB2F8EF-64C2-DE58-E224-3F20377FCAEE}"/>
          </ac:spMkLst>
        </pc:spChg>
        <pc:spChg chg="mod ord">
          <ac:chgData name="Venu Madhav Miriyala" userId="cadeccc7-d87a-45af-9b9e-4df35f42ccec" providerId="ADAL" clId="{A65A4B35-FA2E-42C3-9E2E-489610CDE835}" dt="2025-10-15T04:00:18.582" v="19563"/>
          <ac:spMkLst>
            <pc:docMk/>
            <pc:sldMk cId="2462498560" sldId="2147483117"/>
            <ac:spMk id="4" creationId="{279D4333-5B73-D62D-3738-7E9DFF84C424}"/>
          </ac:spMkLst>
        </pc:spChg>
        <pc:picChg chg="mod ord">
          <ac:chgData name="Venu Madhav Miriyala" userId="cadeccc7-d87a-45af-9b9e-4df35f42ccec" providerId="ADAL" clId="{A65A4B35-FA2E-42C3-9E2E-489610CDE835}" dt="2025-10-15T04:00:18.582" v="19563"/>
          <ac:picMkLst>
            <pc:docMk/>
            <pc:sldMk cId="2462498560" sldId="2147483117"/>
            <ac:picMk id="5" creationId="{68CE68B1-2A2D-46D5-88A0-280BAD27E8F1}"/>
          </ac:picMkLst>
        </pc:picChg>
      </pc:sldChg>
      <pc:sldChg chg="addSp delSp modSp add del mod setBg modClrScheme delDesignElem chgLayout modNotesTx">
        <pc:chgData name="Venu Madhav Miriyala" userId="cadeccc7-d87a-45af-9b9e-4df35f42ccec" providerId="ADAL" clId="{A65A4B35-FA2E-42C3-9E2E-489610CDE835}" dt="2025-10-15T04:00:18.582" v="19563"/>
        <pc:sldMkLst>
          <pc:docMk/>
          <pc:sldMk cId="263262271" sldId="2147483118"/>
        </pc:sldMkLst>
        <pc:spChg chg="mod ord">
          <ac:chgData name="Venu Madhav Miriyala" userId="cadeccc7-d87a-45af-9b9e-4df35f42ccec" providerId="ADAL" clId="{A65A4B35-FA2E-42C3-9E2E-489610CDE835}" dt="2025-10-15T04:00:18.582" v="19563"/>
          <ac:spMkLst>
            <pc:docMk/>
            <pc:sldMk cId="263262271" sldId="2147483118"/>
            <ac:spMk id="2" creationId="{916506EB-1F01-91C0-6EFD-4C42C5E63321}"/>
          </ac:spMkLst>
        </pc:spChg>
        <pc:spChg chg="mod ord">
          <ac:chgData name="Venu Madhav Miriyala" userId="cadeccc7-d87a-45af-9b9e-4df35f42ccec" providerId="ADAL" clId="{A65A4B35-FA2E-42C3-9E2E-489610CDE835}" dt="2025-10-15T04:00:18.582" v="19563"/>
          <ac:spMkLst>
            <pc:docMk/>
            <pc:sldMk cId="263262271" sldId="2147483118"/>
            <ac:spMk id="4" creationId="{17055728-E20B-FB26-6731-6533DBF1C28D}"/>
          </ac:spMkLst>
        </pc:spChg>
        <pc:picChg chg="mod ord">
          <ac:chgData name="Venu Madhav Miriyala" userId="cadeccc7-d87a-45af-9b9e-4df35f42ccec" providerId="ADAL" clId="{A65A4B35-FA2E-42C3-9E2E-489610CDE835}" dt="2025-10-15T04:00:18.582" v="19563"/>
          <ac:picMkLst>
            <pc:docMk/>
            <pc:sldMk cId="263262271" sldId="2147483118"/>
            <ac:picMk id="5" creationId="{C0384CB3-308C-4B18-A1A9-DB38B1961C5B}"/>
          </ac:picMkLst>
        </pc:picChg>
      </pc:sldChg>
      <pc:sldChg chg="addSp delSp modSp add del mod setBg modClrScheme delDesignElem chgLayout modNotesTx">
        <pc:chgData name="Venu Madhav Miriyala" userId="cadeccc7-d87a-45af-9b9e-4df35f42ccec" providerId="ADAL" clId="{A65A4B35-FA2E-42C3-9E2E-489610CDE835}" dt="2025-10-15T04:00:18.582" v="19563"/>
        <pc:sldMkLst>
          <pc:docMk/>
          <pc:sldMk cId="2107602525" sldId="2147483119"/>
        </pc:sldMkLst>
        <pc:spChg chg="mod ord">
          <ac:chgData name="Venu Madhav Miriyala" userId="cadeccc7-d87a-45af-9b9e-4df35f42ccec" providerId="ADAL" clId="{A65A4B35-FA2E-42C3-9E2E-489610CDE835}" dt="2025-10-15T04:00:18.582" v="19563"/>
          <ac:spMkLst>
            <pc:docMk/>
            <pc:sldMk cId="2107602525" sldId="2147483119"/>
            <ac:spMk id="2" creationId="{645F7128-8E20-52CF-69DD-97A12CCE80C9}"/>
          </ac:spMkLst>
        </pc:spChg>
        <pc:spChg chg="mod ord">
          <ac:chgData name="Venu Madhav Miriyala" userId="cadeccc7-d87a-45af-9b9e-4df35f42ccec" providerId="ADAL" clId="{A65A4B35-FA2E-42C3-9E2E-489610CDE835}" dt="2025-10-15T04:00:18.582" v="19563"/>
          <ac:spMkLst>
            <pc:docMk/>
            <pc:sldMk cId="2107602525" sldId="2147483119"/>
            <ac:spMk id="4" creationId="{B4C2F789-CDF2-4904-596B-49092FC36888}"/>
          </ac:spMkLst>
        </pc:spChg>
        <pc:picChg chg="mod ord">
          <ac:chgData name="Venu Madhav Miriyala" userId="cadeccc7-d87a-45af-9b9e-4df35f42ccec" providerId="ADAL" clId="{A65A4B35-FA2E-42C3-9E2E-489610CDE835}" dt="2025-10-15T04:00:18.582" v="19563"/>
          <ac:picMkLst>
            <pc:docMk/>
            <pc:sldMk cId="2107602525" sldId="2147483119"/>
            <ac:picMk id="5" creationId="{D3F23C02-7C29-418A-82A8-D2E3849542A1}"/>
          </ac:picMkLst>
        </pc:picChg>
      </pc:sldChg>
      <pc:sldChg chg="modSp add mod modClrScheme chgLayout">
        <pc:chgData name="Venu Madhav Miriyala" userId="cadeccc7-d87a-45af-9b9e-4df35f42ccec" providerId="ADAL" clId="{A65A4B35-FA2E-42C3-9E2E-489610CDE835}" dt="2025-10-15T04:00:18.582" v="19563"/>
        <pc:sldMkLst>
          <pc:docMk/>
          <pc:sldMk cId="3129717445" sldId="2147483120"/>
        </pc:sldMkLst>
        <pc:spChg chg="mod ord">
          <ac:chgData name="Venu Madhav Miriyala" userId="cadeccc7-d87a-45af-9b9e-4df35f42ccec" providerId="ADAL" clId="{A65A4B35-FA2E-42C3-9E2E-489610CDE835}" dt="2025-10-15T04:00:18.582" v="19563"/>
          <ac:spMkLst>
            <pc:docMk/>
            <pc:sldMk cId="3129717445" sldId="2147483120"/>
            <ac:spMk id="2" creationId="{B8903017-7207-BD42-05C1-36A7283596A1}"/>
          </ac:spMkLst>
        </pc:spChg>
      </pc:sldChg>
      <pc:sldChg chg="addSp delSp modSp add del mod setBg modClrScheme delDesignElem chgLayout modNotesTx">
        <pc:chgData name="Venu Madhav Miriyala" userId="cadeccc7-d87a-45af-9b9e-4df35f42ccec" providerId="ADAL" clId="{A65A4B35-FA2E-42C3-9E2E-489610CDE835}" dt="2025-10-15T04:00:18.582" v="19563"/>
        <pc:sldMkLst>
          <pc:docMk/>
          <pc:sldMk cId="2818761333" sldId="2147483121"/>
        </pc:sldMkLst>
        <pc:spChg chg="mod ord">
          <ac:chgData name="Venu Madhav Miriyala" userId="cadeccc7-d87a-45af-9b9e-4df35f42ccec" providerId="ADAL" clId="{A65A4B35-FA2E-42C3-9E2E-489610CDE835}" dt="2025-10-15T04:00:18.582" v="19563"/>
          <ac:spMkLst>
            <pc:docMk/>
            <pc:sldMk cId="2818761333" sldId="2147483121"/>
            <ac:spMk id="2" creationId="{365E31B7-B021-BEC6-2453-2691DE7182FD}"/>
          </ac:spMkLst>
        </pc:spChg>
        <pc:spChg chg="mod ord">
          <ac:chgData name="Venu Madhav Miriyala" userId="cadeccc7-d87a-45af-9b9e-4df35f42ccec" providerId="ADAL" clId="{A65A4B35-FA2E-42C3-9E2E-489610CDE835}" dt="2025-10-15T04:00:18.582" v="19563"/>
          <ac:spMkLst>
            <pc:docMk/>
            <pc:sldMk cId="2818761333" sldId="2147483121"/>
            <ac:spMk id="4" creationId="{9E317F4C-F6F7-12BE-1546-EE71514E987F}"/>
          </ac:spMkLst>
        </pc:spChg>
        <pc:picChg chg="mod ord">
          <ac:chgData name="Venu Madhav Miriyala" userId="cadeccc7-d87a-45af-9b9e-4df35f42ccec" providerId="ADAL" clId="{A65A4B35-FA2E-42C3-9E2E-489610CDE835}" dt="2025-10-15T04:00:18.582" v="19563"/>
          <ac:picMkLst>
            <pc:docMk/>
            <pc:sldMk cId="2818761333" sldId="2147483121"/>
            <ac:picMk id="5" creationId="{8D9762EB-DF2D-4312-8A2B-2CE059E01077}"/>
          </ac:picMkLst>
        </pc:picChg>
      </pc:sldChg>
      <pc:sldChg chg="addSp delSp modSp add del mod setBg delDesignElem modNotesTx">
        <pc:chgData name="Venu Madhav Miriyala" userId="cadeccc7-d87a-45af-9b9e-4df35f42ccec" providerId="ADAL" clId="{A65A4B35-FA2E-42C3-9E2E-489610CDE835}" dt="2025-10-14T17:34:36.115" v="18665"/>
        <pc:sldMkLst>
          <pc:docMk/>
          <pc:sldMk cId="3457727894" sldId="2147483122"/>
        </pc:sldMkLst>
        <pc:spChg chg="mod">
          <ac:chgData name="Venu Madhav Miriyala" userId="cadeccc7-d87a-45af-9b9e-4df35f42ccec" providerId="ADAL" clId="{A65A4B35-FA2E-42C3-9E2E-489610CDE835}" dt="2025-10-14T12:45:13.524" v="18226" actId="20577"/>
          <ac:spMkLst>
            <pc:docMk/>
            <pc:sldMk cId="3457727894" sldId="2147483122"/>
            <ac:spMk id="2" creationId="{A667B0B5-A6C6-2FF4-9289-288F80F97A59}"/>
          </ac:spMkLst>
        </pc:spChg>
        <pc:spChg chg="add del">
          <ac:chgData name="Venu Madhav Miriyala" userId="cadeccc7-d87a-45af-9b9e-4df35f42ccec" providerId="ADAL" clId="{A65A4B35-FA2E-42C3-9E2E-489610CDE835}" dt="2025-10-14T12:44:59.137" v="18220"/>
          <ac:spMkLst>
            <pc:docMk/>
            <pc:sldMk cId="3457727894" sldId="2147483122"/>
            <ac:spMk id="9" creationId="{DDD1D22E-5996-E45B-92B2-659F701A4A3B}"/>
          </ac:spMkLst>
        </pc:spChg>
        <pc:graphicFrameChg chg="mod">
          <ac:chgData name="Venu Madhav Miriyala" userId="cadeccc7-d87a-45af-9b9e-4df35f42ccec" providerId="ADAL" clId="{A65A4B35-FA2E-42C3-9E2E-489610CDE835}" dt="2025-10-14T17:34:36.115" v="18665"/>
          <ac:graphicFrameMkLst>
            <pc:docMk/>
            <pc:sldMk cId="3457727894" sldId="2147483122"/>
            <ac:graphicFrameMk id="4" creationId="{BF7D8D8E-78FD-458C-8AAD-A7C9AD8F8D13}"/>
          </ac:graphicFrameMkLst>
        </pc:graphicFrameChg>
      </pc:sldChg>
      <pc:sldChg chg="addSp delSp modSp add del mod setBg delDesignElem modNotesTx">
        <pc:chgData name="Venu Madhav Miriyala" userId="cadeccc7-d87a-45af-9b9e-4df35f42ccec" providerId="ADAL" clId="{A65A4B35-FA2E-42C3-9E2E-489610CDE835}" dt="2025-10-14T12:52:16.458" v="18320" actId="20577"/>
        <pc:sldMkLst>
          <pc:docMk/>
          <pc:sldMk cId="1845586920" sldId="2147483123"/>
        </pc:sldMkLst>
        <pc:spChg chg="mod">
          <ac:chgData name="Venu Madhav Miriyala" userId="cadeccc7-d87a-45af-9b9e-4df35f42ccec" providerId="ADAL" clId="{A65A4B35-FA2E-42C3-9E2E-489610CDE835}" dt="2025-10-14T12:52:06.976" v="18319" actId="20577"/>
          <ac:spMkLst>
            <pc:docMk/>
            <pc:sldMk cId="1845586920" sldId="2147483123"/>
            <ac:spMk id="2" creationId="{C8C60D95-1369-663C-5E75-9CF48443AA1E}"/>
          </ac:spMkLst>
        </pc:spChg>
        <pc:spChg chg="add del">
          <ac:chgData name="Venu Madhav Miriyala" userId="cadeccc7-d87a-45af-9b9e-4df35f42ccec" providerId="ADAL" clId="{A65A4B35-FA2E-42C3-9E2E-489610CDE835}" dt="2025-10-14T12:52:01.291" v="18317"/>
          <ac:spMkLst>
            <pc:docMk/>
            <pc:sldMk cId="1845586920" sldId="2147483123"/>
            <ac:spMk id="9" creationId="{DDD1D22E-5996-E45B-92B2-659F701A4A3B}"/>
          </ac:spMkLst>
        </pc:spChg>
      </pc:sldChg>
      <pc:sldChg chg="modSp add ord">
        <pc:chgData name="Venu Madhav Miriyala" userId="cadeccc7-d87a-45af-9b9e-4df35f42ccec" providerId="ADAL" clId="{A65A4B35-FA2E-42C3-9E2E-489610CDE835}" dt="2025-10-15T02:42:06.417" v="19036" actId="20577"/>
        <pc:sldMkLst>
          <pc:docMk/>
          <pc:sldMk cId="1293836330" sldId="2147483124"/>
        </pc:sldMkLst>
        <pc:spChg chg="mod">
          <ac:chgData name="Venu Madhav Miriyala" userId="cadeccc7-d87a-45af-9b9e-4df35f42ccec" providerId="ADAL" clId="{A65A4B35-FA2E-42C3-9E2E-489610CDE835}" dt="2025-10-15T02:42:06.417" v="19036" actId="20577"/>
          <ac:spMkLst>
            <pc:docMk/>
            <pc:sldMk cId="1293836330" sldId="2147483124"/>
            <ac:spMk id="2" creationId="{552265BC-CFB4-A18E-B0E7-FBCF53ADF087}"/>
          </ac:spMkLst>
        </pc:spChg>
      </pc:sldChg>
      <pc:sldChg chg="modSp add mod">
        <pc:chgData name="Venu Madhav Miriyala" userId="cadeccc7-d87a-45af-9b9e-4df35f42ccec" providerId="ADAL" clId="{A65A4B35-FA2E-42C3-9E2E-489610CDE835}" dt="2025-10-15T02:24:11.500" v="18772" actId="313"/>
        <pc:sldMkLst>
          <pc:docMk/>
          <pc:sldMk cId="1238968708" sldId="2147483125"/>
        </pc:sldMkLst>
        <pc:spChg chg="mod">
          <ac:chgData name="Venu Madhav Miriyala" userId="cadeccc7-d87a-45af-9b9e-4df35f42ccec" providerId="ADAL" clId="{A65A4B35-FA2E-42C3-9E2E-489610CDE835}" dt="2025-10-15T02:23:02.556" v="18755" actId="20577"/>
          <ac:spMkLst>
            <pc:docMk/>
            <pc:sldMk cId="1238968708" sldId="2147483125"/>
            <ac:spMk id="2" creationId="{04F8EA04-A10C-47FD-8499-74DDFD617FFA}"/>
          </ac:spMkLst>
        </pc:spChg>
        <pc:spChg chg="mod">
          <ac:chgData name="Venu Madhav Miriyala" userId="cadeccc7-d87a-45af-9b9e-4df35f42ccec" providerId="ADAL" clId="{A65A4B35-FA2E-42C3-9E2E-489610CDE835}" dt="2025-10-15T02:24:11.500" v="18772" actId="313"/>
          <ac:spMkLst>
            <pc:docMk/>
            <pc:sldMk cId="1238968708" sldId="2147483125"/>
            <ac:spMk id="4" creationId="{418534A1-12FA-5089-8FA9-B4CF279386DD}"/>
          </ac:spMkLst>
        </pc:spChg>
      </pc:sldChg>
      <pc:sldChg chg="addSp delSp modSp add del mod setBg modClrScheme delDesignElem chgLayout modNotesTx">
        <pc:chgData name="Venu Madhav Miriyala" userId="cadeccc7-d87a-45af-9b9e-4df35f42ccec" providerId="ADAL" clId="{A65A4B35-FA2E-42C3-9E2E-489610CDE835}" dt="2025-10-15T04:00:18.582" v="19563"/>
        <pc:sldMkLst>
          <pc:docMk/>
          <pc:sldMk cId="996580091" sldId="2147483126"/>
        </pc:sldMkLst>
        <pc:spChg chg="mod ord">
          <ac:chgData name="Venu Madhav Miriyala" userId="cadeccc7-d87a-45af-9b9e-4df35f42ccec" providerId="ADAL" clId="{A65A4B35-FA2E-42C3-9E2E-489610CDE835}" dt="2025-10-15T04:00:18.582" v="19563"/>
          <ac:spMkLst>
            <pc:docMk/>
            <pc:sldMk cId="996580091" sldId="2147483126"/>
            <ac:spMk id="2" creationId="{95961111-7B54-FB78-3AA9-593C5A13CDB4}"/>
          </ac:spMkLst>
        </pc:spChg>
        <pc:spChg chg="mod ord">
          <ac:chgData name="Venu Madhav Miriyala" userId="cadeccc7-d87a-45af-9b9e-4df35f42ccec" providerId="ADAL" clId="{A65A4B35-FA2E-42C3-9E2E-489610CDE835}" dt="2025-10-15T04:00:18.582" v="19563"/>
          <ac:spMkLst>
            <pc:docMk/>
            <pc:sldMk cId="996580091" sldId="2147483126"/>
            <ac:spMk id="4" creationId="{D488911A-5D36-0F78-4ED5-BE4DE944ED0B}"/>
          </ac:spMkLst>
        </pc:spChg>
        <pc:picChg chg="mod ord">
          <ac:chgData name="Venu Madhav Miriyala" userId="cadeccc7-d87a-45af-9b9e-4df35f42ccec" providerId="ADAL" clId="{A65A4B35-FA2E-42C3-9E2E-489610CDE835}" dt="2025-10-15T04:00:18.582" v="19563"/>
          <ac:picMkLst>
            <pc:docMk/>
            <pc:sldMk cId="996580091" sldId="2147483126"/>
            <ac:picMk id="5" creationId="{51E6CD83-0DF2-4BD3-BA78-2A0C60DB75DB}"/>
          </ac:picMkLst>
        </pc:picChg>
      </pc:sldChg>
      <pc:sldChg chg="delSp modSp mod modClrScheme delDesignElem chgLayout">
        <pc:chgData name="Venu Madhav Miriyala" userId="cadeccc7-d87a-45af-9b9e-4df35f42ccec" providerId="ADAL" clId="{A65A4B35-FA2E-42C3-9E2E-489610CDE835}" dt="2025-10-15T04:00:18.582" v="19563"/>
        <pc:sldMkLst>
          <pc:docMk/>
          <pc:sldMk cId="1830062212" sldId="2147483127"/>
        </pc:sldMkLst>
        <pc:spChg chg="mod ord">
          <ac:chgData name="Venu Madhav Miriyala" userId="cadeccc7-d87a-45af-9b9e-4df35f42ccec" providerId="ADAL" clId="{A65A4B35-FA2E-42C3-9E2E-489610CDE835}" dt="2025-10-15T04:00:18.582" v="19563"/>
          <ac:spMkLst>
            <pc:docMk/>
            <pc:sldMk cId="1830062212" sldId="2147483127"/>
            <ac:spMk id="2" creationId="{E8486B90-CAB7-EB38-5E3F-C4F714BC4D4A}"/>
          </ac:spMkLst>
        </pc:spChg>
        <pc:spChg chg="mod ord">
          <ac:chgData name="Venu Madhav Miriyala" userId="cadeccc7-d87a-45af-9b9e-4df35f42ccec" providerId="ADAL" clId="{A65A4B35-FA2E-42C3-9E2E-489610CDE835}" dt="2025-10-15T04:00:18.582" v="19563"/>
          <ac:spMkLst>
            <pc:docMk/>
            <pc:sldMk cId="1830062212" sldId="2147483127"/>
            <ac:spMk id="4" creationId="{4EBC58E5-D1FA-DA27-A686-A49D23D30B17}"/>
          </ac:spMkLst>
        </pc:spChg>
        <pc:picChg chg="mod ord">
          <ac:chgData name="Venu Madhav Miriyala" userId="cadeccc7-d87a-45af-9b9e-4df35f42ccec" providerId="ADAL" clId="{A65A4B35-FA2E-42C3-9E2E-489610CDE835}" dt="2025-10-15T04:00:18.582" v="19563"/>
          <ac:picMkLst>
            <pc:docMk/>
            <pc:sldMk cId="1830062212" sldId="2147483127"/>
            <ac:picMk id="5" creationId="{0FF57F10-44E4-46FA-955C-E5280A79546E}"/>
          </ac:picMkLst>
        </pc:picChg>
      </pc:sldChg>
      <pc:sldChg chg="delSp modSp mod modClrScheme delDesignElem chgLayout">
        <pc:chgData name="Venu Madhav Miriyala" userId="cadeccc7-d87a-45af-9b9e-4df35f42ccec" providerId="ADAL" clId="{A65A4B35-FA2E-42C3-9E2E-489610CDE835}" dt="2025-10-15T04:00:18.582" v="19563"/>
        <pc:sldMkLst>
          <pc:docMk/>
          <pc:sldMk cId="1988604841" sldId="2147483128"/>
        </pc:sldMkLst>
        <pc:spChg chg="mod ord">
          <ac:chgData name="Venu Madhav Miriyala" userId="cadeccc7-d87a-45af-9b9e-4df35f42ccec" providerId="ADAL" clId="{A65A4B35-FA2E-42C3-9E2E-489610CDE835}" dt="2025-10-15T04:00:18.582" v="19563"/>
          <ac:spMkLst>
            <pc:docMk/>
            <pc:sldMk cId="1988604841" sldId="2147483128"/>
            <ac:spMk id="2" creationId="{BFCE0126-2835-407B-740F-E23035BF1220}"/>
          </ac:spMkLst>
        </pc:spChg>
        <pc:spChg chg="mod ord">
          <ac:chgData name="Venu Madhav Miriyala" userId="cadeccc7-d87a-45af-9b9e-4df35f42ccec" providerId="ADAL" clId="{A65A4B35-FA2E-42C3-9E2E-489610CDE835}" dt="2025-10-15T04:00:18.582" v="19563"/>
          <ac:spMkLst>
            <pc:docMk/>
            <pc:sldMk cId="1988604841" sldId="2147483128"/>
            <ac:spMk id="4" creationId="{84E67E45-AAAE-AF31-AFB0-344265BCB5F4}"/>
          </ac:spMkLst>
        </pc:spChg>
        <pc:picChg chg="mod ord">
          <ac:chgData name="Venu Madhav Miriyala" userId="cadeccc7-d87a-45af-9b9e-4df35f42ccec" providerId="ADAL" clId="{A65A4B35-FA2E-42C3-9E2E-489610CDE835}" dt="2025-10-15T04:00:18.582" v="19563"/>
          <ac:picMkLst>
            <pc:docMk/>
            <pc:sldMk cId="1988604841" sldId="2147483128"/>
            <ac:picMk id="5" creationId="{69009159-5F66-4336-B52C-FAEF631C5355}"/>
          </ac:picMkLst>
        </pc:picChg>
      </pc:sldChg>
      <pc:sldChg chg="addSp delSp modSp add mod">
        <pc:chgData name="Venu Madhav Miriyala" userId="cadeccc7-d87a-45af-9b9e-4df35f42ccec" providerId="ADAL" clId="{A65A4B35-FA2E-42C3-9E2E-489610CDE835}" dt="2025-10-15T04:03:14.102" v="19599" actId="14100"/>
        <pc:sldMkLst>
          <pc:docMk/>
          <pc:sldMk cId="1549665942" sldId="2147483129"/>
        </pc:sldMkLst>
        <pc:spChg chg="mod">
          <ac:chgData name="Venu Madhav Miriyala" userId="cadeccc7-d87a-45af-9b9e-4df35f42ccec" providerId="ADAL" clId="{A65A4B35-FA2E-42C3-9E2E-489610CDE835}" dt="2025-10-15T04:03:06.934" v="19596" actId="1076"/>
          <ac:spMkLst>
            <pc:docMk/>
            <pc:sldMk cId="1549665942" sldId="2147483129"/>
            <ac:spMk id="2" creationId="{EB5A561B-1D80-3A76-EB05-3AE35EE7BDC2}"/>
          </ac:spMkLst>
        </pc:spChg>
        <pc:spChg chg="add mod">
          <ac:chgData name="Venu Madhav Miriyala" userId="cadeccc7-d87a-45af-9b9e-4df35f42ccec" providerId="ADAL" clId="{A65A4B35-FA2E-42C3-9E2E-489610CDE835}" dt="2025-10-15T04:03:14.102" v="19599" actId="14100"/>
          <ac:spMkLst>
            <pc:docMk/>
            <pc:sldMk cId="1549665942" sldId="2147483129"/>
            <ac:spMk id="3" creationId="{D78D72C9-83C7-E206-97FD-6CF525394C4A}"/>
          </ac:spMkLst>
        </pc:spChg>
      </pc:sldChg>
      <pc:sldMasterChg chg="delSldLayout modSldLayout sldLayoutOrd">
        <pc:chgData name="Venu Madhav Miriyala" userId="cadeccc7-d87a-45af-9b9e-4df35f42ccec" providerId="ADAL" clId="{A65A4B35-FA2E-42C3-9E2E-489610CDE835}" dt="2025-10-15T04:00:18.488" v="19562"/>
        <pc:sldMasterMkLst>
          <pc:docMk/>
          <pc:sldMasterMk cId="3757127528" sldId="2147483648"/>
        </pc:sldMasterMkLst>
        <pc:sldLayoutChg chg="modSp mod ord">
          <pc:chgData name="Venu Madhav Miriyala" userId="cadeccc7-d87a-45af-9b9e-4df35f42ccec" providerId="ADAL" clId="{A65A4B35-FA2E-42C3-9E2E-489610CDE835}" dt="2025-10-15T04:00:18.399" v="19561"/>
          <pc:sldLayoutMkLst>
            <pc:docMk/>
            <pc:sldMasterMk cId="3757127528" sldId="2147483648"/>
            <pc:sldLayoutMk cId="3623494808" sldId="2147483961"/>
          </pc:sldLayoutMkLst>
          <pc:spChg chg="mod">
            <ac:chgData name="Venu Madhav Miriyala" userId="cadeccc7-d87a-45af-9b9e-4df35f42ccec" providerId="ADAL" clId="{A65A4B35-FA2E-42C3-9E2E-489610CDE835}" dt="2025-10-15T04:00:18.399" v="19561"/>
            <ac:spMkLst>
              <pc:docMk/>
              <pc:sldMasterMk cId="3757127528" sldId="2147483648"/>
              <pc:sldLayoutMk cId="3623494808" sldId="2147483961"/>
              <ac:spMk id="2" creationId="{5A75B415-83E5-06EC-04EA-1F585F3868E6}"/>
            </ac:spMkLst>
          </pc:spChg>
          <pc:spChg chg="mod">
            <ac:chgData name="Venu Madhav Miriyala" userId="cadeccc7-d87a-45af-9b9e-4df35f42ccec" providerId="ADAL" clId="{A65A4B35-FA2E-42C3-9E2E-489610CDE835}" dt="2025-10-15T04:00:18.399" v="19561"/>
            <ac:spMkLst>
              <pc:docMk/>
              <pc:sldMasterMk cId="3757127528" sldId="2147483648"/>
              <pc:sldLayoutMk cId="3623494808" sldId="2147483961"/>
              <ac:spMk id="3" creationId="{5341DDE7-F0DF-AB20-9CED-7A697E4D19AF}"/>
            </ac:spMkLst>
          </pc:spChg>
          <pc:spChg chg="mod">
            <ac:chgData name="Venu Madhav Miriyala" userId="cadeccc7-d87a-45af-9b9e-4df35f42ccec" providerId="ADAL" clId="{A65A4B35-FA2E-42C3-9E2E-489610CDE835}" dt="2025-10-15T04:00:18.399" v="19561"/>
            <ac:spMkLst>
              <pc:docMk/>
              <pc:sldMasterMk cId="3757127528" sldId="2147483648"/>
              <pc:sldLayoutMk cId="3623494808" sldId="2147483961"/>
              <ac:spMk id="4" creationId="{69353135-0676-10B7-26AF-34BC1155FD06}"/>
            </ac:spMkLst>
          </pc:spChg>
          <pc:spChg chg="mod">
            <ac:chgData name="Venu Madhav Miriyala" userId="cadeccc7-d87a-45af-9b9e-4df35f42ccec" providerId="ADAL" clId="{A65A4B35-FA2E-42C3-9E2E-489610CDE835}" dt="2025-10-15T04:00:18.399" v="19561"/>
            <ac:spMkLst>
              <pc:docMk/>
              <pc:sldMasterMk cId="3757127528" sldId="2147483648"/>
              <pc:sldLayoutMk cId="3623494808" sldId="2147483961"/>
              <ac:spMk id="5" creationId="{02D9E16D-1D8D-9FAF-071E-3B5D0DDC849B}"/>
            </ac:spMkLst>
          </pc:spChg>
          <pc:spChg chg="mod">
            <ac:chgData name="Venu Madhav Miriyala" userId="cadeccc7-d87a-45af-9b9e-4df35f42ccec" providerId="ADAL" clId="{A65A4B35-FA2E-42C3-9E2E-489610CDE835}" dt="2025-10-15T04:00:18.399" v="19561"/>
            <ac:spMkLst>
              <pc:docMk/>
              <pc:sldMasterMk cId="3757127528" sldId="2147483648"/>
              <pc:sldLayoutMk cId="3623494808" sldId="2147483961"/>
              <ac:spMk id="6" creationId="{B24B2EEE-30A6-3306-6404-FE44D7D6D4D8}"/>
            </ac:spMkLst>
          </pc:spChg>
          <pc:spChg chg="mod">
            <ac:chgData name="Venu Madhav Miriyala" userId="cadeccc7-d87a-45af-9b9e-4df35f42ccec" providerId="ADAL" clId="{A65A4B35-FA2E-42C3-9E2E-489610CDE835}" dt="2025-10-15T04:00:18.399" v="19561"/>
            <ac:spMkLst>
              <pc:docMk/>
              <pc:sldMasterMk cId="3757127528" sldId="2147483648"/>
              <pc:sldLayoutMk cId="3623494808" sldId="2147483961"/>
              <ac:spMk id="7" creationId="{C3DFE655-B480-E514-28E7-5ADE0983EDDB}"/>
            </ac:spMkLst>
          </pc:spChg>
        </pc:sldLayoutChg>
        <pc:sldLayoutChg chg="modSp mod ord">
          <pc:chgData name="Venu Madhav Miriyala" userId="cadeccc7-d87a-45af-9b9e-4df35f42ccec" providerId="ADAL" clId="{A65A4B35-FA2E-42C3-9E2E-489610CDE835}" dt="2025-10-15T04:00:18.399" v="19561"/>
          <pc:sldLayoutMkLst>
            <pc:docMk/>
            <pc:sldMasterMk cId="3757127528" sldId="2147483648"/>
            <pc:sldLayoutMk cId="3404145023" sldId="2147483971"/>
          </pc:sldLayoutMkLst>
          <pc:spChg chg="mod">
            <ac:chgData name="Venu Madhav Miriyala" userId="cadeccc7-d87a-45af-9b9e-4df35f42ccec" providerId="ADAL" clId="{A65A4B35-FA2E-42C3-9E2E-489610CDE835}" dt="2025-10-15T04:00:18.399" v="19561"/>
            <ac:spMkLst>
              <pc:docMk/>
              <pc:sldMasterMk cId="3757127528" sldId="2147483648"/>
              <pc:sldLayoutMk cId="3404145023" sldId="2147483971"/>
              <ac:spMk id="2" creationId="{BEE3E25F-47FD-F53D-7249-E11AFF77F81F}"/>
            </ac:spMkLst>
          </pc:spChg>
          <pc:spChg chg="mod">
            <ac:chgData name="Venu Madhav Miriyala" userId="cadeccc7-d87a-45af-9b9e-4df35f42ccec" providerId="ADAL" clId="{A65A4B35-FA2E-42C3-9E2E-489610CDE835}" dt="2025-10-15T04:00:18.399" v="19561"/>
            <ac:spMkLst>
              <pc:docMk/>
              <pc:sldMasterMk cId="3757127528" sldId="2147483648"/>
              <pc:sldLayoutMk cId="3404145023" sldId="2147483971"/>
              <ac:spMk id="3" creationId="{D24B80FD-C540-B5EA-1FBB-0AE08EADE199}"/>
            </ac:spMkLst>
          </pc:spChg>
          <pc:spChg chg="mod">
            <ac:chgData name="Venu Madhav Miriyala" userId="cadeccc7-d87a-45af-9b9e-4df35f42ccec" providerId="ADAL" clId="{A65A4B35-FA2E-42C3-9E2E-489610CDE835}" dt="2025-10-15T04:00:18.399" v="19561"/>
            <ac:spMkLst>
              <pc:docMk/>
              <pc:sldMasterMk cId="3757127528" sldId="2147483648"/>
              <pc:sldLayoutMk cId="3404145023" sldId="2147483971"/>
              <ac:spMk id="4" creationId="{AC9BF2DE-D15A-1CE0-C2E1-51CF48332512}"/>
            </ac:spMkLst>
          </pc:spChg>
          <pc:spChg chg="mod">
            <ac:chgData name="Venu Madhav Miriyala" userId="cadeccc7-d87a-45af-9b9e-4df35f42ccec" providerId="ADAL" clId="{A65A4B35-FA2E-42C3-9E2E-489610CDE835}" dt="2025-10-15T04:00:18.399" v="19561"/>
            <ac:spMkLst>
              <pc:docMk/>
              <pc:sldMasterMk cId="3757127528" sldId="2147483648"/>
              <pc:sldLayoutMk cId="3404145023" sldId="2147483971"/>
              <ac:spMk id="5" creationId="{AB5C5688-D8A3-4073-E087-D8F12DA12715}"/>
            </ac:spMkLst>
          </pc:spChg>
          <pc:spChg chg="mod">
            <ac:chgData name="Venu Madhav Miriyala" userId="cadeccc7-d87a-45af-9b9e-4df35f42ccec" providerId="ADAL" clId="{A65A4B35-FA2E-42C3-9E2E-489610CDE835}" dt="2025-10-15T04:00:18.399" v="19561"/>
            <ac:spMkLst>
              <pc:docMk/>
              <pc:sldMasterMk cId="3757127528" sldId="2147483648"/>
              <pc:sldLayoutMk cId="3404145023" sldId="2147483971"/>
              <ac:spMk id="6" creationId="{5A4207E3-4B20-E362-7C1E-D887EC157B59}"/>
            </ac:spMkLst>
          </pc:spChg>
        </pc:sldLayoutChg>
        <pc:sldLayoutChg chg="modSp mod ord">
          <pc:chgData name="Venu Madhav Miriyala" userId="cadeccc7-d87a-45af-9b9e-4df35f42ccec" providerId="ADAL" clId="{A65A4B35-FA2E-42C3-9E2E-489610CDE835}" dt="2025-10-15T04:00:18.399" v="19561"/>
          <pc:sldLayoutMkLst>
            <pc:docMk/>
            <pc:sldMasterMk cId="3757127528" sldId="2147483648"/>
            <pc:sldLayoutMk cId="328411469" sldId="2147483973"/>
          </pc:sldLayoutMkLst>
          <pc:spChg chg="mod">
            <ac:chgData name="Venu Madhav Miriyala" userId="cadeccc7-d87a-45af-9b9e-4df35f42ccec" providerId="ADAL" clId="{A65A4B35-FA2E-42C3-9E2E-489610CDE835}" dt="2025-10-15T04:00:18.399" v="19561"/>
            <ac:spMkLst>
              <pc:docMk/>
              <pc:sldMasterMk cId="3757127528" sldId="2147483648"/>
              <pc:sldLayoutMk cId="328411469" sldId="2147483973"/>
              <ac:spMk id="2" creationId="{5650DF3E-20A4-164A-BD67-171ED3211933}"/>
            </ac:spMkLst>
          </pc:spChg>
          <pc:spChg chg="mod">
            <ac:chgData name="Venu Madhav Miriyala" userId="cadeccc7-d87a-45af-9b9e-4df35f42ccec" providerId="ADAL" clId="{A65A4B35-FA2E-42C3-9E2E-489610CDE835}" dt="2025-10-15T04:00:18.399" v="19561"/>
            <ac:spMkLst>
              <pc:docMk/>
              <pc:sldMasterMk cId="3757127528" sldId="2147483648"/>
              <pc:sldLayoutMk cId="328411469" sldId="2147483973"/>
              <ac:spMk id="3" creationId="{0B1A087F-3402-E537-5D6F-DA2AB4E0191F}"/>
            </ac:spMkLst>
          </pc:spChg>
          <pc:spChg chg="mod">
            <ac:chgData name="Venu Madhav Miriyala" userId="cadeccc7-d87a-45af-9b9e-4df35f42ccec" providerId="ADAL" clId="{A65A4B35-FA2E-42C3-9E2E-489610CDE835}" dt="2025-10-15T04:00:18.399" v="19561"/>
            <ac:spMkLst>
              <pc:docMk/>
              <pc:sldMasterMk cId="3757127528" sldId="2147483648"/>
              <pc:sldLayoutMk cId="328411469" sldId="2147483973"/>
              <ac:spMk id="4" creationId="{096B665B-CD02-9A6A-DB41-AD582BF81286}"/>
            </ac:spMkLst>
          </pc:spChg>
          <pc:spChg chg="mod">
            <ac:chgData name="Venu Madhav Miriyala" userId="cadeccc7-d87a-45af-9b9e-4df35f42ccec" providerId="ADAL" clId="{A65A4B35-FA2E-42C3-9E2E-489610CDE835}" dt="2025-10-15T04:00:18.399" v="19561"/>
            <ac:spMkLst>
              <pc:docMk/>
              <pc:sldMasterMk cId="3757127528" sldId="2147483648"/>
              <pc:sldLayoutMk cId="328411469" sldId="2147483973"/>
              <ac:spMk id="5" creationId="{E5BD7A2C-0F8B-2D4B-D0D3-E91EF672CCAE}"/>
            </ac:spMkLst>
          </pc:spChg>
          <pc:spChg chg="mod">
            <ac:chgData name="Venu Madhav Miriyala" userId="cadeccc7-d87a-45af-9b9e-4df35f42ccec" providerId="ADAL" clId="{A65A4B35-FA2E-42C3-9E2E-489610CDE835}" dt="2025-10-15T04:00:18.399" v="19561"/>
            <ac:spMkLst>
              <pc:docMk/>
              <pc:sldMasterMk cId="3757127528" sldId="2147483648"/>
              <pc:sldLayoutMk cId="328411469" sldId="2147483973"/>
              <ac:spMk id="6" creationId="{23E3AD3C-5C67-36A7-151C-4CEC5C8BFD1E}"/>
            </ac:spMkLst>
          </pc:spChg>
          <pc:spChg chg="mod">
            <ac:chgData name="Venu Madhav Miriyala" userId="cadeccc7-d87a-45af-9b9e-4df35f42ccec" providerId="ADAL" clId="{A65A4B35-FA2E-42C3-9E2E-489610CDE835}" dt="2025-10-15T04:00:18.399" v="19561"/>
            <ac:spMkLst>
              <pc:docMk/>
              <pc:sldMasterMk cId="3757127528" sldId="2147483648"/>
              <pc:sldLayoutMk cId="328411469" sldId="2147483973"/>
              <ac:spMk id="7" creationId="{CA717EE2-6C3D-BB8E-EAD2-2FA8B0920783}"/>
            </ac:spMkLst>
          </pc:spChg>
        </pc:sldLayoutChg>
        <pc:sldLayoutChg chg="modSp mod ord">
          <pc:chgData name="Venu Madhav Miriyala" userId="cadeccc7-d87a-45af-9b9e-4df35f42ccec" providerId="ADAL" clId="{A65A4B35-FA2E-42C3-9E2E-489610CDE835}" dt="2025-10-15T04:00:18.399" v="19561"/>
          <pc:sldLayoutMkLst>
            <pc:docMk/>
            <pc:sldMasterMk cId="3757127528" sldId="2147483648"/>
            <pc:sldLayoutMk cId="614254064" sldId="2147483983"/>
          </pc:sldLayoutMkLst>
          <pc:spChg chg="mod">
            <ac:chgData name="Venu Madhav Miriyala" userId="cadeccc7-d87a-45af-9b9e-4df35f42ccec" providerId="ADAL" clId="{A65A4B35-FA2E-42C3-9E2E-489610CDE835}" dt="2025-10-15T04:00:18.399" v="19561"/>
            <ac:spMkLst>
              <pc:docMk/>
              <pc:sldMasterMk cId="3757127528" sldId="2147483648"/>
              <pc:sldLayoutMk cId="614254064" sldId="2147483983"/>
              <ac:spMk id="2" creationId="{B50EDE23-F93B-6BF6-3890-59C066A0553B}"/>
            </ac:spMkLst>
          </pc:spChg>
          <pc:spChg chg="mod">
            <ac:chgData name="Venu Madhav Miriyala" userId="cadeccc7-d87a-45af-9b9e-4df35f42ccec" providerId="ADAL" clId="{A65A4B35-FA2E-42C3-9E2E-489610CDE835}" dt="2025-10-15T04:00:18.399" v="19561"/>
            <ac:spMkLst>
              <pc:docMk/>
              <pc:sldMasterMk cId="3757127528" sldId="2147483648"/>
              <pc:sldLayoutMk cId="614254064" sldId="2147483983"/>
              <ac:spMk id="3" creationId="{C823D176-8E1B-E10C-C7C7-20C7C130FA29}"/>
            </ac:spMkLst>
          </pc:spChg>
          <pc:spChg chg="mod">
            <ac:chgData name="Venu Madhav Miriyala" userId="cadeccc7-d87a-45af-9b9e-4df35f42ccec" providerId="ADAL" clId="{A65A4B35-FA2E-42C3-9E2E-489610CDE835}" dt="2025-10-15T04:00:18.399" v="19561"/>
            <ac:spMkLst>
              <pc:docMk/>
              <pc:sldMasterMk cId="3757127528" sldId="2147483648"/>
              <pc:sldLayoutMk cId="614254064" sldId="2147483983"/>
              <ac:spMk id="4" creationId="{72928711-AAA8-44B2-3F51-DA296220EE65}"/>
            </ac:spMkLst>
          </pc:spChg>
          <pc:spChg chg="mod">
            <ac:chgData name="Venu Madhav Miriyala" userId="cadeccc7-d87a-45af-9b9e-4df35f42ccec" providerId="ADAL" clId="{A65A4B35-FA2E-42C3-9E2E-489610CDE835}" dt="2025-10-15T04:00:18.399" v="19561"/>
            <ac:spMkLst>
              <pc:docMk/>
              <pc:sldMasterMk cId="3757127528" sldId="2147483648"/>
              <pc:sldLayoutMk cId="614254064" sldId="2147483983"/>
              <ac:spMk id="5" creationId="{6ED23DE0-9301-6FB2-A085-DB3ED3FBE51D}"/>
            </ac:spMkLst>
          </pc:spChg>
          <pc:spChg chg="mod">
            <ac:chgData name="Venu Madhav Miriyala" userId="cadeccc7-d87a-45af-9b9e-4df35f42ccec" providerId="ADAL" clId="{A65A4B35-FA2E-42C3-9E2E-489610CDE835}" dt="2025-10-15T04:00:18.399" v="19561"/>
            <ac:spMkLst>
              <pc:docMk/>
              <pc:sldMasterMk cId="3757127528" sldId="2147483648"/>
              <pc:sldLayoutMk cId="614254064" sldId="2147483983"/>
              <ac:spMk id="6" creationId="{5DF5819D-794E-0C31-DF90-DB1C03836675}"/>
            </ac:spMkLst>
          </pc:spChg>
        </pc:sldLayoutChg>
        <pc:sldLayoutChg chg="modSp mod ord">
          <pc:chgData name="Venu Madhav Miriyala" userId="cadeccc7-d87a-45af-9b9e-4df35f42ccec" providerId="ADAL" clId="{A65A4B35-FA2E-42C3-9E2E-489610CDE835}" dt="2025-10-15T04:00:18.399" v="19561"/>
          <pc:sldLayoutMkLst>
            <pc:docMk/>
            <pc:sldMasterMk cId="3757127528" sldId="2147483648"/>
            <pc:sldLayoutMk cId="1593879598" sldId="2147483985"/>
          </pc:sldLayoutMkLst>
          <pc:spChg chg="mod">
            <ac:chgData name="Venu Madhav Miriyala" userId="cadeccc7-d87a-45af-9b9e-4df35f42ccec" providerId="ADAL" clId="{A65A4B35-FA2E-42C3-9E2E-489610CDE835}" dt="2025-10-15T04:00:18.399" v="19561"/>
            <ac:spMkLst>
              <pc:docMk/>
              <pc:sldMasterMk cId="3757127528" sldId="2147483648"/>
              <pc:sldLayoutMk cId="1593879598" sldId="2147483985"/>
              <ac:spMk id="2" creationId="{4DD7AEAB-C1E2-4815-542C-91198BC4096D}"/>
            </ac:spMkLst>
          </pc:spChg>
          <pc:spChg chg="mod">
            <ac:chgData name="Venu Madhav Miriyala" userId="cadeccc7-d87a-45af-9b9e-4df35f42ccec" providerId="ADAL" clId="{A65A4B35-FA2E-42C3-9E2E-489610CDE835}" dt="2025-10-15T04:00:18.399" v="19561"/>
            <ac:spMkLst>
              <pc:docMk/>
              <pc:sldMasterMk cId="3757127528" sldId="2147483648"/>
              <pc:sldLayoutMk cId="1593879598" sldId="2147483985"/>
              <ac:spMk id="3" creationId="{D8D349E2-FC5A-FBC4-C137-03D6ED36F934}"/>
            </ac:spMkLst>
          </pc:spChg>
          <pc:spChg chg="mod">
            <ac:chgData name="Venu Madhav Miriyala" userId="cadeccc7-d87a-45af-9b9e-4df35f42ccec" providerId="ADAL" clId="{A65A4B35-FA2E-42C3-9E2E-489610CDE835}" dt="2025-10-15T04:00:18.399" v="19561"/>
            <ac:spMkLst>
              <pc:docMk/>
              <pc:sldMasterMk cId="3757127528" sldId="2147483648"/>
              <pc:sldLayoutMk cId="1593879598" sldId="2147483985"/>
              <ac:spMk id="4" creationId="{38354758-9CF9-E580-0AB6-FE72B0C84E27}"/>
            </ac:spMkLst>
          </pc:spChg>
          <pc:spChg chg="mod">
            <ac:chgData name="Venu Madhav Miriyala" userId="cadeccc7-d87a-45af-9b9e-4df35f42ccec" providerId="ADAL" clId="{A65A4B35-FA2E-42C3-9E2E-489610CDE835}" dt="2025-10-15T04:00:18.399" v="19561"/>
            <ac:spMkLst>
              <pc:docMk/>
              <pc:sldMasterMk cId="3757127528" sldId="2147483648"/>
              <pc:sldLayoutMk cId="1593879598" sldId="2147483985"/>
              <ac:spMk id="5" creationId="{71876D6D-13B2-64B9-6FD6-2894D7FF5A14}"/>
            </ac:spMkLst>
          </pc:spChg>
          <pc:spChg chg="mod">
            <ac:chgData name="Venu Madhav Miriyala" userId="cadeccc7-d87a-45af-9b9e-4df35f42ccec" providerId="ADAL" clId="{A65A4B35-FA2E-42C3-9E2E-489610CDE835}" dt="2025-10-15T04:00:18.399" v="19561"/>
            <ac:spMkLst>
              <pc:docMk/>
              <pc:sldMasterMk cId="3757127528" sldId="2147483648"/>
              <pc:sldLayoutMk cId="1593879598" sldId="2147483985"/>
              <ac:spMk id="6" creationId="{53249B45-AB66-A6B0-A81E-FDA830BF25DE}"/>
            </ac:spMkLst>
          </pc:spChg>
          <pc:spChg chg="mod">
            <ac:chgData name="Venu Madhav Miriyala" userId="cadeccc7-d87a-45af-9b9e-4df35f42ccec" providerId="ADAL" clId="{A65A4B35-FA2E-42C3-9E2E-489610CDE835}" dt="2025-10-15T04:00:18.399" v="19561"/>
            <ac:spMkLst>
              <pc:docMk/>
              <pc:sldMasterMk cId="3757127528" sldId="2147483648"/>
              <pc:sldLayoutMk cId="1593879598" sldId="2147483985"/>
              <ac:spMk id="7" creationId="{A7F9AEDA-0479-0CA3-CB50-95CFD95D585A}"/>
            </ac:spMkLst>
          </pc:spChg>
        </pc:sldLayoutChg>
        <pc:sldLayoutChg chg="modSp mod ord">
          <pc:chgData name="Venu Madhav Miriyala" userId="cadeccc7-d87a-45af-9b9e-4df35f42ccec" providerId="ADAL" clId="{A65A4B35-FA2E-42C3-9E2E-489610CDE835}" dt="2025-10-15T04:00:18.399" v="19561"/>
          <pc:sldLayoutMkLst>
            <pc:docMk/>
            <pc:sldMasterMk cId="3757127528" sldId="2147483648"/>
            <pc:sldLayoutMk cId="4043988171" sldId="2147483994"/>
          </pc:sldLayoutMkLst>
          <pc:spChg chg="mod">
            <ac:chgData name="Venu Madhav Miriyala" userId="cadeccc7-d87a-45af-9b9e-4df35f42ccec" providerId="ADAL" clId="{A65A4B35-FA2E-42C3-9E2E-489610CDE835}" dt="2025-10-15T04:00:18.399" v="19561"/>
            <ac:spMkLst>
              <pc:docMk/>
              <pc:sldMasterMk cId="3757127528" sldId="2147483648"/>
              <pc:sldLayoutMk cId="4043988171" sldId="2147483994"/>
              <ac:spMk id="2" creationId="{943072EF-6E22-C1DA-EFED-CEE5132B7C34}"/>
            </ac:spMkLst>
          </pc:spChg>
          <pc:spChg chg="mod">
            <ac:chgData name="Venu Madhav Miriyala" userId="cadeccc7-d87a-45af-9b9e-4df35f42ccec" providerId="ADAL" clId="{A65A4B35-FA2E-42C3-9E2E-489610CDE835}" dt="2025-10-15T04:00:18.399" v="19561"/>
            <ac:spMkLst>
              <pc:docMk/>
              <pc:sldMasterMk cId="3757127528" sldId="2147483648"/>
              <pc:sldLayoutMk cId="4043988171" sldId="2147483994"/>
              <ac:spMk id="3" creationId="{930CC6F2-A6A4-4D7D-7C6E-22AEAF859F31}"/>
            </ac:spMkLst>
          </pc:spChg>
          <pc:spChg chg="mod">
            <ac:chgData name="Venu Madhav Miriyala" userId="cadeccc7-d87a-45af-9b9e-4df35f42ccec" providerId="ADAL" clId="{A65A4B35-FA2E-42C3-9E2E-489610CDE835}" dt="2025-10-15T04:00:18.399" v="19561"/>
            <ac:spMkLst>
              <pc:docMk/>
              <pc:sldMasterMk cId="3757127528" sldId="2147483648"/>
              <pc:sldLayoutMk cId="4043988171" sldId="2147483994"/>
              <ac:spMk id="4" creationId="{E926E2D3-F142-D53B-C0E5-667CEE3D24A8}"/>
            </ac:spMkLst>
          </pc:spChg>
          <pc:spChg chg="mod">
            <ac:chgData name="Venu Madhav Miriyala" userId="cadeccc7-d87a-45af-9b9e-4df35f42ccec" providerId="ADAL" clId="{A65A4B35-FA2E-42C3-9E2E-489610CDE835}" dt="2025-10-15T04:00:18.399" v="19561"/>
            <ac:spMkLst>
              <pc:docMk/>
              <pc:sldMasterMk cId="3757127528" sldId="2147483648"/>
              <pc:sldLayoutMk cId="4043988171" sldId="2147483994"/>
              <ac:spMk id="5" creationId="{01761B53-D26C-D7B2-1F91-7FD456EB6B61}"/>
            </ac:spMkLst>
          </pc:spChg>
          <pc:spChg chg="mod">
            <ac:chgData name="Venu Madhav Miriyala" userId="cadeccc7-d87a-45af-9b9e-4df35f42ccec" providerId="ADAL" clId="{A65A4B35-FA2E-42C3-9E2E-489610CDE835}" dt="2025-10-15T04:00:18.399" v="19561"/>
            <ac:spMkLst>
              <pc:docMk/>
              <pc:sldMasterMk cId="3757127528" sldId="2147483648"/>
              <pc:sldLayoutMk cId="4043988171" sldId="2147483994"/>
              <ac:spMk id="6" creationId="{96823C92-2530-3157-930B-978C92B10A96}"/>
            </ac:spMkLst>
          </pc:spChg>
        </pc:sldLayoutChg>
        <pc:sldLayoutChg chg="modSp mod ord">
          <pc:chgData name="Venu Madhav Miriyala" userId="cadeccc7-d87a-45af-9b9e-4df35f42ccec" providerId="ADAL" clId="{A65A4B35-FA2E-42C3-9E2E-489610CDE835}" dt="2025-10-15T04:00:18.399" v="19561"/>
          <pc:sldLayoutMkLst>
            <pc:docMk/>
            <pc:sldMasterMk cId="3757127528" sldId="2147483648"/>
            <pc:sldLayoutMk cId="2821089178" sldId="2147483995"/>
          </pc:sldLayoutMkLst>
          <pc:spChg chg="mod">
            <ac:chgData name="Venu Madhav Miriyala" userId="cadeccc7-d87a-45af-9b9e-4df35f42ccec" providerId="ADAL" clId="{A65A4B35-FA2E-42C3-9E2E-489610CDE835}" dt="2025-10-15T04:00:18.399" v="19561"/>
            <ac:spMkLst>
              <pc:docMk/>
              <pc:sldMasterMk cId="3757127528" sldId="2147483648"/>
              <pc:sldLayoutMk cId="2821089178" sldId="2147483995"/>
              <ac:spMk id="2" creationId="{A50A3E85-E0BF-6AE0-E433-DCF4D05B2AAB}"/>
            </ac:spMkLst>
          </pc:spChg>
          <pc:spChg chg="mod">
            <ac:chgData name="Venu Madhav Miriyala" userId="cadeccc7-d87a-45af-9b9e-4df35f42ccec" providerId="ADAL" clId="{A65A4B35-FA2E-42C3-9E2E-489610CDE835}" dt="2025-10-15T04:00:18.399" v="19561"/>
            <ac:spMkLst>
              <pc:docMk/>
              <pc:sldMasterMk cId="3757127528" sldId="2147483648"/>
              <pc:sldLayoutMk cId="2821089178" sldId="2147483995"/>
              <ac:spMk id="3" creationId="{3233853C-7D01-7BA4-2109-40B565A7E54C}"/>
            </ac:spMkLst>
          </pc:spChg>
          <pc:spChg chg="mod">
            <ac:chgData name="Venu Madhav Miriyala" userId="cadeccc7-d87a-45af-9b9e-4df35f42ccec" providerId="ADAL" clId="{A65A4B35-FA2E-42C3-9E2E-489610CDE835}" dt="2025-10-15T04:00:18.399" v="19561"/>
            <ac:spMkLst>
              <pc:docMk/>
              <pc:sldMasterMk cId="3757127528" sldId="2147483648"/>
              <pc:sldLayoutMk cId="2821089178" sldId="2147483995"/>
              <ac:spMk id="4" creationId="{1AF096F2-DE8E-AACA-5112-9D35D23DB2AC}"/>
            </ac:spMkLst>
          </pc:spChg>
          <pc:spChg chg="mod">
            <ac:chgData name="Venu Madhav Miriyala" userId="cadeccc7-d87a-45af-9b9e-4df35f42ccec" providerId="ADAL" clId="{A65A4B35-FA2E-42C3-9E2E-489610CDE835}" dt="2025-10-15T04:00:18.399" v="19561"/>
            <ac:spMkLst>
              <pc:docMk/>
              <pc:sldMasterMk cId="3757127528" sldId="2147483648"/>
              <pc:sldLayoutMk cId="2821089178" sldId="2147483995"/>
              <ac:spMk id="5" creationId="{F40823E1-7E69-688E-D4D3-AD0E88AD19ED}"/>
            </ac:spMkLst>
          </pc:spChg>
          <pc:spChg chg="mod">
            <ac:chgData name="Venu Madhav Miriyala" userId="cadeccc7-d87a-45af-9b9e-4df35f42ccec" providerId="ADAL" clId="{A65A4B35-FA2E-42C3-9E2E-489610CDE835}" dt="2025-10-15T04:00:18.399" v="19561"/>
            <ac:spMkLst>
              <pc:docMk/>
              <pc:sldMasterMk cId="3757127528" sldId="2147483648"/>
              <pc:sldLayoutMk cId="2821089178" sldId="2147483995"/>
              <ac:spMk id="6" creationId="{48D91E49-5480-3151-1D0F-C9B97FB2BB44}"/>
            </ac:spMkLst>
          </pc:spChg>
        </pc:sldLayoutChg>
        <pc:sldLayoutChg chg="modSp mod ord">
          <pc:chgData name="Venu Madhav Miriyala" userId="cadeccc7-d87a-45af-9b9e-4df35f42ccec" providerId="ADAL" clId="{A65A4B35-FA2E-42C3-9E2E-489610CDE835}" dt="2025-10-15T04:00:18.399" v="19561"/>
          <pc:sldLayoutMkLst>
            <pc:docMk/>
            <pc:sldMasterMk cId="3757127528" sldId="2147483648"/>
            <pc:sldLayoutMk cId="1875722576" sldId="2147483997"/>
          </pc:sldLayoutMkLst>
          <pc:spChg chg="mod">
            <ac:chgData name="Venu Madhav Miriyala" userId="cadeccc7-d87a-45af-9b9e-4df35f42ccec" providerId="ADAL" clId="{A65A4B35-FA2E-42C3-9E2E-489610CDE835}" dt="2025-10-15T04:00:18.399" v="19561"/>
            <ac:spMkLst>
              <pc:docMk/>
              <pc:sldMasterMk cId="3757127528" sldId="2147483648"/>
              <pc:sldLayoutMk cId="1875722576" sldId="2147483997"/>
              <ac:spMk id="2" creationId="{3105B9E5-8A41-D874-E709-AD9593C784CE}"/>
            </ac:spMkLst>
          </pc:spChg>
          <pc:spChg chg="mod">
            <ac:chgData name="Venu Madhav Miriyala" userId="cadeccc7-d87a-45af-9b9e-4df35f42ccec" providerId="ADAL" clId="{A65A4B35-FA2E-42C3-9E2E-489610CDE835}" dt="2025-10-15T04:00:18.399" v="19561"/>
            <ac:spMkLst>
              <pc:docMk/>
              <pc:sldMasterMk cId="3757127528" sldId="2147483648"/>
              <pc:sldLayoutMk cId="1875722576" sldId="2147483997"/>
              <ac:spMk id="3" creationId="{66B8F5CD-418D-0574-444F-9FAF6F68188D}"/>
            </ac:spMkLst>
          </pc:spChg>
          <pc:spChg chg="mod">
            <ac:chgData name="Venu Madhav Miriyala" userId="cadeccc7-d87a-45af-9b9e-4df35f42ccec" providerId="ADAL" clId="{A65A4B35-FA2E-42C3-9E2E-489610CDE835}" dt="2025-10-15T04:00:18.399" v="19561"/>
            <ac:spMkLst>
              <pc:docMk/>
              <pc:sldMasterMk cId="3757127528" sldId="2147483648"/>
              <pc:sldLayoutMk cId="1875722576" sldId="2147483997"/>
              <ac:spMk id="4" creationId="{A8653AAE-33FF-01B0-536C-4F3356160761}"/>
            </ac:spMkLst>
          </pc:spChg>
          <pc:spChg chg="mod">
            <ac:chgData name="Venu Madhav Miriyala" userId="cadeccc7-d87a-45af-9b9e-4df35f42ccec" providerId="ADAL" clId="{A65A4B35-FA2E-42C3-9E2E-489610CDE835}" dt="2025-10-15T04:00:18.399" v="19561"/>
            <ac:spMkLst>
              <pc:docMk/>
              <pc:sldMasterMk cId="3757127528" sldId="2147483648"/>
              <pc:sldLayoutMk cId="1875722576" sldId="2147483997"/>
              <ac:spMk id="5" creationId="{59907E8B-7E03-6D8E-3BBA-3449065F5D50}"/>
            </ac:spMkLst>
          </pc:spChg>
          <pc:spChg chg="mod">
            <ac:chgData name="Venu Madhav Miriyala" userId="cadeccc7-d87a-45af-9b9e-4df35f42ccec" providerId="ADAL" clId="{A65A4B35-FA2E-42C3-9E2E-489610CDE835}" dt="2025-10-15T04:00:18.399" v="19561"/>
            <ac:spMkLst>
              <pc:docMk/>
              <pc:sldMasterMk cId="3757127528" sldId="2147483648"/>
              <pc:sldLayoutMk cId="1875722576" sldId="2147483997"/>
              <ac:spMk id="6" creationId="{CFFD8DC6-BFD9-ED13-F194-976F331DAF67}"/>
            </ac:spMkLst>
          </pc:spChg>
          <pc:spChg chg="mod">
            <ac:chgData name="Venu Madhav Miriyala" userId="cadeccc7-d87a-45af-9b9e-4df35f42ccec" providerId="ADAL" clId="{A65A4B35-FA2E-42C3-9E2E-489610CDE835}" dt="2025-10-15T04:00:18.399" v="19561"/>
            <ac:spMkLst>
              <pc:docMk/>
              <pc:sldMasterMk cId="3757127528" sldId="2147483648"/>
              <pc:sldLayoutMk cId="1875722576" sldId="2147483997"/>
              <ac:spMk id="7" creationId="{9F9943F9-9B4C-3267-144D-4567089C9FE0}"/>
            </ac:spMkLst>
          </pc:spChg>
        </pc:sldLayoutChg>
        <pc:sldLayoutChg chg="modSp mod ord">
          <pc:chgData name="Venu Madhav Miriyala" userId="cadeccc7-d87a-45af-9b9e-4df35f42ccec" providerId="ADAL" clId="{A65A4B35-FA2E-42C3-9E2E-489610CDE835}" dt="2025-10-15T04:00:18.399" v="19561"/>
          <pc:sldLayoutMkLst>
            <pc:docMk/>
            <pc:sldMasterMk cId="3757127528" sldId="2147483648"/>
            <pc:sldLayoutMk cId="1673940603" sldId="2147484007"/>
          </pc:sldLayoutMkLst>
          <pc:spChg chg="mod">
            <ac:chgData name="Venu Madhav Miriyala" userId="cadeccc7-d87a-45af-9b9e-4df35f42ccec" providerId="ADAL" clId="{A65A4B35-FA2E-42C3-9E2E-489610CDE835}" dt="2025-10-15T04:00:18.399" v="19561"/>
            <ac:spMkLst>
              <pc:docMk/>
              <pc:sldMasterMk cId="3757127528" sldId="2147483648"/>
              <pc:sldLayoutMk cId="1673940603" sldId="2147484007"/>
              <ac:spMk id="2" creationId="{56246D0A-4AE2-A299-2DC2-408DBC245C1A}"/>
            </ac:spMkLst>
          </pc:spChg>
          <pc:spChg chg="mod">
            <ac:chgData name="Venu Madhav Miriyala" userId="cadeccc7-d87a-45af-9b9e-4df35f42ccec" providerId="ADAL" clId="{A65A4B35-FA2E-42C3-9E2E-489610CDE835}" dt="2025-10-15T04:00:18.399" v="19561"/>
            <ac:spMkLst>
              <pc:docMk/>
              <pc:sldMasterMk cId="3757127528" sldId="2147483648"/>
              <pc:sldLayoutMk cId="1673940603" sldId="2147484007"/>
              <ac:spMk id="3" creationId="{B144D2C6-3AD2-0550-96F0-299B64DCDC3F}"/>
            </ac:spMkLst>
          </pc:spChg>
          <pc:spChg chg="mod">
            <ac:chgData name="Venu Madhav Miriyala" userId="cadeccc7-d87a-45af-9b9e-4df35f42ccec" providerId="ADAL" clId="{A65A4B35-FA2E-42C3-9E2E-489610CDE835}" dt="2025-10-15T04:00:18.399" v="19561"/>
            <ac:spMkLst>
              <pc:docMk/>
              <pc:sldMasterMk cId="3757127528" sldId="2147483648"/>
              <pc:sldLayoutMk cId="1673940603" sldId="2147484007"/>
              <ac:spMk id="4" creationId="{0F960641-2613-E7EE-5C55-33C8EA1ADB58}"/>
            </ac:spMkLst>
          </pc:spChg>
          <pc:spChg chg="mod">
            <ac:chgData name="Venu Madhav Miriyala" userId="cadeccc7-d87a-45af-9b9e-4df35f42ccec" providerId="ADAL" clId="{A65A4B35-FA2E-42C3-9E2E-489610CDE835}" dt="2025-10-15T04:00:18.399" v="19561"/>
            <ac:spMkLst>
              <pc:docMk/>
              <pc:sldMasterMk cId="3757127528" sldId="2147483648"/>
              <pc:sldLayoutMk cId="1673940603" sldId="2147484007"/>
              <ac:spMk id="5" creationId="{A17628B8-FD25-D286-C60F-AF67E0C7B372}"/>
            </ac:spMkLst>
          </pc:spChg>
          <pc:spChg chg="mod">
            <ac:chgData name="Venu Madhav Miriyala" userId="cadeccc7-d87a-45af-9b9e-4df35f42ccec" providerId="ADAL" clId="{A65A4B35-FA2E-42C3-9E2E-489610CDE835}" dt="2025-10-15T04:00:18.399" v="19561"/>
            <ac:spMkLst>
              <pc:docMk/>
              <pc:sldMasterMk cId="3757127528" sldId="2147483648"/>
              <pc:sldLayoutMk cId="1673940603" sldId="2147484007"/>
              <ac:spMk id="6" creationId="{5253142A-BE41-0FF8-28C1-00F394EC18FA}"/>
            </ac:spMkLst>
          </pc:spChg>
        </pc:sldLayoutChg>
        <pc:sldLayoutChg chg="modSp mod ord">
          <pc:chgData name="Venu Madhav Miriyala" userId="cadeccc7-d87a-45af-9b9e-4df35f42ccec" providerId="ADAL" clId="{A65A4B35-FA2E-42C3-9E2E-489610CDE835}" dt="2025-10-15T04:00:18.399" v="19561"/>
          <pc:sldLayoutMkLst>
            <pc:docMk/>
            <pc:sldMasterMk cId="3757127528" sldId="2147483648"/>
            <pc:sldLayoutMk cId="2954441055" sldId="2147484009"/>
          </pc:sldLayoutMkLst>
          <pc:spChg chg="mod">
            <ac:chgData name="Venu Madhav Miriyala" userId="cadeccc7-d87a-45af-9b9e-4df35f42ccec" providerId="ADAL" clId="{A65A4B35-FA2E-42C3-9E2E-489610CDE835}" dt="2025-10-15T04:00:18.399" v="19561"/>
            <ac:spMkLst>
              <pc:docMk/>
              <pc:sldMasterMk cId="3757127528" sldId="2147483648"/>
              <pc:sldLayoutMk cId="2954441055" sldId="2147484009"/>
              <ac:spMk id="2" creationId="{8779ACF7-2D0E-3550-8D9B-2CAC4CFE3417}"/>
            </ac:spMkLst>
          </pc:spChg>
          <pc:spChg chg="mod">
            <ac:chgData name="Venu Madhav Miriyala" userId="cadeccc7-d87a-45af-9b9e-4df35f42ccec" providerId="ADAL" clId="{A65A4B35-FA2E-42C3-9E2E-489610CDE835}" dt="2025-10-15T04:00:18.399" v="19561"/>
            <ac:spMkLst>
              <pc:docMk/>
              <pc:sldMasterMk cId="3757127528" sldId="2147483648"/>
              <pc:sldLayoutMk cId="2954441055" sldId="2147484009"/>
              <ac:spMk id="3" creationId="{35E9F872-9F97-E692-CAEE-BE96628F24FA}"/>
            </ac:spMkLst>
          </pc:spChg>
          <pc:spChg chg="mod">
            <ac:chgData name="Venu Madhav Miriyala" userId="cadeccc7-d87a-45af-9b9e-4df35f42ccec" providerId="ADAL" clId="{A65A4B35-FA2E-42C3-9E2E-489610CDE835}" dt="2025-10-15T04:00:18.399" v="19561"/>
            <ac:spMkLst>
              <pc:docMk/>
              <pc:sldMasterMk cId="3757127528" sldId="2147483648"/>
              <pc:sldLayoutMk cId="2954441055" sldId="2147484009"/>
              <ac:spMk id="4" creationId="{965F5390-B863-9804-885F-60A2328102F9}"/>
            </ac:spMkLst>
          </pc:spChg>
          <pc:spChg chg="mod">
            <ac:chgData name="Venu Madhav Miriyala" userId="cadeccc7-d87a-45af-9b9e-4df35f42ccec" providerId="ADAL" clId="{A65A4B35-FA2E-42C3-9E2E-489610CDE835}" dt="2025-10-15T04:00:18.399" v="19561"/>
            <ac:spMkLst>
              <pc:docMk/>
              <pc:sldMasterMk cId="3757127528" sldId="2147483648"/>
              <pc:sldLayoutMk cId="2954441055" sldId="2147484009"/>
              <ac:spMk id="5" creationId="{2BF040E2-6D10-7950-2327-5E4F1A325092}"/>
            </ac:spMkLst>
          </pc:spChg>
          <pc:spChg chg="mod">
            <ac:chgData name="Venu Madhav Miriyala" userId="cadeccc7-d87a-45af-9b9e-4df35f42ccec" providerId="ADAL" clId="{A65A4B35-FA2E-42C3-9E2E-489610CDE835}" dt="2025-10-15T04:00:18.399" v="19561"/>
            <ac:spMkLst>
              <pc:docMk/>
              <pc:sldMasterMk cId="3757127528" sldId="2147483648"/>
              <pc:sldLayoutMk cId="2954441055" sldId="2147484009"/>
              <ac:spMk id="6" creationId="{F3AACEBA-479C-CE88-2C72-AE10E13C82C6}"/>
            </ac:spMkLst>
          </pc:spChg>
          <pc:spChg chg="mod">
            <ac:chgData name="Venu Madhav Miriyala" userId="cadeccc7-d87a-45af-9b9e-4df35f42ccec" providerId="ADAL" clId="{A65A4B35-FA2E-42C3-9E2E-489610CDE835}" dt="2025-10-15T04:00:18.399" v="19561"/>
            <ac:spMkLst>
              <pc:docMk/>
              <pc:sldMasterMk cId="3757127528" sldId="2147483648"/>
              <pc:sldLayoutMk cId="2954441055" sldId="2147484009"/>
              <ac:spMk id="7" creationId="{8C6CDBD9-C700-4D90-43B7-95F24F5B9C81}"/>
            </ac:spMkLst>
          </pc:spChg>
        </pc:sldLayoutChg>
        <pc:sldLayoutChg chg="modSp mod ord">
          <pc:chgData name="Venu Madhav Miriyala" userId="cadeccc7-d87a-45af-9b9e-4df35f42ccec" providerId="ADAL" clId="{A65A4B35-FA2E-42C3-9E2E-489610CDE835}" dt="2025-10-15T04:00:18.399" v="19561"/>
          <pc:sldLayoutMkLst>
            <pc:docMk/>
            <pc:sldMasterMk cId="3757127528" sldId="2147483648"/>
            <pc:sldLayoutMk cId="644893971" sldId="2147484077"/>
          </pc:sldLayoutMkLst>
          <pc:spChg chg="mod">
            <ac:chgData name="Venu Madhav Miriyala" userId="cadeccc7-d87a-45af-9b9e-4df35f42ccec" providerId="ADAL" clId="{A65A4B35-FA2E-42C3-9E2E-489610CDE835}" dt="2025-10-15T04:00:18.399" v="19561"/>
            <ac:spMkLst>
              <pc:docMk/>
              <pc:sldMasterMk cId="3757127528" sldId="2147483648"/>
              <pc:sldLayoutMk cId="644893971" sldId="2147484077"/>
              <ac:spMk id="2" creationId="{9F607C42-D684-F5F9-561C-FB559CE23F2A}"/>
            </ac:spMkLst>
          </pc:spChg>
          <pc:spChg chg="mod">
            <ac:chgData name="Venu Madhav Miriyala" userId="cadeccc7-d87a-45af-9b9e-4df35f42ccec" providerId="ADAL" clId="{A65A4B35-FA2E-42C3-9E2E-489610CDE835}" dt="2025-10-15T04:00:18.399" v="19561"/>
            <ac:spMkLst>
              <pc:docMk/>
              <pc:sldMasterMk cId="3757127528" sldId="2147483648"/>
              <pc:sldLayoutMk cId="644893971" sldId="2147484077"/>
              <ac:spMk id="3" creationId="{C7F4C664-518F-C705-17F5-6F086861FC4D}"/>
            </ac:spMkLst>
          </pc:spChg>
          <pc:spChg chg="mod">
            <ac:chgData name="Venu Madhav Miriyala" userId="cadeccc7-d87a-45af-9b9e-4df35f42ccec" providerId="ADAL" clId="{A65A4B35-FA2E-42C3-9E2E-489610CDE835}" dt="2025-10-15T04:00:18.399" v="19561"/>
            <ac:spMkLst>
              <pc:docMk/>
              <pc:sldMasterMk cId="3757127528" sldId="2147483648"/>
              <pc:sldLayoutMk cId="644893971" sldId="2147484077"/>
              <ac:spMk id="4" creationId="{7FE512DA-BAF2-D19A-B573-2564087A6B93}"/>
            </ac:spMkLst>
          </pc:spChg>
          <pc:spChg chg="mod">
            <ac:chgData name="Venu Madhav Miriyala" userId="cadeccc7-d87a-45af-9b9e-4df35f42ccec" providerId="ADAL" clId="{A65A4B35-FA2E-42C3-9E2E-489610CDE835}" dt="2025-10-15T04:00:18.399" v="19561"/>
            <ac:spMkLst>
              <pc:docMk/>
              <pc:sldMasterMk cId="3757127528" sldId="2147483648"/>
              <pc:sldLayoutMk cId="644893971" sldId="2147484077"/>
              <ac:spMk id="5" creationId="{6E24AFEA-4713-6F98-F71D-ADF6CB3CDE73}"/>
            </ac:spMkLst>
          </pc:spChg>
          <pc:spChg chg="mod">
            <ac:chgData name="Venu Madhav Miriyala" userId="cadeccc7-d87a-45af-9b9e-4df35f42ccec" providerId="ADAL" clId="{A65A4B35-FA2E-42C3-9E2E-489610CDE835}" dt="2025-10-15T04:00:18.399" v="19561"/>
            <ac:spMkLst>
              <pc:docMk/>
              <pc:sldMasterMk cId="3757127528" sldId="2147483648"/>
              <pc:sldLayoutMk cId="644893971" sldId="2147484077"/>
              <ac:spMk id="6" creationId="{97BF6D21-38F9-9AC3-CFF2-00B8D50131F1}"/>
            </ac:spMkLst>
          </pc:spChg>
          <pc:spChg chg="mod">
            <ac:chgData name="Venu Madhav Miriyala" userId="cadeccc7-d87a-45af-9b9e-4df35f42ccec" providerId="ADAL" clId="{A65A4B35-FA2E-42C3-9E2E-489610CDE835}" dt="2025-10-15T04:00:18.399" v="19561"/>
            <ac:spMkLst>
              <pc:docMk/>
              <pc:sldMasterMk cId="3757127528" sldId="2147483648"/>
              <pc:sldLayoutMk cId="644893971" sldId="2147484077"/>
              <ac:spMk id="7" creationId="{49501F90-A8A9-2F2F-948D-B50AC0CF8C4D}"/>
            </ac:spMkLst>
          </pc:spChg>
        </pc:sldLayoutChg>
        <pc:sldLayoutChg chg="modSp mod ord">
          <pc:chgData name="Venu Madhav Miriyala" userId="cadeccc7-d87a-45af-9b9e-4df35f42ccec" providerId="ADAL" clId="{A65A4B35-FA2E-42C3-9E2E-489610CDE835}" dt="2025-10-15T04:00:18.399" v="19561"/>
          <pc:sldLayoutMkLst>
            <pc:docMk/>
            <pc:sldMasterMk cId="3757127528" sldId="2147483648"/>
            <pc:sldLayoutMk cId="2857334145" sldId="2147484089"/>
          </pc:sldLayoutMkLst>
          <pc:spChg chg="mod">
            <ac:chgData name="Venu Madhav Miriyala" userId="cadeccc7-d87a-45af-9b9e-4df35f42ccec" providerId="ADAL" clId="{A65A4B35-FA2E-42C3-9E2E-489610CDE835}" dt="2025-10-15T04:00:18.399" v="19561"/>
            <ac:spMkLst>
              <pc:docMk/>
              <pc:sldMasterMk cId="3757127528" sldId="2147483648"/>
              <pc:sldLayoutMk cId="2857334145" sldId="2147484089"/>
              <ac:spMk id="2" creationId="{03B854AD-49BE-C6CB-EEE3-325C0A059E64}"/>
            </ac:spMkLst>
          </pc:spChg>
          <pc:spChg chg="mod">
            <ac:chgData name="Venu Madhav Miriyala" userId="cadeccc7-d87a-45af-9b9e-4df35f42ccec" providerId="ADAL" clId="{A65A4B35-FA2E-42C3-9E2E-489610CDE835}" dt="2025-10-15T04:00:18.399" v="19561"/>
            <ac:spMkLst>
              <pc:docMk/>
              <pc:sldMasterMk cId="3757127528" sldId="2147483648"/>
              <pc:sldLayoutMk cId="2857334145" sldId="2147484089"/>
              <ac:spMk id="3" creationId="{798A9F46-B51C-1942-9528-9359D980BA27}"/>
            </ac:spMkLst>
          </pc:spChg>
          <pc:spChg chg="mod">
            <ac:chgData name="Venu Madhav Miriyala" userId="cadeccc7-d87a-45af-9b9e-4df35f42ccec" providerId="ADAL" clId="{A65A4B35-FA2E-42C3-9E2E-489610CDE835}" dt="2025-10-15T04:00:18.399" v="19561"/>
            <ac:spMkLst>
              <pc:docMk/>
              <pc:sldMasterMk cId="3757127528" sldId="2147483648"/>
              <pc:sldLayoutMk cId="2857334145" sldId="2147484089"/>
              <ac:spMk id="4" creationId="{1689CFBC-017C-C43D-73C4-D8D19AF2028B}"/>
            </ac:spMkLst>
          </pc:spChg>
          <pc:spChg chg="mod">
            <ac:chgData name="Venu Madhav Miriyala" userId="cadeccc7-d87a-45af-9b9e-4df35f42ccec" providerId="ADAL" clId="{A65A4B35-FA2E-42C3-9E2E-489610CDE835}" dt="2025-10-15T04:00:18.399" v="19561"/>
            <ac:spMkLst>
              <pc:docMk/>
              <pc:sldMasterMk cId="3757127528" sldId="2147483648"/>
              <pc:sldLayoutMk cId="2857334145" sldId="2147484089"/>
              <ac:spMk id="5" creationId="{05DEDB9F-D68F-DE58-5610-EC93136056C6}"/>
            </ac:spMkLst>
          </pc:spChg>
          <pc:spChg chg="mod">
            <ac:chgData name="Venu Madhav Miriyala" userId="cadeccc7-d87a-45af-9b9e-4df35f42ccec" providerId="ADAL" clId="{A65A4B35-FA2E-42C3-9E2E-489610CDE835}" dt="2025-10-15T04:00:18.399" v="19561"/>
            <ac:spMkLst>
              <pc:docMk/>
              <pc:sldMasterMk cId="3757127528" sldId="2147483648"/>
              <pc:sldLayoutMk cId="2857334145" sldId="2147484089"/>
              <ac:spMk id="6" creationId="{7021FA58-8EC4-D7DD-3733-3918FBB64FC5}"/>
            </ac:spMkLst>
          </pc:spChg>
          <pc:spChg chg="mod">
            <ac:chgData name="Venu Madhav Miriyala" userId="cadeccc7-d87a-45af-9b9e-4df35f42ccec" providerId="ADAL" clId="{A65A4B35-FA2E-42C3-9E2E-489610CDE835}" dt="2025-10-15T04:00:18.399" v="19561"/>
            <ac:spMkLst>
              <pc:docMk/>
              <pc:sldMasterMk cId="3757127528" sldId="2147483648"/>
              <pc:sldLayoutMk cId="2857334145" sldId="2147484089"/>
              <ac:spMk id="7" creationId="{C8DAAE65-091D-73DC-D682-1AB6FFAE7D76}"/>
            </ac:spMkLst>
          </pc:spChg>
        </pc:sldLayoutChg>
      </pc:sldMaster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image" Target="../media/image21.jpeg"/></Relationships>
</file>

<file path=ppt/diagrams/_rels/data2.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jpeg"/><Relationship Id="rId1" Type="http://schemas.openxmlformats.org/officeDocument/2006/relationships/image" Target="../media/image24.jpeg"/></Relationships>
</file>

<file path=ppt/diagrams/_rels/data3.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8.jpeg"/><Relationship Id="rId1" Type="http://schemas.openxmlformats.org/officeDocument/2006/relationships/image" Target="../media/image27.jpeg"/></Relationships>
</file>

<file path=ppt/diagrams/_rels/data4.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32.jpeg"/><Relationship Id="rId1" Type="http://schemas.openxmlformats.org/officeDocument/2006/relationships/image" Target="../media/image31.jpeg"/></Relationships>
</file>

<file path=ppt/diagrams/_rels/data5.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image" Target="../media/image36.jpeg"/><Relationship Id="rId1" Type="http://schemas.openxmlformats.org/officeDocument/2006/relationships/image" Target="../media/image23.jpeg"/></Relationships>
</file>

<file path=ppt/diagrams/_rels/data6.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image" Target="../media/image43.jpeg"/><Relationship Id="rId1" Type="http://schemas.openxmlformats.org/officeDocument/2006/relationships/image" Target="../media/image33.jpeg"/></Relationships>
</file>

<file path=ppt/diagrams/_rels/data8.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image" Target="../media/image46.jpeg"/><Relationship Id="rId1" Type="http://schemas.openxmlformats.org/officeDocument/2006/relationships/image" Target="../media/image45.jpeg"/></Relationships>
</file>

<file path=ppt/diagrams/_rels/data11.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image" Target="../media/image51.jpeg"/><Relationship Id="rId1" Type="http://schemas.openxmlformats.org/officeDocument/2006/relationships/image" Target="../media/image50.jpeg"/></Relationships>
</file>

<file path=ppt/diagrams/_rels/data12.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image" Target="../media/image54.jpeg"/><Relationship Id="rId1" Type="http://schemas.openxmlformats.org/officeDocument/2006/relationships/image" Target="../media/image53.jpeg"/></Relationships>
</file>

<file path=ppt/diagrams/_rels/data13.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image" Target="../media/image59.jpeg"/><Relationship Id="rId1" Type="http://schemas.openxmlformats.org/officeDocument/2006/relationships/image" Target="../media/image58.jpeg"/></Relationships>
</file>

<file path=ppt/diagrams/_rels/data14.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image" Target="../media/image64.jpeg"/><Relationship Id="rId1" Type="http://schemas.openxmlformats.org/officeDocument/2006/relationships/image" Target="../media/image63.jpeg"/></Relationships>
</file>

<file path=ppt/diagrams/_rels/drawing1.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image" Target="../media/image21.jpeg"/></Relationships>
</file>

<file path=ppt/diagrams/_rels/drawing2.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jpeg"/><Relationship Id="rId1" Type="http://schemas.openxmlformats.org/officeDocument/2006/relationships/image" Target="../media/image24.jpeg"/></Relationships>
</file>

<file path=ppt/diagrams/_rels/drawing3.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8.jpeg"/><Relationship Id="rId1" Type="http://schemas.openxmlformats.org/officeDocument/2006/relationships/image" Target="../media/image27.jpeg"/></Relationships>
</file>

<file path=ppt/diagrams/_rels/drawing4.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32.jpeg"/><Relationship Id="rId1" Type="http://schemas.openxmlformats.org/officeDocument/2006/relationships/image" Target="../media/image31.jpeg"/></Relationships>
</file>

<file path=ppt/diagrams/_rels/drawing5.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image" Target="../media/image36.jpeg"/><Relationship Id="rId1" Type="http://schemas.openxmlformats.org/officeDocument/2006/relationships/image" Target="../media/image23.jpeg"/></Relationships>
</file>

<file path=ppt/diagrams/_rels/drawing6.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image" Target="../media/image43.jpeg"/><Relationship Id="rId1" Type="http://schemas.openxmlformats.org/officeDocument/2006/relationships/image" Target="../media/image33.jpeg"/></Relationships>
</file>

<file path=ppt/diagrams/_rels/drawing8.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image" Target="../media/image46.jpeg"/><Relationship Id="rId1" Type="http://schemas.openxmlformats.org/officeDocument/2006/relationships/image" Target="../media/image45.jpeg"/></Relationships>
</file>

<file path=ppt/diagrams/_rels/drawing11.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image" Target="../media/image51.jpeg"/><Relationship Id="rId1" Type="http://schemas.openxmlformats.org/officeDocument/2006/relationships/image" Target="../media/image50.jpeg"/></Relationships>
</file>

<file path=ppt/diagrams/_rels/drawing12.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image" Target="../media/image54.jpeg"/><Relationship Id="rId1" Type="http://schemas.openxmlformats.org/officeDocument/2006/relationships/image" Target="../media/image53.jpeg"/></Relationships>
</file>

<file path=ppt/diagrams/_rels/drawing13.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image" Target="../media/image59.jpeg"/><Relationship Id="rId1" Type="http://schemas.openxmlformats.org/officeDocument/2006/relationships/image" Target="../media/image58.jpeg"/></Relationships>
</file>

<file path=ppt/diagrams/_rels/drawing14.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image" Target="../media/image64.jpeg"/><Relationship Id="rId1" Type="http://schemas.openxmlformats.org/officeDocument/2006/relationships/image" Target="../media/image63.jpeg"/></Relationships>
</file>

<file path=ppt/diagrams/colors1.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431AB0B-CA02-45F4-829B-28FCCA75DF9C}" type="doc">
      <dgm:prSet loTypeId="urn:microsoft.com/office/officeart/2024/3/layout/verticalVisualTextBlock1" loCatId="Picture" qsTypeId="urn:microsoft.com/office/officeart/2005/8/quickstyle/simple4" qsCatId="simple" csTypeId="urn:microsoft.com/office/officeart/2005/8/colors/accent0_2" csCatId="mainScheme" phldr="1"/>
      <dgm:spPr/>
      <dgm:t>
        <a:bodyPr/>
        <a:lstStyle/>
        <a:p>
          <a:endParaRPr lang="en-US"/>
        </a:p>
      </dgm:t>
    </dgm:pt>
    <dgm:pt modelId="{0A7A5FA6-829F-4227-9E96-07D9D5B0E2C1}">
      <dgm:prSet/>
      <dgm:spPr/>
      <dgm:t>
        <a:bodyPr/>
        <a:lstStyle/>
        <a:p>
          <a:pPr>
            <a:lnSpc>
              <a:spcPct val="100000"/>
            </a:lnSpc>
            <a:defRPr b="1"/>
          </a:pPr>
          <a:r>
            <a:rPr lang="en-US" dirty="0"/>
            <a:t>Assigning Permissions by Role</a:t>
          </a:r>
        </a:p>
      </dgm:t>
    </dgm:pt>
    <dgm:pt modelId="{49EEC8C3-2DC5-4D3B-8F58-ACBF6BAD8215}" type="parTrans" cxnId="{E93BA804-67D1-47EB-86EE-3BC402710596}">
      <dgm:prSet/>
      <dgm:spPr/>
      <dgm:t>
        <a:bodyPr/>
        <a:lstStyle/>
        <a:p>
          <a:endParaRPr lang="en-US"/>
        </a:p>
      </dgm:t>
    </dgm:pt>
    <dgm:pt modelId="{710095C3-5D52-4E19-86FB-A84339C45BD8}" type="sibTrans" cxnId="{E93BA804-67D1-47EB-86EE-3BC402710596}">
      <dgm:prSet/>
      <dgm:spPr/>
      <dgm:t>
        <a:bodyPr/>
        <a:lstStyle/>
        <a:p>
          <a:pPr>
            <a:lnSpc>
              <a:spcPct val="100000"/>
            </a:lnSpc>
            <a:defRPr b="1"/>
          </a:pPr>
          <a:endParaRPr lang="en-US"/>
        </a:p>
      </dgm:t>
    </dgm:pt>
    <dgm:pt modelId="{729A0D05-2176-4CF6-8835-D462B75F5D8B}">
      <dgm:prSet/>
      <dgm:spPr/>
      <dgm:t>
        <a:bodyPr/>
        <a:lstStyle/>
        <a:p>
          <a:pPr>
            <a:lnSpc>
              <a:spcPct val="100000"/>
            </a:lnSpc>
          </a:pPr>
          <a:r>
            <a:rPr lang="en-US" dirty="0"/>
            <a:t>Access permissions are granted based on user roles, making it easier to manage who can access specific resources.</a:t>
          </a:r>
        </a:p>
      </dgm:t>
    </dgm:pt>
    <dgm:pt modelId="{05B50BEC-7935-4B66-86DD-3955BBF03193}" type="parTrans" cxnId="{321DB534-AADD-42B6-939C-13F42F62EF99}">
      <dgm:prSet/>
      <dgm:spPr/>
      <dgm:t>
        <a:bodyPr/>
        <a:lstStyle/>
        <a:p>
          <a:endParaRPr lang="en-US"/>
        </a:p>
      </dgm:t>
    </dgm:pt>
    <dgm:pt modelId="{85C7346F-E722-4C00-9ED4-97A836FB975A}" type="sibTrans" cxnId="{321DB534-AADD-42B6-939C-13F42F62EF99}">
      <dgm:prSet/>
      <dgm:spPr/>
      <dgm:t>
        <a:bodyPr/>
        <a:lstStyle/>
        <a:p>
          <a:endParaRPr lang="en-US"/>
        </a:p>
      </dgm:t>
    </dgm:pt>
    <dgm:pt modelId="{35AB45F5-D9C4-4204-AEBC-0410B94B5C7F}">
      <dgm:prSet/>
      <dgm:spPr/>
      <dgm:t>
        <a:bodyPr/>
        <a:lstStyle/>
        <a:p>
          <a:pPr>
            <a:lnSpc>
              <a:spcPct val="100000"/>
            </a:lnSpc>
            <a:defRPr b="1"/>
          </a:pPr>
          <a:r>
            <a:rPr lang="en-US" dirty="0"/>
            <a:t>Simplified Security Management</a:t>
          </a:r>
        </a:p>
      </dgm:t>
    </dgm:pt>
    <dgm:pt modelId="{AF0A166C-7B14-43BE-8876-AE7E712640FA}" type="parTrans" cxnId="{59FAD35B-1466-4ED7-824C-6AAC7008DA4E}">
      <dgm:prSet/>
      <dgm:spPr/>
      <dgm:t>
        <a:bodyPr/>
        <a:lstStyle/>
        <a:p>
          <a:endParaRPr lang="en-US"/>
        </a:p>
      </dgm:t>
    </dgm:pt>
    <dgm:pt modelId="{96883D62-68F8-4666-A9F2-F3C1E765C8ED}" type="sibTrans" cxnId="{59FAD35B-1466-4ED7-824C-6AAC7008DA4E}">
      <dgm:prSet/>
      <dgm:spPr/>
      <dgm:t>
        <a:bodyPr/>
        <a:lstStyle/>
        <a:p>
          <a:pPr>
            <a:lnSpc>
              <a:spcPct val="100000"/>
            </a:lnSpc>
            <a:defRPr b="1"/>
          </a:pPr>
          <a:endParaRPr lang="en-US"/>
        </a:p>
      </dgm:t>
    </dgm:pt>
    <dgm:pt modelId="{1D05F45B-222F-4621-B24E-3983E2399431}">
      <dgm:prSet/>
      <dgm:spPr/>
      <dgm:t>
        <a:bodyPr/>
        <a:lstStyle/>
        <a:p>
          <a:pPr>
            <a:lnSpc>
              <a:spcPct val="100000"/>
            </a:lnSpc>
          </a:pPr>
          <a:r>
            <a:rPr lang="en-US" dirty="0"/>
            <a:t>Grouping users and privileges by role streamlines security administration and reduces complexity in managing access.</a:t>
          </a:r>
        </a:p>
      </dgm:t>
    </dgm:pt>
    <dgm:pt modelId="{A0C2F0DB-DE76-46E9-8426-03A696D66604}" type="parTrans" cxnId="{933246FA-AB6E-430D-8B45-03E3EFE42A26}">
      <dgm:prSet/>
      <dgm:spPr/>
      <dgm:t>
        <a:bodyPr/>
        <a:lstStyle/>
        <a:p>
          <a:endParaRPr lang="en-US"/>
        </a:p>
      </dgm:t>
    </dgm:pt>
    <dgm:pt modelId="{F82359C5-D605-49BA-B733-445B0CB5069F}" type="sibTrans" cxnId="{933246FA-AB6E-430D-8B45-03E3EFE42A26}">
      <dgm:prSet/>
      <dgm:spPr/>
      <dgm:t>
        <a:bodyPr/>
        <a:lstStyle/>
        <a:p>
          <a:endParaRPr lang="en-US"/>
        </a:p>
      </dgm:t>
    </dgm:pt>
    <dgm:pt modelId="{97E02428-202A-4EE9-ABC7-DB6C5634F108}">
      <dgm:prSet/>
      <dgm:spPr/>
      <dgm:t>
        <a:bodyPr/>
        <a:lstStyle/>
        <a:p>
          <a:pPr>
            <a:lnSpc>
              <a:spcPct val="100000"/>
            </a:lnSpc>
            <a:defRPr b="1"/>
          </a:pPr>
          <a:r>
            <a:rPr lang="en-US" dirty="0"/>
            <a:t>Enhanced Data Protection</a:t>
          </a:r>
        </a:p>
      </dgm:t>
    </dgm:pt>
    <dgm:pt modelId="{DADD8DB3-FF4F-4CE9-A6B3-2E6421BB8D81}" type="parTrans" cxnId="{3B72A0A8-0C4B-4BD1-B6EB-AEBFC66B3EC6}">
      <dgm:prSet/>
      <dgm:spPr/>
      <dgm:t>
        <a:bodyPr/>
        <a:lstStyle/>
        <a:p>
          <a:endParaRPr lang="en-US"/>
        </a:p>
      </dgm:t>
    </dgm:pt>
    <dgm:pt modelId="{B3D27111-9DEB-4A15-8650-83F5C841C168}" type="sibTrans" cxnId="{3B72A0A8-0C4B-4BD1-B6EB-AEBFC66B3EC6}">
      <dgm:prSet/>
      <dgm:spPr/>
      <dgm:t>
        <a:bodyPr/>
        <a:lstStyle/>
        <a:p>
          <a:endParaRPr lang="en-US"/>
        </a:p>
      </dgm:t>
    </dgm:pt>
    <dgm:pt modelId="{4003C3C6-FCCB-4F0E-A79E-3FAADC2E1418}">
      <dgm:prSet/>
      <dgm:spPr/>
      <dgm:t>
        <a:bodyPr/>
        <a:lstStyle/>
        <a:p>
          <a:pPr>
            <a:lnSpc>
              <a:spcPct val="100000"/>
            </a:lnSpc>
          </a:pPr>
          <a:r>
            <a:rPr lang="en-US" dirty="0"/>
            <a:t>Users only access resources needed for their roles, which helps prevent unauthorized actions and minimizes data breach risks.</a:t>
          </a:r>
        </a:p>
      </dgm:t>
    </dgm:pt>
    <dgm:pt modelId="{C1774A96-9E8C-4FA0-84DA-CBA5DCBD4455}" type="parTrans" cxnId="{84A22384-8B14-4884-BB8B-CDE0EA3E3987}">
      <dgm:prSet/>
      <dgm:spPr/>
      <dgm:t>
        <a:bodyPr/>
        <a:lstStyle/>
        <a:p>
          <a:endParaRPr lang="en-US"/>
        </a:p>
      </dgm:t>
    </dgm:pt>
    <dgm:pt modelId="{966869C5-9255-4D55-AA07-D2838CD9B4C9}" type="sibTrans" cxnId="{84A22384-8B14-4884-BB8B-CDE0EA3E3987}">
      <dgm:prSet/>
      <dgm:spPr/>
      <dgm:t>
        <a:bodyPr/>
        <a:lstStyle/>
        <a:p>
          <a:endParaRPr lang="en-US"/>
        </a:p>
      </dgm:t>
    </dgm:pt>
    <dgm:pt modelId="{2973AF6F-68F0-49C7-92F0-EAB025FDFBCF}" type="pres">
      <dgm:prSet presAssocID="{C431AB0B-CA02-45F4-829B-28FCCA75DF9C}" presName="Root" presStyleCnt="0">
        <dgm:presLayoutVars>
          <dgm:dir/>
          <dgm:resizeHandles val="exact"/>
        </dgm:presLayoutVars>
      </dgm:prSet>
      <dgm:spPr/>
    </dgm:pt>
    <dgm:pt modelId="{2B90AD7C-6F32-4960-8871-D03426BE86FA}" type="pres">
      <dgm:prSet presAssocID="{0A7A5FA6-829F-4227-9E96-07D9D5B0E2C1}" presName="Composite" presStyleCnt="0"/>
      <dgm:spPr/>
    </dgm:pt>
    <dgm:pt modelId="{7967DE6C-9E96-4E08-B30B-99D714B820CE}" type="pres">
      <dgm:prSet presAssocID="{0A7A5FA6-829F-4227-9E96-07D9D5B0E2C1}" presName="Picture" presStyleLbl="nod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l="27232" r="16515" b="-6"/>
          <a:stretch/>
        </a:blipFill>
      </dgm:spPr>
      <dgm:extLst>
        <a:ext uri="{E40237B7-FDA0-4F09-8148-C483321AD2D9}">
          <dgm14:cNvPr xmlns:dgm14="http://schemas.microsoft.com/office/drawing/2010/diagram" id="0" name="" descr="4K Resolution"/>
        </a:ext>
      </dgm:extLst>
    </dgm:pt>
    <dgm:pt modelId="{E048E6F1-7756-43DB-B980-A967CD11299E}" type="pres">
      <dgm:prSet presAssocID="{0A7A5FA6-829F-4227-9E96-07D9D5B0E2C1}" presName="Subtitle" presStyleLbl="revTx" presStyleIdx="0" presStyleCnt="6">
        <dgm:presLayoutVars>
          <dgm:chMax val="0"/>
          <dgm:bulletEnabled/>
        </dgm:presLayoutVars>
      </dgm:prSet>
      <dgm:spPr/>
    </dgm:pt>
    <dgm:pt modelId="{45B01259-E141-4D8F-B983-DE6F06D88513}" type="pres">
      <dgm:prSet presAssocID="{0A7A5FA6-829F-4227-9E96-07D9D5B0E2C1}" presName="Description" presStyleLbl="revTx" presStyleIdx="1" presStyleCnt="6">
        <dgm:presLayoutVars>
          <dgm:bulletEnabled/>
        </dgm:presLayoutVars>
      </dgm:prSet>
      <dgm:spPr/>
    </dgm:pt>
    <dgm:pt modelId="{FD2281EA-1F49-4D80-8D69-3F47561785C5}" type="pres">
      <dgm:prSet presAssocID="{710095C3-5D52-4E19-86FB-A84339C45BD8}" presName="sibTrans" presStyleLbl="sibTrans2D1" presStyleIdx="0" presStyleCnt="0"/>
      <dgm:spPr/>
    </dgm:pt>
    <dgm:pt modelId="{20706287-70BD-4297-81B5-4B86029899C9}" type="pres">
      <dgm:prSet presAssocID="{35AB45F5-D9C4-4204-AEBC-0410B94B5C7F}" presName="Composite" presStyleCnt="0"/>
      <dgm:spPr/>
    </dgm:pt>
    <dgm:pt modelId="{AF96BB86-5D9C-48CA-8F2A-1332818AEDB6}" type="pres">
      <dgm:prSet presAssocID="{35AB45F5-D9C4-4204-AEBC-0410B94B5C7F}" presName="Picture" presStyleLbl="nod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l="7677" r="25574" b="2"/>
          <a:stretch/>
        </a:blipFill>
      </dgm:spPr>
      <dgm:extLst>
        <a:ext uri="{E40237B7-FDA0-4F09-8148-C483321AD2D9}">
          <dgm14:cNvPr xmlns:dgm14="http://schemas.microsoft.com/office/drawing/2010/diagram" id="0" name="" descr="Colourful pins connected with a thread"/>
        </a:ext>
      </dgm:extLst>
    </dgm:pt>
    <dgm:pt modelId="{8C03939F-5108-44F6-9317-EF2C51A62CE8}" type="pres">
      <dgm:prSet presAssocID="{35AB45F5-D9C4-4204-AEBC-0410B94B5C7F}" presName="Subtitle" presStyleLbl="revTx" presStyleIdx="2" presStyleCnt="6">
        <dgm:presLayoutVars>
          <dgm:chMax val="0"/>
          <dgm:bulletEnabled/>
        </dgm:presLayoutVars>
      </dgm:prSet>
      <dgm:spPr/>
    </dgm:pt>
    <dgm:pt modelId="{D542746A-B152-46E2-A1FC-AEACFAC69C0B}" type="pres">
      <dgm:prSet presAssocID="{35AB45F5-D9C4-4204-AEBC-0410B94B5C7F}" presName="Description" presStyleLbl="revTx" presStyleIdx="3" presStyleCnt="6">
        <dgm:presLayoutVars>
          <dgm:bulletEnabled/>
        </dgm:presLayoutVars>
      </dgm:prSet>
      <dgm:spPr/>
    </dgm:pt>
    <dgm:pt modelId="{E3EBB281-E3AB-499B-A751-3B204D3E6681}" type="pres">
      <dgm:prSet presAssocID="{96883D62-68F8-4666-A9F2-F3C1E765C8ED}" presName="sibTrans" presStyleLbl="sibTrans2D1" presStyleIdx="0" presStyleCnt="0"/>
      <dgm:spPr/>
    </dgm:pt>
    <dgm:pt modelId="{99D0A207-4147-4B18-B01F-B05D688E227C}" type="pres">
      <dgm:prSet presAssocID="{97E02428-202A-4EE9-ABC7-DB6C5634F108}" presName="Composite" presStyleCnt="0"/>
      <dgm:spPr/>
    </dgm:pt>
    <dgm:pt modelId="{3D437A96-FF12-4C07-9583-8B31596BF54E}" type="pres">
      <dgm:prSet presAssocID="{97E02428-202A-4EE9-ABC7-DB6C5634F108}" presName="Picture" presStyleLbl="nod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l="21334" r="10912" b="-5"/>
          <a:stretch/>
        </a:blipFill>
      </dgm:spPr>
      <dgm:extLst>
        <a:ext uri="{E40237B7-FDA0-4F09-8148-C483321AD2D9}">
          <dgm14:cNvPr xmlns:dgm14="http://schemas.microsoft.com/office/drawing/2010/diagram" id="0" name="" descr="3D Server with padlock - Data base concept"/>
        </a:ext>
      </dgm:extLst>
    </dgm:pt>
    <dgm:pt modelId="{C296A7ED-94C9-4D7F-A81C-690E02ED2D9E}" type="pres">
      <dgm:prSet presAssocID="{97E02428-202A-4EE9-ABC7-DB6C5634F108}" presName="Subtitle" presStyleLbl="revTx" presStyleIdx="4" presStyleCnt="6">
        <dgm:presLayoutVars>
          <dgm:chMax val="0"/>
          <dgm:bulletEnabled/>
        </dgm:presLayoutVars>
      </dgm:prSet>
      <dgm:spPr/>
    </dgm:pt>
    <dgm:pt modelId="{F66975E5-1D73-48D3-8AEF-E55E114F0D89}" type="pres">
      <dgm:prSet presAssocID="{97E02428-202A-4EE9-ABC7-DB6C5634F108}" presName="Description" presStyleLbl="revTx" presStyleIdx="5" presStyleCnt="6">
        <dgm:presLayoutVars>
          <dgm:bulletEnabled/>
        </dgm:presLayoutVars>
      </dgm:prSet>
      <dgm:spPr/>
    </dgm:pt>
  </dgm:ptLst>
  <dgm:cxnLst>
    <dgm:cxn modelId="{E93BA804-67D1-47EB-86EE-3BC402710596}" srcId="{C431AB0B-CA02-45F4-829B-28FCCA75DF9C}" destId="{0A7A5FA6-829F-4227-9E96-07D9D5B0E2C1}" srcOrd="0" destOrd="0" parTransId="{49EEC8C3-2DC5-4D3B-8F58-ACBF6BAD8215}" sibTransId="{710095C3-5D52-4E19-86FB-A84339C45BD8}"/>
    <dgm:cxn modelId="{07E8ED04-4BF4-4CFD-B534-5418D0B1E6A7}" type="presOf" srcId="{729A0D05-2176-4CF6-8835-D462B75F5D8B}" destId="{45B01259-E141-4D8F-B983-DE6F06D88513}" srcOrd="0" destOrd="0" presId="urn:microsoft.com/office/officeart/2024/3/layout/verticalVisualTextBlock1"/>
    <dgm:cxn modelId="{A5789C24-3E74-496C-A6D9-C2A6A0B0F9E6}" type="presOf" srcId="{1D05F45B-222F-4621-B24E-3983E2399431}" destId="{D542746A-B152-46E2-A1FC-AEACFAC69C0B}" srcOrd="0" destOrd="0" presId="urn:microsoft.com/office/officeart/2024/3/layout/verticalVisualTextBlock1"/>
    <dgm:cxn modelId="{E057A924-753C-4CE7-956A-CA16A4959CEA}" type="presOf" srcId="{0A7A5FA6-829F-4227-9E96-07D9D5B0E2C1}" destId="{E048E6F1-7756-43DB-B980-A967CD11299E}" srcOrd="0" destOrd="0" presId="urn:microsoft.com/office/officeart/2024/3/layout/verticalVisualTextBlock1"/>
    <dgm:cxn modelId="{321DB534-AADD-42B6-939C-13F42F62EF99}" srcId="{0A7A5FA6-829F-4227-9E96-07D9D5B0E2C1}" destId="{729A0D05-2176-4CF6-8835-D462B75F5D8B}" srcOrd="0" destOrd="0" parTransId="{05B50BEC-7935-4B66-86DD-3955BBF03193}" sibTransId="{85C7346F-E722-4C00-9ED4-97A836FB975A}"/>
    <dgm:cxn modelId="{D159723B-9BF6-4CAD-85E3-B59C290F77B6}" type="presOf" srcId="{710095C3-5D52-4E19-86FB-A84339C45BD8}" destId="{FD2281EA-1F49-4D80-8D69-3F47561785C5}" srcOrd="0" destOrd="0" presId="urn:microsoft.com/office/officeart/2024/3/layout/verticalVisualTextBlock1"/>
    <dgm:cxn modelId="{59FAD35B-1466-4ED7-824C-6AAC7008DA4E}" srcId="{C431AB0B-CA02-45F4-829B-28FCCA75DF9C}" destId="{35AB45F5-D9C4-4204-AEBC-0410B94B5C7F}" srcOrd="1" destOrd="0" parTransId="{AF0A166C-7B14-43BE-8876-AE7E712640FA}" sibTransId="{96883D62-68F8-4666-A9F2-F3C1E765C8ED}"/>
    <dgm:cxn modelId="{19490451-68CC-4694-BEFE-AD6432EF73DF}" type="presOf" srcId="{4003C3C6-FCCB-4F0E-A79E-3FAADC2E1418}" destId="{F66975E5-1D73-48D3-8AEF-E55E114F0D89}" srcOrd="0" destOrd="0" presId="urn:microsoft.com/office/officeart/2024/3/layout/verticalVisualTextBlock1"/>
    <dgm:cxn modelId="{8A397C80-8C60-4C7C-B7C0-798E8B51C606}" type="presOf" srcId="{C431AB0B-CA02-45F4-829B-28FCCA75DF9C}" destId="{2973AF6F-68F0-49C7-92F0-EAB025FDFBCF}" srcOrd="0" destOrd="0" presId="urn:microsoft.com/office/officeart/2024/3/layout/verticalVisualTextBlock1"/>
    <dgm:cxn modelId="{84A22384-8B14-4884-BB8B-CDE0EA3E3987}" srcId="{97E02428-202A-4EE9-ABC7-DB6C5634F108}" destId="{4003C3C6-FCCB-4F0E-A79E-3FAADC2E1418}" srcOrd="0" destOrd="0" parTransId="{C1774A96-9E8C-4FA0-84DA-CBA5DCBD4455}" sibTransId="{966869C5-9255-4D55-AA07-D2838CD9B4C9}"/>
    <dgm:cxn modelId="{D6A6FAA2-5674-4D4F-8D20-9CF0C78A646F}" type="presOf" srcId="{35AB45F5-D9C4-4204-AEBC-0410B94B5C7F}" destId="{8C03939F-5108-44F6-9317-EF2C51A62CE8}" srcOrd="0" destOrd="0" presId="urn:microsoft.com/office/officeart/2024/3/layout/verticalVisualTextBlock1"/>
    <dgm:cxn modelId="{3B72A0A8-0C4B-4BD1-B6EB-AEBFC66B3EC6}" srcId="{C431AB0B-CA02-45F4-829B-28FCCA75DF9C}" destId="{97E02428-202A-4EE9-ABC7-DB6C5634F108}" srcOrd="2" destOrd="0" parTransId="{DADD8DB3-FF4F-4CE9-A6B3-2E6421BB8D81}" sibTransId="{B3D27111-9DEB-4A15-8650-83F5C841C168}"/>
    <dgm:cxn modelId="{CB8A2DC6-BF35-4F61-807B-903E417C8340}" type="presOf" srcId="{97E02428-202A-4EE9-ABC7-DB6C5634F108}" destId="{C296A7ED-94C9-4D7F-A81C-690E02ED2D9E}" srcOrd="0" destOrd="0" presId="urn:microsoft.com/office/officeart/2024/3/layout/verticalVisualTextBlock1"/>
    <dgm:cxn modelId="{156882F6-AFC1-42B4-8B8C-BF775048E27B}" type="presOf" srcId="{96883D62-68F8-4666-A9F2-F3C1E765C8ED}" destId="{E3EBB281-E3AB-499B-A751-3B204D3E6681}" srcOrd="0" destOrd="0" presId="urn:microsoft.com/office/officeart/2024/3/layout/verticalVisualTextBlock1"/>
    <dgm:cxn modelId="{933246FA-AB6E-430D-8B45-03E3EFE42A26}" srcId="{35AB45F5-D9C4-4204-AEBC-0410B94B5C7F}" destId="{1D05F45B-222F-4621-B24E-3983E2399431}" srcOrd="0" destOrd="0" parTransId="{A0C2F0DB-DE76-46E9-8426-03A696D66604}" sibTransId="{F82359C5-D605-49BA-B733-445B0CB5069F}"/>
    <dgm:cxn modelId="{7562FE16-7D6B-41DF-8F99-25B8B68CF795}" type="presParOf" srcId="{2973AF6F-68F0-49C7-92F0-EAB025FDFBCF}" destId="{2B90AD7C-6F32-4960-8871-D03426BE86FA}" srcOrd="0" destOrd="0" presId="urn:microsoft.com/office/officeart/2024/3/layout/verticalVisualTextBlock1"/>
    <dgm:cxn modelId="{18149A27-7597-4DA2-93C2-5E697C10C2F2}" type="presParOf" srcId="{2B90AD7C-6F32-4960-8871-D03426BE86FA}" destId="{7967DE6C-9E96-4E08-B30B-99D714B820CE}" srcOrd="0" destOrd="0" presId="urn:microsoft.com/office/officeart/2024/3/layout/verticalVisualTextBlock1"/>
    <dgm:cxn modelId="{782DAB35-3357-4E07-8CD4-28B26B886EFB}" type="presParOf" srcId="{2B90AD7C-6F32-4960-8871-D03426BE86FA}" destId="{E048E6F1-7756-43DB-B980-A967CD11299E}" srcOrd="1" destOrd="0" presId="urn:microsoft.com/office/officeart/2024/3/layout/verticalVisualTextBlock1"/>
    <dgm:cxn modelId="{FA0BEA97-14D8-4628-82C5-907DBB6D8800}" type="presParOf" srcId="{2B90AD7C-6F32-4960-8871-D03426BE86FA}" destId="{45B01259-E141-4D8F-B983-DE6F06D88513}" srcOrd="2" destOrd="0" presId="urn:microsoft.com/office/officeart/2024/3/layout/verticalVisualTextBlock1"/>
    <dgm:cxn modelId="{346AD1E1-CCE6-4B71-A7C8-0FBAA9209707}" type="presParOf" srcId="{2973AF6F-68F0-49C7-92F0-EAB025FDFBCF}" destId="{FD2281EA-1F49-4D80-8D69-3F47561785C5}" srcOrd="1" destOrd="0" presId="urn:microsoft.com/office/officeart/2024/3/layout/verticalVisualTextBlock1"/>
    <dgm:cxn modelId="{F60183F2-89EA-4A60-85AC-FD040E8030B1}" type="presParOf" srcId="{2973AF6F-68F0-49C7-92F0-EAB025FDFBCF}" destId="{20706287-70BD-4297-81B5-4B86029899C9}" srcOrd="2" destOrd="0" presId="urn:microsoft.com/office/officeart/2024/3/layout/verticalVisualTextBlock1"/>
    <dgm:cxn modelId="{E8B07311-DED4-4F70-8F8D-6F8DA654FE8E}" type="presParOf" srcId="{20706287-70BD-4297-81B5-4B86029899C9}" destId="{AF96BB86-5D9C-48CA-8F2A-1332818AEDB6}" srcOrd="0" destOrd="0" presId="urn:microsoft.com/office/officeart/2024/3/layout/verticalVisualTextBlock1"/>
    <dgm:cxn modelId="{C145A5C1-F90A-4C0A-A3C8-54371DB91644}" type="presParOf" srcId="{20706287-70BD-4297-81B5-4B86029899C9}" destId="{8C03939F-5108-44F6-9317-EF2C51A62CE8}" srcOrd="1" destOrd="0" presId="urn:microsoft.com/office/officeart/2024/3/layout/verticalVisualTextBlock1"/>
    <dgm:cxn modelId="{FAA9533C-6853-4193-B508-6C2E2BA283EF}" type="presParOf" srcId="{20706287-70BD-4297-81B5-4B86029899C9}" destId="{D542746A-B152-46E2-A1FC-AEACFAC69C0B}" srcOrd="2" destOrd="0" presId="urn:microsoft.com/office/officeart/2024/3/layout/verticalVisualTextBlock1"/>
    <dgm:cxn modelId="{7A64C1F2-8555-47BD-8352-D38FA5734974}" type="presParOf" srcId="{2973AF6F-68F0-49C7-92F0-EAB025FDFBCF}" destId="{E3EBB281-E3AB-499B-A751-3B204D3E6681}" srcOrd="3" destOrd="0" presId="urn:microsoft.com/office/officeart/2024/3/layout/verticalVisualTextBlock1"/>
    <dgm:cxn modelId="{DC1E1970-8892-47A4-AE83-BF873EF3A887}" type="presParOf" srcId="{2973AF6F-68F0-49C7-92F0-EAB025FDFBCF}" destId="{99D0A207-4147-4B18-B01F-B05D688E227C}" srcOrd="4" destOrd="0" presId="urn:microsoft.com/office/officeart/2024/3/layout/verticalVisualTextBlock1"/>
    <dgm:cxn modelId="{1C8F05DA-D49B-4842-B8F7-A1C59067070D}" type="presParOf" srcId="{99D0A207-4147-4B18-B01F-B05D688E227C}" destId="{3D437A96-FF12-4C07-9583-8B31596BF54E}" srcOrd="0" destOrd="0" presId="urn:microsoft.com/office/officeart/2024/3/layout/verticalVisualTextBlock1"/>
    <dgm:cxn modelId="{2FD38617-7CD6-4A60-AA34-B0798E129198}" type="presParOf" srcId="{99D0A207-4147-4B18-B01F-B05D688E227C}" destId="{C296A7ED-94C9-4D7F-A81C-690E02ED2D9E}" srcOrd="1" destOrd="0" presId="urn:microsoft.com/office/officeart/2024/3/layout/verticalVisualTextBlock1"/>
    <dgm:cxn modelId="{BF2B8B45-E7C6-41C9-AEAC-1022114D036D}" type="presParOf" srcId="{99D0A207-4147-4B18-B01F-B05D688E227C}" destId="{F66975E5-1D73-48D3-8AEF-E55E114F0D89}" srcOrd="2" destOrd="0" presId="urn:microsoft.com/office/officeart/2024/3/layout/verticalVisualTextBlock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EEA9635-ADB9-460A-89B4-DBEE386E9846}" type="doc">
      <dgm:prSet loTypeId="urn:microsoft.com/office/officeart/2024/3/layout/verticalVisualTextBlock1" loCatId="Picture" qsTypeId="urn:microsoft.com/office/officeart/2005/8/quickstyle/simple4" qsCatId="simple" csTypeId="urn:microsoft.com/office/officeart/2005/8/colors/accent0_3" csCatId="mainScheme" phldr="1"/>
      <dgm:spPr/>
      <dgm:t>
        <a:bodyPr/>
        <a:lstStyle/>
        <a:p>
          <a:endParaRPr lang="en-US"/>
        </a:p>
      </dgm:t>
    </dgm:pt>
    <dgm:pt modelId="{ECF50080-FC4E-476B-9E6F-ECF6328CAF9F}">
      <dgm:prSet/>
      <dgm:spPr/>
      <dgm:t>
        <a:bodyPr/>
        <a:lstStyle/>
        <a:p>
          <a:pPr>
            <a:lnSpc>
              <a:spcPct val="100000"/>
            </a:lnSpc>
            <a:defRPr b="1"/>
          </a:pPr>
          <a:r>
            <a:rPr lang="en-US" dirty="0"/>
            <a:t>Dual Transaction Oversight</a:t>
          </a:r>
        </a:p>
      </dgm:t>
    </dgm:pt>
    <dgm:pt modelId="{2EB7772C-1A69-49AA-B3DF-6461D3403FE2}" type="parTrans" cxnId="{9AEA954D-0121-44A4-B0B6-7D9BAA53DB56}">
      <dgm:prSet/>
      <dgm:spPr/>
      <dgm:t>
        <a:bodyPr/>
        <a:lstStyle/>
        <a:p>
          <a:endParaRPr lang="en-US"/>
        </a:p>
      </dgm:t>
    </dgm:pt>
    <dgm:pt modelId="{0BB35B00-704C-4D65-AB52-6080004F95EB}" type="sibTrans" cxnId="{9AEA954D-0121-44A4-B0B6-7D9BAA53DB56}">
      <dgm:prSet/>
      <dgm:spPr/>
      <dgm:t>
        <a:bodyPr/>
        <a:lstStyle/>
        <a:p>
          <a:pPr>
            <a:lnSpc>
              <a:spcPct val="100000"/>
            </a:lnSpc>
            <a:defRPr b="1"/>
          </a:pPr>
          <a:endParaRPr lang="en-US"/>
        </a:p>
      </dgm:t>
    </dgm:pt>
    <dgm:pt modelId="{8896A99F-BC49-4716-A127-ECA0E26BC1E3}">
      <dgm:prSet/>
      <dgm:spPr/>
      <dgm:t>
        <a:bodyPr/>
        <a:lstStyle/>
        <a:p>
          <a:pPr>
            <a:lnSpc>
              <a:spcPct val="100000"/>
            </a:lnSpc>
          </a:pPr>
          <a:r>
            <a:rPr lang="en-US" dirty="0"/>
            <a:t>Maker initiates a transaction and checker reviews and approves it, ensuring thorough oversight and accountability.</a:t>
          </a:r>
        </a:p>
      </dgm:t>
    </dgm:pt>
    <dgm:pt modelId="{D8DF1358-52A4-4D26-9B9D-0F4A69DA82C2}" type="parTrans" cxnId="{1E86AF99-7053-4374-A058-B8B7131585F7}">
      <dgm:prSet/>
      <dgm:spPr/>
      <dgm:t>
        <a:bodyPr/>
        <a:lstStyle/>
        <a:p>
          <a:endParaRPr lang="en-US"/>
        </a:p>
      </dgm:t>
    </dgm:pt>
    <dgm:pt modelId="{74B157E9-0348-40AE-B456-0ECA6247C1A6}" type="sibTrans" cxnId="{1E86AF99-7053-4374-A058-B8B7131585F7}">
      <dgm:prSet/>
      <dgm:spPr/>
      <dgm:t>
        <a:bodyPr/>
        <a:lstStyle/>
        <a:p>
          <a:endParaRPr lang="en-US"/>
        </a:p>
      </dgm:t>
    </dgm:pt>
    <dgm:pt modelId="{8BC9437B-4CEA-4C9E-B400-E509674BFFEF}">
      <dgm:prSet/>
      <dgm:spPr/>
      <dgm:t>
        <a:bodyPr/>
        <a:lstStyle/>
        <a:p>
          <a:pPr>
            <a:lnSpc>
              <a:spcPct val="100000"/>
            </a:lnSpc>
            <a:defRPr b="1"/>
          </a:pPr>
          <a:r>
            <a:rPr lang="en-US" dirty="0"/>
            <a:t>Error and Fraud Reduction</a:t>
          </a:r>
        </a:p>
      </dgm:t>
    </dgm:pt>
    <dgm:pt modelId="{C43EBE50-16F4-45DA-BD8E-8487DFE30548}" type="parTrans" cxnId="{3437663C-9AA5-4F01-B77A-0EEDE434BD08}">
      <dgm:prSet/>
      <dgm:spPr/>
      <dgm:t>
        <a:bodyPr/>
        <a:lstStyle/>
        <a:p>
          <a:endParaRPr lang="en-US"/>
        </a:p>
      </dgm:t>
    </dgm:pt>
    <dgm:pt modelId="{65AD9FD5-A97A-4EC8-89AC-6A93BD9B0F35}" type="sibTrans" cxnId="{3437663C-9AA5-4F01-B77A-0EEDE434BD08}">
      <dgm:prSet/>
      <dgm:spPr/>
      <dgm:t>
        <a:bodyPr/>
        <a:lstStyle/>
        <a:p>
          <a:pPr>
            <a:lnSpc>
              <a:spcPct val="100000"/>
            </a:lnSpc>
            <a:defRPr b="1"/>
          </a:pPr>
          <a:endParaRPr lang="en-US"/>
        </a:p>
      </dgm:t>
    </dgm:pt>
    <dgm:pt modelId="{750F7B1A-0AA7-48BC-A215-0EF3256F5B5F}">
      <dgm:prSet/>
      <dgm:spPr/>
      <dgm:t>
        <a:bodyPr/>
        <a:lstStyle/>
        <a:p>
          <a:pPr>
            <a:lnSpc>
              <a:spcPct val="100000"/>
            </a:lnSpc>
          </a:pPr>
          <a:r>
            <a:rPr lang="en-US" dirty="0"/>
            <a:t>The process minimizes errors and prevents fraud by requiring authorization from two individuals for each transaction.</a:t>
          </a:r>
        </a:p>
      </dgm:t>
    </dgm:pt>
    <dgm:pt modelId="{C39E64AB-1180-4607-8DF1-881B33D60E96}" type="parTrans" cxnId="{C05CEF23-71FC-4953-8833-E449AB5693E9}">
      <dgm:prSet/>
      <dgm:spPr/>
      <dgm:t>
        <a:bodyPr/>
        <a:lstStyle/>
        <a:p>
          <a:endParaRPr lang="en-US"/>
        </a:p>
      </dgm:t>
    </dgm:pt>
    <dgm:pt modelId="{21A9FEAB-D645-4F52-839A-C36001B6B359}" type="sibTrans" cxnId="{C05CEF23-71FC-4953-8833-E449AB5693E9}">
      <dgm:prSet/>
      <dgm:spPr/>
      <dgm:t>
        <a:bodyPr/>
        <a:lstStyle/>
        <a:p>
          <a:endParaRPr lang="en-US"/>
        </a:p>
      </dgm:t>
    </dgm:pt>
    <dgm:pt modelId="{ABDB6DA5-423B-4268-B13C-D47852EC6484}">
      <dgm:prSet/>
      <dgm:spPr/>
      <dgm:t>
        <a:bodyPr/>
        <a:lstStyle/>
        <a:p>
          <a:pPr>
            <a:lnSpc>
              <a:spcPct val="100000"/>
            </a:lnSpc>
            <a:defRPr b="1"/>
          </a:pPr>
          <a:r>
            <a:rPr lang="en-US" dirty="0"/>
            <a:t>Critical Industry Application</a:t>
          </a:r>
        </a:p>
      </dgm:t>
    </dgm:pt>
    <dgm:pt modelId="{C76E937E-0673-453E-AEAF-93AB132511D9}" type="parTrans" cxnId="{AD2F4618-F732-49C3-BBE5-AAAF0D3CEAC2}">
      <dgm:prSet/>
      <dgm:spPr/>
      <dgm:t>
        <a:bodyPr/>
        <a:lstStyle/>
        <a:p>
          <a:endParaRPr lang="en-US"/>
        </a:p>
      </dgm:t>
    </dgm:pt>
    <dgm:pt modelId="{29BA4874-9714-48D5-97F3-83468E170946}" type="sibTrans" cxnId="{AD2F4618-F732-49C3-BBE5-AAAF0D3CEAC2}">
      <dgm:prSet/>
      <dgm:spPr/>
      <dgm:t>
        <a:bodyPr/>
        <a:lstStyle/>
        <a:p>
          <a:endParaRPr lang="en-US"/>
        </a:p>
      </dgm:t>
    </dgm:pt>
    <dgm:pt modelId="{EB2B4240-810F-4B48-9026-3125A8049B99}">
      <dgm:prSet/>
      <dgm:spPr/>
      <dgm:t>
        <a:bodyPr/>
        <a:lstStyle/>
        <a:p>
          <a:pPr>
            <a:lnSpc>
              <a:spcPct val="100000"/>
            </a:lnSpc>
          </a:pPr>
          <a:r>
            <a:rPr lang="en-US" dirty="0"/>
            <a:t>Commonly used in banking, specially for sensitive functions like Interest Rate Change or Product Config Changes etc..</a:t>
          </a:r>
        </a:p>
      </dgm:t>
    </dgm:pt>
    <dgm:pt modelId="{9C838AD9-86C0-467C-A0B9-48D51AD47291}" type="parTrans" cxnId="{E61AE5E6-22FC-4AED-9172-97D8289ED752}">
      <dgm:prSet/>
      <dgm:spPr/>
      <dgm:t>
        <a:bodyPr/>
        <a:lstStyle/>
        <a:p>
          <a:endParaRPr lang="en-US"/>
        </a:p>
      </dgm:t>
    </dgm:pt>
    <dgm:pt modelId="{E64CC7ED-4CB6-4DCF-96A5-8CDA6D0C0081}" type="sibTrans" cxnId="{E61AE5E6-22FC-4AED-9172-97D8289ED752}">
      <dgm:prSet/>
      <dgm:spPr/>
      <dgm:t>
        <a:bodyPr/>
        <a:lstStyle/>
        <a:p>
          <a:endParaRPr lang="en-US"/>
        </a:p>
      </dgm:t>
    </dgm:pt>
    <dgm:pt modelId="{F0441598-26DC-49E8-92E8-67C3798D591A}" type="pres">
      <dgm:prSet presAssocID="{5EEA9635-ADB9-460A-89B4-DBEE386E9846}" presName="Root" presStyleCnt="0">
        <dgm:presLayoutVars>
          <dgm:dir/>
          <dgm:resizeHandles val="exact"/>
        </dgm:presLayoutVars>
      </dgm:prSet>
      <dgm:spPr/>
    </dgm:pt>
    <dgm:pt modelId="{3F95DFE3-BEA0-4096-B4B7-1B95A42B251D}" type="pres">
      <dgm:prSet presAssocID="{ECF50080-FC4E-476B-9E6F-ECF6328CAF9F}" presName="Composite" presStyleCnt="0"/>
      <dgm:spPr/>
    </dgm:pt>
    <dgm:pt modelId="{F47D2767-6C98-4ABB-BF15-F83763601831}" type="pres">
      <dgm:prSet presAssocID="{ECF50080-FC4E-476B-9E6F-ECF6328CAF9F}" presName="Picture" presStyleLbl="nod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r="33251" b="2"/>
          <a:stretch/>
        </a:blipFill>
      </dgm:spPr>
      <dgm:extLst>
        <a:ext uri="{E40237B7-FDA0-4F09-8148-C483321AD2D9}">
          <dgm14:cNvPr xmlns:dgm14="http://schemas.microsoft.com/office/drawing/2010/diagram" id="0" name="" descr="Business person signing a contract on a meeting with agent"/>
        </a:ext>
      </dgm:extLst>
    </dgm:pt>
    <dgm:pt modelId="{A21130AE-8DE1-4358-9349-F4F0D5B1737F}" type="pres">
      <dgm:prSet presAssocID="{ECF50080-FC4E-476B-9E6F-ECF6328CAF9F}" presName="Subtitle" presStyleLbl="revTx" presStyleIdx="0" presStyleCnt="6">
        <dgm:presLayoutVars>
          <dgm:chMax val="0"/>
          <dgm:bulletEnabled/>
        </dgm:presLayoutVars>
      </dgm:prSet>
      <dgm:spPr/>
    </dgm:pt>
    <dgm:pt modelId="{D790F124-ED87-4CAA-BE91-AD401C411D4A}" type="pres">
      <dgm:prSet presAssocID="{ECF50080-FC4E-476B-9E6F-ECF6328CAF9F}" presName="Description" presStyleLbl="revTx" presStyleIdx="1" presStyleCnt="6">
        <dgm:presLayoutVars>
          <dgm:bulletEnabled/>
        </dgm:presLayoutVars>
      </dgm:prSet>
      <dgm:spPr/>
    </dgm:pt>
    <dgm:pt modelId="{579B46B0-03C5-45BD-835A-15F633219494}" type="pres">
      <dgm:prSet presAssocID="{0BB35B00-704C-4D65-AB52-6080004F95EB}" presName="sibTrans" presStyleLbl="sibTrans2D1" presStyleIdx="0" presStyleCnt="0"/>
      <dgm:spPr/>
    </dgm:pt>
    <dgm:pt modelId="{E365C4D4-B79E-44CE-98FD-729372A6A5EF}" type="pres">
      <dgm:prSet presAssocID="{8BC9437B-4CEA-4C9E-B400-E509674BFFEF}" presName="Composite" presStyleCnt="0"/>
      <dgm:spPr/>
    </dgm:pt>
    <dgm:pt modelId="{E8202C9E-D56E-435E-94CC-14FBB5C37034}" type="pres">
      <dgm:prSet presAssocID="{8BC9437B-4CEA-4C9E-B400-E509674BFFEF}" presName="Picture" presStyleLbl="nod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l="18644" r="14607" b="2"/>
          <a:stretch/>
        </a:blipFill>
      </dgm:spPr>
      <dgm:extLst>
        <a:ext uri="{E40237B7-FDA0-4F09-8148-C483321AD2D9}">
          <dgm14:cNvPr xmlns:dgm14="http://schemas.microsoft.com/office/drawing/2010/diagram" id="0" name="" descr="Approved"/>
        </a:ext>
      </dgm:extLst>
    </dgm:pt>
    <dgm:pt modelId="{ACD52CDF-1D8F-4393-9B42-3325E81BC0D5}" type="pres">
      <dgm:prSet presAssocID="{8BC9437B-4CEA-4C9E-B400-E509674BFFEF}" presName="Subtitle" presStyleLbl="revTx" presStyleIdx="2" presStyleCnt="6">
        <dgm:presLayoutVars>
          <dgm:chMax val="0"/>
          <dgm:bulletEnabled/>
        </dgm:presLayoutVars>
      </dgm:prSet>
      <dgm:spPr/>
    </dgm:pt>
    <dgm:pt modelId="{029577C3-7EC2-4E26-BBC7-E36108034330}" type="pres">
      <dgm:prSet presAssocID="{8BC9437B-4CEA-4C9E-B400-E509674BFFEF}" presName="Description" presStyleLbl="revTx" presStyleIdx="3" presStyleCnt="6">
        <dgm:presLayoutVars>
          <dgm:bulletEnabled/>
        </dgm:presLayoutVars>
      </dgm:prSet>
      <dgm:spPr/>
    </dgm:pt>
    <dgm:pt modelId="{707AC944-BD93-4AB2-90A5-8F687A6794CE}" type="pres">
      <dgm:prSet presAssocID="{65AD9FD5-A97A-4EC8-89AC-6A93BD9B0F35}" presName="sibTrans" presStyleLbl="sibTrans2D1" presStyleIdx="0" presStyleCnt="0"/>
      <dgm:spPr/>
    </dgm:pt>
    <dgm:pt modelId="{6B67B535-2337-421E-B99B-770A56F5DDE9}" type="pres">
      <dgm:prSet presAssocID="{ABDB6DA5-423B-4268-B13C-D47852EC6484}" presName="Composite" presStyleCnt="0"/>
      <dgm:spPr/>
    </dgm:pt>
    <dgm:pt modelId="{191724E1-07E3-4AB4-BB15-4AA651A1401B}" type="pres">
      <dgm:prSet presAssocID="{ABDB6DA5-423B-4268-B13C-D47852EC6484}" presName="Picture" presStyleLbl="nod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l="21644" r="11356"/>
          <a:stretch/>
        </a:blipFill>
      </dgm:spPr>
      <dgm:extLst>
        <a:ext uri="{E40237B7-FDA0-4F09-8148-C483321AD2D9}">
          <dgm14:cNvPr xmlns:dgm14="http://schemas.microsoft.com/office/drawing/2010/diagram" id="0" name="" descr="business deal"/>
        </a:ext>
      </dgm:extLst>
    </dgm:pt>
    <dgm:pt modelId="{2F37FE9D-C879-42F5-8444-A70BC325E718}" type="pres">
      <dgm:prSet presAssocID="{ABDB6DA5-423B-4268-B13C-D47852EC6484}" presName="Subtitle" presStyleLbl="revTx" presStyleIdx="4" presStyleCnt="6">
        <dgm:presLayoutVars>
          <dgm:chMax val="0"/>
          <dgm:bulletEnabled/>
        </dgm:presLayoutVars>
      </dgm:prSet>
      <dgm:spPr/>
    </dgm:pt>
    <dgm:pt modelId="{4CF52E59-0C27-4C2D-9D42-A63C8DF3DEA3}" type="pres">
      <dgm:prSet presAssocID="{ABDB6DA5-423B-4268-B13C-D47852EC6484}" presName="Description" presStyleLbl="revTx" presStyleIdx="5" presStyleCnt="6">
        <dgm:presLayoutVars>
          <dgm:bulletEnabled/>
        </dgm:presLayoutVars>
      </dgm:prSet>
      <dgm:spPr/>
    </dgm:pt>
  </dgm:ptLst>
  <dgm:cxnLst>
    <dgm:cxn modelId="{25FF0718-C0AF-461C-B9F4-5D83C58F5F95}" type="presOf" srcId="{5EEA9635-ADB9-460A-89B4-DBEE386E9846}" destId="{F0441598-26DC-49E8-92E8-67C3798D591A}" srcOrd="0" destOrd="0" presId="urn:microsoft.com/office/officeart/2024/3/layout/verticalVisualTextBlock1"/>
    <dgm:cxn modelId="{AD2F4618-F732-49C3-BBE5-AAAF0D3CEAC2}" srcId="{5EEA9635-ADB9-460A-89B4-DBEE386E9846}" destId="{ABDB6DA5-423B-4268-B13C-D47852EC6484}" srcOrd="2" destOrd="0" parTransId="{C76E937E-0673-453E-AEAF-93AB132511D9}" sibTransId="{29BA4874-9714-48D5-97F3-83468E170946}"/>
    <dgm:cxn modelId="{96EB821C-295A-44CC-90AC-C9AD9C65D324}" type="presOf" srcId="{65AD9FD5-A97A-4EC8-89AC-6A93BD9B0F35}" destId="{707AC944-BD93-4AB2-90A5-8F687A6794CE}" srcOrd="0" destOrd="0" presId="urn:microsoft.com/office/officeart/2024/3/layout/verticalVisualTextBlock1"/>
    <dgm:cxn modelId="{C05CEF23-71FC-4953-8833-E449AB5693E9}" srcId="{8BC9437B-4CEA-4C9E-B400-E509674BFFEF}" destId="{750F7B1A-0AA7-48BC-A215-0EF3256F5B5F}" srcOrd="0" destOrd="0" parTransId="{C39E64AB-1180-4607-8DF1-881B33D60E96}" sibTransId="{21A9FEAB-D645-4F52-839A-C36001B6B359}"/>
    <dgm:cxn modelId="{3437663C-9AA5-4F01-B77A-0EEDE434BD08}" srcId="{5EEA9635-ADB9-460A-89B4-DBEE386E9846}" destId="{8BC9437B-4CEA-4C9E-B400-E509674BFFEF}" srcOrd="1" destOrd="0" parTransId="{C43EBE50-16F4-45DA-BD8E-8487DFE30548}" sibTransId="{65AD9FD5-A97A-4EC8-89AC-6A93BD9B0F35}"/>
    <dgm:cxn modelId="{9AEA954D-0121-44A4-B0B6-7D9BAA53DB56}" srcId="{5EEA9635-ADB9-460A-89B4-DBEE386E9846}" destId="{ECF50080-FC4E-476B-9E6F-ECF6328CAF9F}" srcOrd="0" destOrd="0" parTransId="{2EB7772C-1A69-49AA-B3DF-6461D3403FE2}" sibTransId="{0BB35B00-704C-4D65-AB52-6080004F95EB}"/>
    <dgm:cxn modelId="{94D0F050-7C2C-47A9-B3DD-487DBC0F0CE3}" type="presOf" srcId="{ABDB6DA5-423B-4268-B13C-D47852EC6484}" destId="{2F37FE9D-C879-42F5-8444-A70BC325E718}" srcOrd="0" destOrd="0" presId="urn:microsoft.com/office/officeart/2024/3/layout/verticalVisualTextBlock1"/>
    <dgm:cxn modelId="{EF47D276-162C-430F-998D-85D366E53FC1}" type="presOf" srcId="{8BC9437B-4CEA-4C9E-B400-E509674BFFEF}" destId="{ACD52CDF-1D8F-4393-9B42-3325E81BC0D5}" srcOrd="0" destOrd="0" presId="urn:microsoft.com/office/officeart/2024/3/layout/verticalVisualTextBlock1"/>
    <dgm:cxn modelId="{B25AE28C-240E-41EB-BDFF-EEE8ABF95733}" type="presOf" srcId="{0BB35B00-704C-4D65-AB52-6080004F95EB}" destId="{579B46B0-03C5-45BD-835A-15F633219494}" srcOrd="0" destOrd="0" presId="urn:microsoft.com/office/officeart/2024/3/layout/verticalVisualTextBlock1"/>
    <dgm:cxn modelId="{1E86AF99-7053-4374-A058-B8B7131585F7}" srcId="{ECF50080-FC4E-476B-9E6F-ECF6328CAF9F}" destId="{8896A99F-BC49-4716-A127-ECA0E26BC1E3}" srcOrd="0" destOrd="0" parTransId="{D8DF1358-52A4-4D26-9B9D-0F4A69DA82C2}" sibTransId="{74B157E9-0348-40AE-B456-0ECA6247C1A6}"/>
    <dgm:cxn modelId="{1FC114A0-7466-4DCB-BEE2-18C9BF6FE2E5}" type="presOf" srcId="{EB2B4240-810F-4B48-9026-3125A8049B99}" destId="{4CF52E59-0C27-4C2D-9D42-A63C8DF3DEA3}" srcOrd="0" destOrd="0" presId="urn:microsoft.com/office/officeart/2024/3/layout/verticalVisualTextBlock1"/>
    <dgm:cxn modelId="{A8EE22A5-D6AD-4D24-87E3-1A9002044C21}" type="presOf" srcId="{750F7B1A-0AA7-48BC-A215-0EF3256F5B5F}" destId="{029577C3-7EC2-4E26-BBC7-E36108034330}" srcOrd="0" destOrd="0" presId="urn:microsoft.com/office/officeart/2024/3/layout/verticalVisualTextBlock1"/>
    <dgm:cxn modelId="{FE67D2A6-4165-4CB0-9160-4210A6F5A19F}" type="presOf" srcId="{ECF50080-FC4E-476B-9E6F-ECF6328CAF9F}" destId="{A21130AE-8DE1-4358-9349-F4F0D5B1737F}" srcOrd="0" destOrd="0" presId="urn:microsoft.com/office/officeart/2024/3/layout/verticalVisualTextBlock1"/>
    <dgm:cxn modelId="{4394B2B9-6FD4-4504-86D8-85B847FBCBBD}" type="presOf" srcId="{8896A99F-BC49-4716-A127-ECA0E26BC1E3}" destId="{D790F124-ED87-4CAA-BE91-AD401C411D4A}" srcOrd="0" destOrd="0" presId="urn:microsoft.com/office/officeart/2024/3/layout/verticalVisualTextBlock1"/>
    <dgm:cxn modelId="{E61AE5E6-22FC-4AED-9172-97D8289ED752}" srcId="{ABDB6DA5-423B-4268-B13C-D47852EC6484}" destId="{EB2B4240-810F-4B48-9026-3125A8049B99}" srcOrd="0" destOrd="0" parTransId="{9C838AD9-86C0-467C-A0B9-48D51AD47291}" sibTransId="{E64CC7ED-4CB6-4DCF-96A5-8CDA6D0C0081}"/>
    <dgm:cxn modelId="{4017FD28-7797-4367-BB4E-327BE80B5280}" type="presParOf" srcId="{F0441598-26DC-49E8-92E8-67C3798D591A}" destId="{3F95DFE3-BEA0-4096-B4B7-1B95A42B251D}" srcOrd="0" destOrd="0" presId="urn:microsoft.com/office/officeart/2024/3/layout/verticalVisualTextBlock1"/>
    <dgm:cxn modelId="{C1991F9F-2B02-417A-9F4B-AE8B95D59E1E}" type="presParOf" srcId="{3F95DFE3-BEA0-4096-B4B7-1B95A42B251D}" destId="{F47D2767-6C98-4ABB-BF15-F83763601831}" srcOrd="0" destOrd="0" presId="urn:microsoft.com/office/officeart/2024/3/layout/verticalVisualTextBlock1"/>
    <dgm:cxn modelId="{279A7DBA-1B08-4198-8F6C-830E102694CA}" type="presParOf" srcId="{3F95DFE3-BEA0-4096-B4B7-1B95A42B251D}" destId="{A21130AE-8DE1-4358-9349-F4F0D5B1737F}" srcOrd="1" destOrd="0" presId="urn:microsoft.com/office/officeart/2024/3/layout/verticalVisualTextBlock1"/>
    <dgm:cxn modelId="{1F0FE15D-94C9-4E87-B882-BD3209E33D64}" type="presParOf" srcId="{3F95DFE3-BEA0-4096-B4B7-1B95A42B251D}" destId="{D790F124-ED87-4CAA-BE91-AD401C411D4A}" srcOrd="2" destOrd="0" presId="urn:microsoft.com/office/officeart/2024/3/layout/verticalVisualTextBlock1"/>
    <dgm:cxn modelId="{547694E9-6E83-4FD7-956E-4235A3A1A45C}" type="presParOf" srcId="{F0441598-26DC-49E8-92E8-67C3798D591A}" destId="{579B46B0-03C5-45BD-835A-15F633219494}" srcOrd="1" destOrd="0" presId="urn:microsoft.com/office/officeart/2024/3/layout/verticalVisualTextBlock1"/>
    <dgm:cxn modelId="{252EB4C9-BA16-41D6-A1C8-73344806D868}" type="presParOf" srcId="{F0441598-26DC-49E8-92E8-67C3798D591A}" destId="{E365C4D4-B79E-44CE-98FD-729372A6A5EF}" srcOrd="2" destOrd="0" presId="urn:microsoft.com/office/officeart/2024/3/layout/verticalVisualTextBlock1"/>
    <dgm:cxn modelId="{DE8FF268-4EBA-4E9D-9B32-6561DFBA5371}" type="presParOf" srcId="{E365C4D4-B79E-44CE-98FD-729372A6A5EF}" destId="{E8202C9E-D56E-435E-94CC-14FBB5C37034}" srcOrd="0" destOrd="0" presId="urn:microsoft.com/office/officeart/2024/3/layout/verticalVisualTextBlock1"/>
    <dgm:cxn modelId="{0958DC75-BE27-47DE-9368-E666C4C5F51D}" type="presParOf" srcId="{E365C4D4-B79E-44CE-98FD-729372A6A5EF}" destId="{ACD52CDF-1D8F-4393-9B42-3325E81BC0D5}" srcOrd="1" destOrd="0" presId="urn:microsoft.com/office/officeart/2024/3/layout/verticalVisualTextBlock1"/>
    <dgm:cxn modelId="{9EB48411-97AC-4A33-9F77-7C180BE21022}" type="presParOf" srcId="{E365C4D4-B79E-44CE-98FD-729372A6A5EF}" destId="{029577C3-7EC2-4E26-BBC7-E36108034330}" srcOrd="2" destOrd="0" presId="urn:microsoft.com/office/officeart/2024/3/layout/verticalVisualTextBlock1"/>
    <dgm:cxn modelId="{311D15FA-AB29-43B2-92DA-E3EDA7237293}" type="presParOf" srcId="{F0441598-26DC-49E8-92E8-67C3798D591A}" destId="{707AC944-BD93-4AB2-90A5-8F687A6794CE}" srcOrd="3" destOrd="0" presId="urn:microsoft.com/office/officeart/2024/3/layout/verticalVisualTextBlock1"/>
    <dgm:cxn modelId="{86520031-F8F0-4A28-B672-C4A90C1717EF}" type="presParOf" srcId="{F0441598-26DC-49E8-92E8-67C3798D591A}" destId="{6B67B535-2337-421E-B99B-770A56F5DDE9}" srcOrd="4" destOrd="0" presId="urn:microsoft.com/office/officeart/2024/3/layout/verticalVisualTextBlock1"/>
    <dgm:cxn modelId="{D624D74C-F349-4D75-A9E1-C8F0D875E96C}" type="presParOf" srcId="{6B67B535-2337-421E-B99B-770A56F5DDE9}" destId="{191724E1-07E3-4AB4-BB15-4AA651A1401B}" srcOrd="0" destOrd="0" presId="urn:microsoft.com/office/officeart/2024/3/layout/verticalVisualTextBlock1"/>
    <dgm:cxn modelId="{373ECD6F-2BCC-450D-96E7-37460818198B}" type="presParOf" srcId="{6B67B535-2337-421E-B99B-770A56F5DDE9}" destId="{2F37FE9D-C879-42F5-8444-A70BC325E718}" srcOrd="1" destOrd="0" presId="urn:microsoft.com/office/officeart/2024/3/layout/verticalVisualTextBlock1"/>
    <dgm:cxn modelId="{951A02DB-BCCA-4D68-BD21-289EDBF6E167}" type="presParOf" srcId="{6B67B535-2337-421E-B99B-770A56F5DDE9}" destId="{4CF52E59-0C27-4C2D-9D42-A63C8DF3DEA3}" srcOrd="2" destOrd="0" presId="urn:microsoft.com/office/officeart/2024/3/layout/verticalVisualTextBlock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B7950B0-5757-4513-951C-07E43BF89435}" type="doc">
      <dgm:prSet loTypeId="urn:microsoft.com/office/officeart/2024/3/layout/verticalVisualTextBlock1" loCatId="Picture" qsTypeId="urn:microsoft.com/office/officeart/2005/8/quickstyle/simple4" qsCatId="simple" csTypeId="urn:microsoft.com/office/officeart/2005/8/colors/accent0_3" csCatId="mainScheme" phldr="1"/>
      <dgm:spPr/>
      <dgm:t>
        <a:bodyPr/>
        <a:lstStyle/>
        <a:p>
          <a:endParaRPr lang="en-US"/>
        </a:p>
      </dgm:t>
    </dgm:pt>
    <dgm:pt modelId="{2BDFF42A-F707-4FE4-9857-0FB1773B5BFB}">
      <dgm:prSet/>
      <dgm:spPr/>
      <dgm:t>
        <a:bodyPr/>
        <a:lstStyle/>
        <a:p>
          <a:pPr>
            <a:lnSpc>
              <a:spcPct val="100000"/>
            </a:lnSpc>
            <a:defRPr b="1"/>
          </a:pPr>
          <a:r>
            <a:rPr lang="en-US" dirty="0"/>
            <a:t>Attribute-Based Access Control</a:t>
          </a:r>
        </a:p>
      </dgm:t>
    </dgm:pt>
    <dgm:pt modelId="{D08AAABA-438B-4CF4-97B9-D1BE427FCA32}" type="parTrans" cxnId="{FB4EC542-B5B3-4B3D-BDBB-CD2CD2665B57}">
      <dgm:prSet/>
      <dgm:spPr/>
      <dgm:t>
        <a:bodyPr/>
        <a:lstStyle/>
        <a:p>
          <a:endParaRPr lang="en-US"/>
        </a:p>
      </dgm:t>
    </dgm:pt>
    <dgm:pt modelId="{55ABE12E-485A-4902-A141-3140E11A50CC}" type="sibTrans" cxnId="{FB4EC542-B5B3-4B3D-BDBB-CD2CD2665B57}">
      <dgm:prSet/>
      <dgm:spPr/>
      <dgm:t>
        <a:bodyPr/>
        <a:lstStyle/>
        <a:p>
          <a:pPr>
            <a:lnSpc>
              <a:spcPct val="100000"/>
            </a:lnSpc>
            <a:defRPr b="1"/>
          </a:pPr>
          <a:endParaRPr lang="en-US"/>
        </a:p>
      </dgm:t>
    </dgm:pt>
    <dgm:pt modelId="{1F6E7F86-61DC-49F0-9D2A-460DECC6EDF3}">
      <dgm:prSet/>
      <dgm:spPr/>
      <dgm:t>
        <a:bodyPr/>
        <a:lstStyle/>
        <a:p>
          <a:pPr>
            <a:lnSpc>
              <a:spcPct val="100000"/>
            </a:lnSpc>
          </a:pPr>
          <a:r>
            <a:rPr lang="en-US" dirty="0"/>
            <a:t>Value Based Authorization uses specific attributes such as Amount (e.g. Loan Amount or Transaction Amount) or location (e.g. when Branches are getting being closed or being sold) or Products (Special Products) or Customer Segments (e.g. VIP Customers like Royal Family) or Restricted Accounts (e.g. Owner has passed away) to grant access, not just user roles.</a:t>
          </a:r>
        </a:p>
      </dgm:t>
    </dgm:pt>
    <dgm:pt modelId="{90EECEE8-89BC-429E-857B-703202A83E75}" type="parTrans" cxnId="{273AD661-D85E-4295-9E20-0C259F3E6968}">
      <dgm:prSet/>
      <dgm:spPr/>
      <dgm:t>
        <a:bodyPr/>
        <a:lstStyle/>
        <a:p>
          <a:endParaRPr lang="en-US"/>
        </a:p>
      </dgm:t>
    </dgm:pt>
    <dgm:pt modelId="{47BB8F93-6EC3-413C-AD0D-D98D647429DA}" type="sibTrans" cxnId="{273AD661-D85E-4295-9E20-0C259F3E6968}">
      <dgm:prSet/>
      <dgm:spPr/>
      <dgm:t>
        <a:bodyPr/>
        <a:lstStyle/>
        <a:p>
          <a:endParaRPr lang="en-US"/>
        </a:p>
      </dgm:t>
    </dgm:pt>
    <dgm:pt modelId="{BD90B593-07C6-45B8-AEB2-7CC962E0EE6C}">
      <dgm:prSet/>
      <dgm:spPr/>
      <dgm:t>
        <a:bodyPr/>
        <a:lstStyle/>
        <a:p>
          <a:pPr>
            <a:lnSpc>
              <a:spcPct val="100000"/>
            </a:lnSpc>
            <a:defRPr b="1"/>
          </a:pPr>
          <a:r>
            <a:rPr lang="en-US" dirty="0"/>
            <a:t>Fine-Grained Security</a:t>
          </a:r>
        </a:p>
      </dgm:t>
    </dgm:pt>
    <dgm:pt modelId="{3A632477-4FA5-41FF-8424-91CBD10E6264}" type="parTrans" cxnId="{0663D8B9-44D1-436D-BAF3-4403B747025B}">
      <dgm:prSet/>
      <dgm:spPr/>
      <dgm:t>
        <a:bodyPr/>
        <a:lstStyle/>
        <a:p>
          <a:endParaRPr lang="en-US"/>
        </a:p>
      </dgm:t>
    </dgm:pt>
    <dgm:pt modelId="{EC298A0A-048E-4793-8176-B4004C2B19E3}" type="sibTrans" cxnId="{0663D8B9-44D1-436D-BAF3-4403B747025B}">
      <dgm:prSet/>
      <dgm:spPr/>
      <dgm:t>
        <a:bodyPr/>
        <a:lstStyle/>
        <a:p>
          <a:pPr>
            <a:lnSpc>
              <a:spcPct val="100000"/>
            </a:lnSpc>
            <a:defRPr b="1"/>
          </a:pPr>
          <a:endParaRPr lang="en-US"/>
        </a:p>
      </dgm:t>
    </dgm:pt>
    <dgm:pt modelId="{DA217C03-00CD-4A2D-BA8A-E85DDAF28791}">
      <dgm:prSet/>
      <dgm:spPr/>
      <dgm:t>
        <a:bodyPr/>
        <a:lstStyle/>
        <a:p>
          <a:pPr>
            <a:lnSpc>
              <a:spcPct val="100000"/>
            </a:lnSpc>
          </a:pPr>
          <a:r>
            <a:rPr lang="en-US" dirty="0"/>
            <a:t>This method allows for detailed and precise control, ensuring users meet exact criteria before approval.</a:t>
          </a:r>
        </a:p>
      </dgm:t>
    </dgm:pt>
    <dgm:pt modelId="{2FA02F15-989B-4DB7-8F07-D4E3D3AED374}" type="parTrans" cxnId="{9506C036-6E24-4680-BEC0-6EE6522D2A09}">
      <dgm:prSet/>
      <dgm:spPr/>
      <dgm:t>
        <a:bodyPr/>
        <a:lstStyle/>
        <a:p>
          <a:endParaRPr lang="en-US"/>
        </a:p>
      </dgm:t>
    </dgm:pt>
    <dgm:pt modelId="{9B9C05CF-FC19-4D52-8747-B8B382A967DE}" type="sibTrans" cxnId="{9506C036-6E24-4680-BEC0-6EE6522D2A09}">
      <dgm:prSet/>
      <dgm:spPr/>
      <dgm:t>
        <a:bodyPr/>
        <a:lstStyle/>
        <a:p>
          <a:endParaRPr lang="en-US"/>
        </a:p>
      </dgm:t>
    </dgm:pt>
    <dgm:pt modelId="{AA4E709F-A237-4DE0-AE66-3759DBE1F58E}">
      <dgm:prSet/>
      <dgm:spPr/>
      <dgm:t>
        <a:bodyPr/>
        <a:lstStyle/>
        <a:p>
          <a:pPr>
            <a:lnSpc>
              <a:spcPct val="100000"/>
            </a:lnSpc>
            <a:defRPr b="1"/>
          </a:pPr>
          <a:r>
            <a:rPr lang="en-US" dirty="0"/>
            <a:t>Real-Time Data Consideration</a:t>
          </a:r>
        </a:p>
      </dgm:t>
    </dgm:pt>
    <dgm:pt modelId="{C0054C48-C5FA-4C69-A4CA-76BF47CC33E6}" type="parTrans" cxnId="{8BD6F029-6F75-4062-A57D-71700D1E9B0D}">
      <dgm:prSet/>
      <dgm:spPr/>
      <dgm:t>
        <a:bodyPr/>
        <a:lstStyle/>
        <a:p>
          <a:endParaRPr lang="en-US"/>
        </a:p>
      </dgm:t>
    </dgm:pt>
    <dgm:pt modelId="{8E46809D-884D-4ABE-9AC7-AB0964E66B47}" type="sibTrans" cxnId="{8BD6F029-6F75-4062-A57D-71700D1E9B0D}">
      <dgm:prSet/>
      <dgm:spPr/>
      <dgm:t>
        <a:bodyPr/>
        <a:lstStyle/>
        <a:p>
          <a:endParaRPr lang="en-US"/>
        </a:p>
      </dgm:t>
    </dgm:pt>
    <dgm:pt modelId="{F882797F-878E-4E8C-8787-FCA259663BD4}">
      <dgm:prSet/>
      <dgm:spPr/>
      <dgm:t>
        <a:bodyPr/>
        <a:lstStyle/>
        <a:p>
          <a:pPr>
            <a:lnSpc>
              <a:spcPct val="100000"/>
            </a:lnSpc>
          </a:pPr>
          <a:r>
            <a:rPr lang="en-US" dirty="0"/>
            <a:t>Real-time information such as  Transaction Amount or Loan Amount can influence access decisions dynamically.</a:t>
          </a:r>
        </a:p>
      </dgm:t>
    </dgm:pt>
    <dgm:pt modelId="{14763F2E-8CC7-47FC-B044-A2E8644A3E48}" type="parTrans" cxnId="{3E81DDFF-BE5F-4E45-8E58-E578440F3B78}">
      <dgm:prSet/>
      <dgm:spPr/>
      <dgm:t>
        <a:bodyPr/>
        <a:lstStyle/>
        <a:p>
          <a:endParaRPr lang="en-US"/>
        </a:p>
      </dgm:t>
    </dgm:pt>
    <dgm:pt modelId="{42AD889C-90E9-49D4-954A-4EE4BB825E49}" type="sibTrans" cxnId="{3E81DDFF-BE5F-4E45-8E58-E578440F3B78}">
      <dgm:prSet/>
      <dgm:spPr/>
      <dgm:t>
        <a:bodyPr/>
        <a:lstStyle/>
        <a:p>
          <a:endParaRPr lang="en-US"/>
        </a:p>
      </dgm:t>
    </dgm:pt>
    <dgm:pt modelId="{A6EA408B-43E9-4B76-A406-37B40EAB869A}" type="pres">
      <dgm:prSet presAssocID="{3B7950B0-5757-4513-951C-07E43BF89435}" presName="Root" presStyleCnt="0">
        <dgm:presLayoutVars>
          <dgm:dir/>
          <dgm:resizeHandles val="exact"/>
        </dgm:presLayoutVars>
      </dgm:prSet>
      <dgm:spPr/>
    </dgm:pt>
    <dgm:pt modelId="{60021F87-EE7F-4EE8-BB06-089BD3D67F7B}" type="pres">
      <dgm:prSet presAssocID="{2BDFF42A-F707-4FE4-9857-0FB1773B5BFB}" presName="Composite" presStyleCnt="0"/>
      <dgm:spPr/>
    </dgm:pt>
    <dgm:pt modelId="{48769519-8A19-4924-AC2F-60E5A1DACEE5}" type="pres">
      <dgm:prSet presAssocID="{2BDFF42A-F707-4FE4-9857-0FB1773B5BFB}" presName="Picture" presStyleLbl="nod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l="9048" r="15954" b="3"/>
          <a:stretch/>
        </a:blipFill>
      </dgm:spPr>
      <dgm:extLst>
        <a:ext uri="{E40237B7-FDA0-4F09-8148-C483321AD2D9}">
          <dgm14:cNvPr xmlns:dgm14="http://schemas.microsoft.com/office/drawing/2010/diagram" id="0" name="" descr="Check box icon digital technology concept"/>
        </a:ext>
      </dgm:extLst>
    </dgm:pt>
    <dgm:pt modelId="{7FD6F9FA-4C45-46EC-B9F2-33136F1A6CC3}" type="pres">
      <dgm:prSet presAssocID="{2BDFF42A-F707-4FE4-9857-0FB1773B5BFB}" presName="Subtitle" presStyleLbl="revTx" presStyleIdx="0" presStyleCnt="6">
        <dgm:presLayoutVars>
          <dgm:chMax val="0"/>
          <dgm:bulletEnabled/>
        </dgm:presLayoutVars>
      </dgm:prSet>
      <dgm:spPr/>
    </dgm:pt>
    <dgm:pt modelId="{43130366-CD0A-4693-9D3F-134C1D827354}" type="pres">
      <dgm:prSet presAssocID="{2BDFF42A-F707-4FE4-9857-0FB1773B5BFB}" presName="Description" presStyleLbl="revTx" presStyleIdx="1" presStyleCnt="6">
        <dgm:presLayoutVars>
          <dgm:bulletEnabled/>
        </dgm:presLayoutVars>
      </dgm:prSet>
      <dgm:spPr/>
    </dgm:pt>
    <dgm:pt modelId="{F4EAA142-13DE-4942-8B84-0AB13DC15DD7}" type="pres">
      <dgm:prSet presAssocID="{55ABE12E-485A-4902-A141-3140E11A50CC}" presName="sibTrans" presStyleLbl="sibTrans2D1" presStyleIdx="0" presStyleCnt="0"/>
      <dgm:spPr/>
    </dgm:pt>
    <dgm:pt modelId="{9F7926EC-F39C-4D53-9E10-7FB05D6C11C9}" type="pres">
      <dgm:prSet presAssocID="{BD90B593-07C6-45B8-AEB2-7CC962E0EE6C}" presName="Composite" presStyleCnt="0"/>
      <dgm:spPr/>
    </dgm:pt>
    <dgm:pt modelId="{69FD28E5-201A-4F08-8EA8-ACF79D7AF7CC}" type="pres">
      <dgm:prSet presAssocID="{BD90B593-07C6-45B8-AEB2-7CC962E0EE6C}" presName="Picture" presStyleLbl="nod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r="40253" b="5"/>
          <a:stretch/>
        </a:blipFill>
      </dgm:spPr>
      <dgm:extLst>
        <a:ext uri="{E40237B7-FDA0-4F09-8148-C483321AD2D9}">
          <dgm14:cNvPr xmlns:dgm14="http://schemas.microsoft.com/office/drawing/2010/diagram" id="0" name="" descr="Data centre abstract backgrounds"/>
        </a:ext>
      </dgm:extLst>
    </dgm:pt>
    <dgm:pt modelId="{29D23C27-DC8D-4FF9-ACB3-8DA45FDE9B8E}" type="pres">
      <dgm:prSet presAssocID="{BD90B593-07C6-45B8-AEB2-7CC962E0EE6C}" presName="Subtitle" presStyleLbl="revTx" presStyleIdx="2" presStyleCnt="6">
        <dgm:presLayoutVars>
          <dgm:chMax val="0"/>
          <dgm:bulletEnabled/>
        </dgm:presLayoutVars>
      </dgm:prSet>
      <dgm:spPr/>
    </dgm:pt>
    <dgm:pt modelId="{94FB1CF6-8C30-4C5D-9D5F-7DE1FF13A9BF}" type="pres">
      <dgm:prSet presAssocID="{BD90B593-07C6-45B8-AEB2-7CC962E0EE6C}" presName="Description" presStyleLbl="revTx" presStyleIdx="3" presStyleCnt="6">
        <dgm:presLayoutVars>
          <dgm:bulletEnabled/>
        </dgm:presLayoutVars>
      </dgm:prSet>
      <dgm:spPr/>
    </dgm:pt>
    <dgm:pt modelId="{83146409-9348-47AE-82F7-57927294692F}" type="pres">
      <dgm:prSet presAssocID="{EC298A0A-048E-4793-8176-B4004C2B19E3}" presName="sibTrans" presStyleLbl="sibTrans2D1" presStyleIdx="0" presStyleCnt="0"/>
      <dgm:spPr/>
    </dgm:pt>
    <dgm:pt modelId="{4D733FCB-3DFF-4D01-9BEF-5AD4153FFE41}" type="pres">
      <dgm:prSet presAssocID="{AA4E709F-A237-4DE0-AE66-3759DBE1F58E}" presName="Composite" presStyleCnt="0"/>
      <dgm:spPr/>
    </dgm:pt>
    <dgm:pt modelId="{FDB2C608-81BD-413B-91F5-FDF6D1164F1C}" type="pres">
      <dgm:prSet presAssocID="{AA4E709F-A237-4DE0-AE66-3759DBE1F58E}" presName="Picture" presStyleLbl="nod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l="12277" r="12725" b="3"/>
          <a:stretch/>
        </a:blipFill>
      </dgm:spPr>
      <dgm:extLst>
        <a:ext uri="{E40237B7-FDA0-4F09-8148-C483321AD2D9}">
          <dgm14:cNvPr xmlns:dgm14="http://schemas.microsoft.com/office/drawing/2010/diagram" id="0" name="" descr="Digital security concept 3d"/>
        </a:ext>
      </dgm:extLst>
    </dgm:pt>
    <dgm:pt modelId="{4FBB4954-B4A3-45CA-B346-B24D232AD420}" type="pres">
      <dgm:prSet presAssocID="{AA4E709F-A237-4DE0-AE66-3759DBE1F58E}" presName="Subtitle" presStyleLbl="revTx" presStyleIdx="4" presStyleCnt="6">
        <dgm:presLayoutVars>
          <dgm:chMax val="0"/>
          <dgm:bulletEnabled/>
        </dgm:presLayoutVars>
      </dgm:prSet>
      <dgm:spPr/>
    </dgm:pt>
    <dgm:pt modelId="{A6F50605-26EE-4C29-BD3B-4CAE24C631B3}" type="pres">
      <dgm:prSet presAssocID="{AA4E709F-A237-4DE0-AE66-3759DBE1F58E}" presName="Description" presStyleLbl="revTx" presStyleIdx="5" presStyleCnt="6">
        <dgm:presLayoutVars>
          <dgm:bulletEnabled/>
        </dgm:presLayoutVars>
      </dgm:prSet>
      <dgm:spPr/>
    </dgm:pt>
  </dgm:ptLst>
  <dgm:cxnLst>
    <dgm:cxn modelId="{90DDC20D-1948-4156-B2A3-1378268F6D37}" type="presOf" srcId="{DA217C03-00CD-4A2D-BA8A-E85DDAF28791}" destId="{94FB1CF6-8C30-4C5D-9D5F-7DE1FF13A9BF}" srcOrd="0" destOrd="0" presId="urn:microsoft.com/office/officeart/2024/3/layout/verticalVisualTextBlock1"/>
    <dgm:cxn modelId="{908DDC1F-8816-451D-91F7-DFF8849936D5}" type="presOf" srcId="{3B7950B0-5757-4513-951C-07E43BF89435}" destId="{A6EA408B-43E9-4B76-A406-37B40EAB869A}" srcOrd="0" destOrd="0" presId="urn:microsoft.com/office/officeart/2024/3/layout/verticalVisualTextBlock1"/>
    <dgm:cxn modelId="{8BD6F029-6F75-4062-A57D-71700D1E9B0D}" srcId="{3B7950B0-5757-4513-951C-07E43BF89435}" destId="{AA4E709F-A237-4DE0-AE66-3759DBE1F58E}" srcOrd="2" destOrd="0" parTransId="{C0054C48-C5FA-4C69-A4CA-76BF47CC33E6}" sibTransId="{8E46809D-884D-4ABE-9AC7-AB0964E66B47}"/>
    <dgm:cxn modelId="{9506C036-6E24-4680-BEC0-6EE6522D2A09}" srcId="{BD90B593-07C6-45B8-AEB2-7CC962E0EE6C}" destId="{DA217C03-00CD-4A2D-BA8A-E85DDAF28791}" srcOrd="0" destOrd="0" parTransId="{2FA02F15-989B-4DB7-8F07-D4E3D3AED374}" sibTransId="{9B9C05CF-FC19-4D52-8747-B8B382A967DE}"/>
    <dgm:cxn modelId="{273AD661-D85E-4295-9E20-0C259F3E6968}" srcId="{2BDFF42A-F707-4FE4-9857-0FB1773B5BFB}" destId="{1F6E7F86-61DC-49F0-9D2A-460DECC6EDF3}" srcOrd="0" destOrd="0" parTransId="{90EECEE8-89BC-429E-857B-703202A83E75}" sibTransId="{47BB8F93-6EC3-413C-AD0D-D98D647429DA}"/>
    <dgm:cxn modelId="{FB4EC542-B5B3-4B3D-BDBB-CD2CD2665B57}" srcId="{3B7950B0-5757-4513-951C-07E43BF89435}" destId="{2BDFF42A-F707-4FE4-9857-0FB1773B5BFB}" srcOrd="0" destOrd="0" parTransId="{D08AAABA-438B-4CF4-97B9-D1BE427FCA32}" sibTransId="{55ABE12E-485A-4902-A141-3140E11A50CC}"/>
    <dgm:cxn modelId="{DD124D6A-202F-456F-A92D-6655CF18BFCE}" type="presOf" srcId="{BD90B593-07C6-45B8-AEB2-7CC962E0EE6C}" destId="{29D23C27-DC8D-4FF9-ACB3-8DA45FDE9B8E}" srcOrd="0" destOrd="0" presId="urn:microsoft.com/office/officeart/2024/3/layout/verticalVisualTextBlock1"/>
    <dgm:cxn modelId="{8FC2116F-6987-45F6-A695-E983202EB1AC}" type="presOf" srcId="{2BDFF42A-F707-4FE4-9857-0FB1773B5BFB}" destId="{7FD6F9FA-4C45-46EC-B9F2-33136F1A6CC3}" srcOrd="0" destOrd="0" presId="urn:microsoft.com/office/officeart/2024/3/layout/verticalVisualTextBlock1"/>
    <dgm:cxn modelId="{FA922787-47C0-4E7B-9A4B-C4F41341D544}" type="presOf" srcId="{F882797F-878E-4E8C-8787-FCA259663BD4}" destId="{A6F50605-26EE-4C29-BD3B-4CAE24C631B3}" srcOrd="0" destOrd="0" presId="urn:microsoft.com/office/officeart/2024/3/layout/verticalVisualTextBlock1"/>
    <dgm:cxn modelId="{EA26C490-4F37-4779-98C4-2472CB0652FA}" type="presOf" srcId="{55ABE12E-485A-4902-A141-3140E11A50CC}" destId="{F4EAA142-13DE-4942-8B84-0AB13DC15DD7}" srcOrd="0" destOrd="0" presId="urn:microsoft.com/office/officeart/2024/3/layout/verticalVisualTextBlock1"/>
    <dgm:cxn modelId="{E08DA8A8-0F2E-42B1-85E4-E2BFDBE2798C}" type="presOf" srcId="{AA4E709F-A237-4DE0-AE66-3759DBE1F58E}" destId="{4FBB4954-B4A3-45CA-B346-B24D232AD420}" srcOrd="0" destOrd="0" presId="urn:microsoft.com/office/officeart/2024/3/layout/verticalVisualTextBlock1"/>
    <dgm:cxn modelId="{27ED71A9-B881-45F2-807E-2DF2120E1C70}" type="presOf" srcId="{EC298A0A-048E-4793-8176-B4004C2B19E3}" destId="{83146409-9348-47AE-82F7-57927294692F}" srcOrd="0" destOrd="0" presId="urn:microsoft.com/office/officeart/2024/3/layout/verticalVisualTextBlock1"/>
    <dgm:cxn modelId="{0663D8B9-44D1-436D-BAF3-4403B747025B}" srcId="{3B7950B0-5757-4513-951C-07E43BF89435}" destId="{BD90B593-07C6-45B8-AEB2-7CC962E0EE6C}" srcOrd="1" destOrd="0" parTransId="{3A632477-4FA5-41FF-8424-91CBD10E6264}" sibTransId="{EC298A0A-048E-4793-8176-B4004C2B19E3}"/>
    <dgm:cxn modelId="{0CFDDED2-1B07-4197-8B01-C4CB07DEAB48}" type="presOf" srcId="{1F6E7F86-61DC-49F0-9D2A-460DECC6EDF3}" destId="{43130366-CD0A-4693-9D3F-134C1D827354}" srcOrd="0" destOrd="0" presId="urn:microsoft.com/office/officeart/2024/3/layout/verticalVisualTextBlock1"/>
    <dgm:cxn modelId="{3E81DDFF-BE5F-4E45-8E58-E578440F3B78}" srcId="{AA4E709F-A237-4DE0-AE66-3759DBE1F58E}" destId="{F882797F-878E-4E8C-8787-FCA259663BD4}" srcOrd="0" destOrd="0" parTransId="{14763F2E-8CC7-47FC-B044-A2E8644A3E48}" sibTransId="{42AD889C-90E9-49D4-954A-4EE4BB825E49}"/>
    <dgm:cxn modelId="{5D6453DF-63AA-4113-8FD5-AF2ACA4C2556}" type="presParOf" srcId="{A6EA408B-43E9-4B76-A406-37B40EAB869A}" destId="{60021F87-EE7F-4EE8-BB06-089BD3D67F7B}" srcOrd="0" destOrd="0" presId="urn:microsoft.com/office/officeart/2024/3/layout/verticalVisualTextBlock1"/>
    <dgm:cxn modelId="{51DCD754-D693-413E-A0C0-0499F280ADE5}" type="presParOf" srcId="{60021F87-EE7F-4EE8-BB06-089BD3D67F7B}" destId="{48769519-8A19-4924-AC2F-60E5A1DACEE5}" srcOrd="0" destOrd="0" presId="urn:microsoft.com/office/officeart/2024/3/layout/verticalVisualTextBlock1"/>
    <dgm:cxn modelId="{0BE625B5-CC71-4150-AFBD-FD7D969EDEBE}" type="presParOf" srcId="{60021F87-EE7F-4EE8-BB06-089BD3D67F7B}" destId="{7FD6F9FA-4C45-46EC-B9F2-33136F1A6CC3}" srcOrd="1" destOrd="0" presId="urn:microsoft.com/office/officeart/2024/3/layout/verticalVisualTextBlock1"/>
    <dgm:cxn modelId="{43766238-BA93-4310-B912-89EA6811FC4F}" type="presParOf" srcId="{60021F87-EE7F-4EE8-BB06-089BD3D67F7B}" destId="{43130366-CD0A-4693-9D3F-134C1D827354}" srcOrd="2" destOrd="0" presId="urn:microsoft.com/office/officeart/2024/3/layout/verticalVisualTextBlock1"/>
    <dgm:cxn modelId="{180D0EAA-8875-4A5C-AD44-9CBC1F4471E3}" type="presParOf" srcId="{A6EA408B-43E9-4B76-A406-37B40EAB869A}" destId="{F4EAA142-13DE-4942-8B84-0AB13DC15DD7}" srcOrd="1" destOrd="0" presId="urn:microsoft.com/office/officeart/2024/3/layout/verticalVisualTextBlock1"/>
    <dgm:cxn modelId="{8D57C8E7-DD15-4EEA-B348-7296A464CB90}" type="presParOf" srcId="{A6EA408B-43E9-4B76-A406-37B40EAB869A}" destId="{9F7926EC-F39C-4D53-9E10-7FB05D6C11C9}" srcOrd="2" destOrd="0" presId="urn:microsoft.com/office/officeart/2024/3/layout/verticalVisualTextBlock1"/>
    <dgm:cxn modelId="{6AE63C08-F3D7-40E4-97BD-E3492A879230}" type="presParOf" srcId="{9F7926EC-F39C-4D53-9E10-7FB05D6C11C9}" destId="{69FD28E5-201A-4F08-8EA8-ACF79D7AF7CC}" srcOrd="0" destOrd="0" presId="urn:microsoft.com/office/officeart/2024/3/layout/verticalVisualTextBlock1"/>
    <dgm:cxn modelId="{5592AE86-0D76-49A8-B0AD-350381CC433F}" type="presParOf" srcId="{9F7926EC-F39C-4D53-9E10-7FB05D6C11C9}" destId="{29D23C27-DC8D-4FF9-ACB3-8DA45FDE9B8E}" srcOrd="1" destOrd="0" presId="urn:microsoft.com/office/officeart/2024/3/layout/verticalVisualTextBlock1"/>
    <dgm:cxn modelId="{521C0848-038B-4B14-A046-4ABDA00B4545}" type="presParOf" srcId="{9F7926EC-F39C-4D53-9E10-7FB05D6C11C9}" destId="{94FB1CF6-8C30-4C5D-9D5F-7DE1FF13A9BF}" srcOrd="2" destOrd="0" presId="urn:microsoft.com/office/officeart/2024/3/layout/verticalVisualTextBlock1"/>
    <dgm:cxn modelId="{984A5A01-5679-4D7B-8FCD-29EF65D1BB36}" type="presParOf" srcId="{A6EA408B-43E9-4B76-A406-37B40EAB869A}" destId="{83146409-9348-47AE-82F7-57927294692F}" srcOrd="3" destOrd="0" presId="urn:microsoft.com/office/officeart/2024/3/layout/verticalVisualTextBlock1"/>
    <dgm:cxn modelId="{778E4906-B060-45D2-BF8A-51589EAC2D33}" type="presParOf" srcId="{A6EA408B-43E9-4B76-A406-37B40EAB869A}" destId="{4D733FCB-3DFF-4D01-9BEF-5AD4153FFE41}" srcOrd="4" destOrd="0" presId="urn:microsoft.com/office/officeart/2024/3/layout/verticalVisualTextBlock1"/>
    <dgm:cxn modelId="{20272CBE-8A1C-4252-AFCD-200A20C23353}" type="presParOf" srcId="{4D733FCB-3DFF-4D01-9BEF-5AD4153FFE41}" destId="{FDB2C608-81BD-413B-91F5-FDF6D1164F1C}" srcOrd="0" destOrd="0" presId="urn:microsoft.com/office/officeart/2024/3/layout/verticalVisualTextBlock1"/>
    <dgm:cxn modelId="{75641CE3-8035-4C0E-BFCF-706B49CE2019}" type="presParOf" srcId="{4D733FCB-3DFF-4D01-9BEF-5AD4153FFE41}" destId="{4FBB4954-B4A3-45CA-B346-B24D232AD420}" srcOrd="1" destOrd="0" presId="urn:microsoft.com/office/officeart/2024/3/layout/verticalVisualTextBlock1"/>
    <dgm:cxn modelId="{300652DF-CB46-45D5-97AD-12874F8053E3}" type="presParOf" srcId="{4D733FCB-3DFF-4D01-9BEF-5AD4153FFE41}" destId="{A6F50605-26EE-4C29-BD3B-4CAE24C631B3}" srcOrd="2" destOrd="0" presId="urn:microsoft.com/office/officeart/2024/3/layout/verticalVisualTextBlock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76F344A-8E0F-4919-81A8-925D56EF5412}" type="doc">
      <dgm:prSet loTypeId="urn:microsoft.com/office/officeart/2024/3/layout/verticalVisualTextBlock1" loCatId="Picture" qsTypeId="urn:microsoft.com/office/officeart/2005/8/quickstyle/simple4" qsCatId="simple" csTypeId="urn:microsoft.com/office/officeart/2005/8/colors/accent0_1" csCatId="mainScheme" phldr="1"/>
      <dgm:spPr/>
      <dgm:t>
        <a:bodyPr/>
        <a:lstStyle/>
        <a:p>
          <a:endParaRPr lang="en-US"/>
        </a:p>
      </dgm:t>
    </dgm:pt>
    <dgm:pt modelId="{0D488899-B768-48C5-A2A9-0FFF31C81A9F}">
      <dgm:prSet/>
      <dgm:spPr/>
      <dgm:t>
        <a:bodyPr/>
        <a:lstStyle/>
        <a:p>
          <a:pPr>
            <a:lnSpc>
              <a:spcPct val="100000"/>
            </a:lnSpc>
            <a:defRPr b="1"/>
          </a:pPr>
          <a:r>
            <a:rPr lang="en-US" dirty="0"/>
            <a:t>How Encryption Works</a:t>
          </a:r>
        </a:p>
      </dgm:t>
    </dgm:pt>
    <dgm:pt modelId="{BCFAE4E0-2DAA-4200-985A-B3FBBA8CEF5A}" type="parTrans" cxnId="{2D6877A5-6888-4A00-B92E-EC3BF7CA8746}">
      <dgm:prSet/>
      <dgm:spPr/>
      <dgm:t>
        <a:bodyPr/>
        <a:lstStyle/>
        <a:p>
          <a:endParaRPr lang="en-US"/>
        </a:p>
      </dgm:t>
    </dgm:pt>
    <dgm:pt modelId="{B13D05E3-0BF6-4F8B-A487-C9D0C171E3CA}" type="sibTrans" cxnId="{2D6877A5-6888-4A00-B92E-EC3BF7CA8746}">
      <dgm:prSet/>
      <dgm:spPr/>
      <dgm:t>
        <a:bodyPr/>
        <a:lstStyle/>
        <a:p>
          <a:pPr>
            <a:lnSpc>
              <a:spcPct val="100000"/>
            </a:lnSpc>
            <a:defRPr b="1"/>
          </a:pPr>
          <a:endParaRPr lang="en-US"/>
        </a:p>
      </dgm:t>
    </dgm:pt>
    <dgm:pt modelId="{CE9B2312-9943-4C9D-92E6-71F04A6575A7}">
      <dgm:prSet/>
      <dgm:spPr/>
      <dgm:t>
        <a:bodyPr/>
        <a:lstStyle/>
        <a:p>
          <a:pPr>
            <a:lnSpc>
              <a:spcPct val="100000"/>
            </a:lnSpc>
          </a:pPr>
          <a:r>
            <a:rPr lang="en-US" dirty="0"/>
            <a:t>Encryption transforms readable data into an unreadable format, ensuring confidentiality and protecting information from unauthorized access.</a:t>
          </a:r>
        </a:p>
      </dgm:t>
    </dgm:pt>
    <dgm:pt modelId="{B3046480-D343-4C61-B4DA-17DE647DD8CD}" type="parTrans" cxnId="{25875464-D533-4923-BB0A-3AD2CA761303}">
      <dgm:prSet/>
      <dgm:spPr/>
      <dgm:t>
        <a:bodyPr/>
        <a:lstStyle/>
        <a:p>
          <a:endParaRPr lang="en-US"/>
        </a:p>
      </dgm:t>
    </dgm:pt>
    <dgm:pt modelId="{EBA8A107-B54B-4CA8-ADAA-DE05538FA2CA}" type="sibTrans" cxnId="{25875464-D533-4923-BB0A-3AD2CA761303}">
      <dgm:prSet/>
      <dgm:spPr/>
      <dgm:t>
        <a:bodyPr/>
        <a:lstStyle/>
        <a:p>
          <a:endParaRPr lang="en-US"/>
        </a:p>
      </dgm:t>
    </dgm:pt>
    <dgm:pt modelId="{A8542EC5-4AD9-4144-AD2D-C850262841F1}">
      <dgm:prSet/>
      <dgm:spPr/>
      <dgm:t>
        <a:bodyPr/>
        <a:lstStyle/>
        <a:p>
          <a:pPr>
            <a:lnSpc>
              <a:spcPct val="100000"/>
            </a:lnSpc>
            <a:defRPr b="1"/>
          </a:pPr>
          <a:r>
            <a:rPr lang="en-US" dirty="0"/>
            <a:t>Banking Usage </a:t>
          </a:r>
        </a:p>
      </dgm:t>
    </dgm:pt>
    <dgm:pt modelId="{914E47E4-6630-46E7-BF6E-3A7E16C9D0DE}" type="parTrans" cxnId="{2F725CFA-0926-4804-B7CF-14E4FA9AE39D}">
      <dgm:prSet/>
      <dgm:spPr/>
      <dgm:t>
        <a:bodyPr/>
        <a:lstStyle/>
        <a:p>
          <a:endParaRPr lang="en-US"/>
        </a:p>
      </dgm:t>
    </dgm:pt>
    <dgm:pt modelId="{AE1A8A87-748B-422B-A45B-C423B79FD8FE}" type="sibTrans" cxnId="{2F725CFA-0926-4804-B7CF-14E4FA9AE39D}">
      <dgm:prSet/>
      <dgm:spPr/>
      <dgm:t>
        <a:bodyPr/>
        <a:lstStyle/>
        <a:p>
          <a:pPr>
            <a:lnSpc>
              <a:spcPct val="100000"/>
            </a:lnSpc>
            <a:defRPr b="1"/>
          </a:pPr>
          <a:endParaRPr lang="en-US"/>
        </a:p>
      </dgm:t>
    </dgm:pt>
    <dgm:pt modelId="{8208156A-6832-4322-8180-252B850F5B65}">
      <dgm:prSet/>
      <dgm:spPr/>
      <dgm:t>
        <a:bodyPr/>
        <a:lstStyle/>
        <a:p>
          <a:pPr>
            <a:lnSpc>
              <a:spcPct val="100000"/>
            </a:lnSpc>
          </a:pPr>
          <a:r>
            <a:rPr lang="en-US" dirty="0"/>
            <a:t>Encryption is vital for critical applications like Core Banking Platforms and is widely used for both “Data at REST” and “Data in Motion” </a:t>
          </a:r>
        </a:p>
        <a:p>
          <a:pPr>
            <a:lnSpc>
              <a:spcPct val="100000"/>
            </a:lnSpc>
          </a:pPr>
          <a:r>
            <a:rPr lang="en-US" dirty="0"/>
            <a:t>Compliance standards like PCI DSS require encryption of payment card data to prevent fraud and unauthorized access.</a:t>
          </a:r>
        </a:p>
      </dgm:t>
    </dgm:pt>
    <dgm:pt modelId="{4F4A64F1-471F-45D5-92D4-4029EFCEEE75}" type="parTrans" cxnId="{D17514A7-39BF-4D6B-8B39-5DD2994C6E18}">
      <dgm:prSet/>
      <dgm:spPr/>
      <dgm:t>
        <a:bodyPr/>
        <a:lstStyle/>
        <a:p>
          <a:endParaRPr lang="en-US"/>
        </a:p>
      </dgm:t>
    </dgm:pt>
    <dgm:pt modelId="{D8F035BF-D238-44DC-969F-80F3F359C812}" type="sibTrans" cxnId="{D17514A7-39BF-4D6B-8B39-5DD2994C6E18}">
      <dgm:prSet/>
      <dgm:spPr/>
      <dgm:t>
        <a:bodyPr/>
        <a:lstStyle/>
        <a:p>
          <a:endParaRPr lang="en-US"/>
        </a:p>
      </dgm:t>
    </dgm:pt>
    <dgm:pt modelId="{5D1A33C7-DE9D-4C59-A57F-4EFAFFD3F56C}">
      <dgm:prSet/>
      <dgm:spPr/>
      <dgm:t>
        <a:bodyPr/>
        <a:lstStyle/>
        <a:p>
          <a:pPr>
            <a:lnSpc>
              <a:spcPct val="100000"/>
            </a:lnSpc>
            <a:defRPr b="1"/>
          </a:pPr>
          <a:r>
            <a:rPr lang="en-US" dirty="0"/>
            <a:t>Encryption Methods</a:t>
          </a:r>
        </a:p>
      </dgm:t>
    </dgm:pt>
    <dgm:pt modelId="{279D6905-80A2-4120-B4DB-3F7C9E9FE598}" type="parTrans" cxnId="{F5D78008-A009-414D-A03A-6E7DEFDE19E0}">
      <dgm:prSet/>
      <dgm:spPr/>
      <dgm:t>
        <a:bodyPr/>
        <a:lstStyle/>
        <a:p>
          <a:endParaRPr lang="en-US"/>
        </a:p>
      </dgm:t>
    </dgm:pt>
    <dgm:pt modelId="{B609C32F-7C94-4D82-B1D8-D4B63B1CCD99}" type="sibTrans" cxnId="{F5D78008-A009-414D-A03A-6E7DEFDE19E0}">
      <dgm:prSet/>
      <dgm:spPr/>
      <dgm:t>
        <a:bodyPr/>
        <a:lstStyle/>
        <a:p>
          <a:endParaRPr lang="en-US"/>
        </a:p>
      </dgm:t>
    </dgm:pt>
    <dgm:pt modelId="{4613FC7B-6A49-4E31-AE49-53A477B56116}">
      <dgm:prSet/>
      <dgm:spPr/>
      <dgm:t>
        <a:bodyPr/>
        <a:lstStyle/>
        <a:p>
          <a:pPr>
            <a:lnSpc>
              <a:spcPct val="100000"/>
            </a:lnSpc>
          </a:pPr>
          <a:r>
            <a:rPr lang="en-US" dirty="0"/>
            <a:t>Encryption relies on complex algorithms and unique keys, making it highly effective against unauthorized access.</a:t>
          </a:r>
        </a:p>
      </dgm:t>
    </dgm:pt>
    <dgm:pt modelId="{9C562CE3-68A7-43B4-99D4-5715A2F8D1E6}" type="parTrans" cxnId="{D17399B0-5700-4A5D-9DC7-9BD245812034}">
      <dgm:prSet/>
      <dgm:spPr/>
      <dgm:t>
        <a:bodyPr/>
        <a:lstStyle/>
        <a:p>
          <a:endParaRPr lang="en-US"/>
        </a:p>
      </dgm:t>
    </dgm:pt>
    <dgm:pt modelId="{437C0BEC-B47E-4916-8115-4D1F952BBEE4}" type="sibTrans" cxnId="{D17399B0-5700-4A5D-9DC7-9BD245812034}">
      <dgm:prSet/>
      <dgm:spPr/>
      <dgm:t>
        <a:bodyPr/>
        <a:lstStyle/>
        <a:p>
          <a:endParaRPr lang="en-US"/>
        </a:p>
      </dgm:t>
    </dgm:pt>
    <dgm:pt modelId="{750BB89C-2AE4-4D2D-BED2-BAB48B1BD2C9}" type="pres">
      <dgm:prSet presAssocID="{376F344A-8E0F-4919-81A8-925D56EF5412}" presName="Root" presStyleCnt="0">
        <dgm:presLayoutVars>
          <dgm:dir/>
          <dgm:resizeHandles val="exact"/>
        </dgm:presLayoutVars>
      </dgm:prSet>
      <dgm:spPr/>
    </dgm:pt>
    <dgm:pt modelId="{55B49204-8D31-4234-B4A9-C2D5049A67BC}" type="pres">
      <dgm:prSet presAssocID="{0D488899-B768-48C5-A2A9-0FFF31C81A9F}" presName="Composite" presStyleCnt="0"/>
      <dgm:spPr/>
    </dgm:pt>
    <dgm:pt modelId="{C96E3D6D-015F-4169-9ADD-E42848F8A74B}" type="pres">
      <dgm:prSet presAssocID="{0D488899-B768-48C5-A2A9-0FFF31C81A9F}" presName="Picture" presStyleLbl="nod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l="12308" r="20943" b="2"/>
          <a:stretch/>
        </a:blipFill>
      </dgm:spPr>
      <dgm:extLst>
        <a:ext uri="{E40237B7-FDA0-4F09-8148-C483321AD2D9}">
          <dgm14:cNvPr xmlns:dgm14="http://schemas.microsoft.com/office/drawing/2010/diagram" id="0" name="" descr="Modern background"/>
        </a:ext>
      </dgm:extLst>
    </dgm:pt>
    <dgm:pt modelId="{336D3238-F714-48C3-98CB-F8350174418D}" type="pres">
      <dgm:prSet presAssocID="{0D488899-B768-48C5-A2A9-0FFF31C81A9F}" presName="Subtitle" presStyleLbl="revTx" presStyleIdx="0" presStyleCnt="6">
        <dgm:presLayoutVars>
          <dgm:chMax val="0"/>
          <dgm:bulletEnabled/>
        </dgm:presLayoutVars>
      </dgm:prSet>
      <dgm:spPr/>
    </dgm:pt>
    <dgm:pt modelId="{C9F1A2DE-8A6D-43ED-9449-0D1908846866}" type="pres">
      <dgm:prSet presAssocID="{0D488899-B768-48C5-A2A9-0FFF31C81A9F}" presName="Description" presStyleLbl="revTx" presStyleIdx="1" presStyleCnt="6">
        <dgm:presLayoutVars>
          <dgm:bulletEnabled/>
        </dgm:presLayoutVars>
      </dgm:prSet>
      <dgm:spPr/>
    </dgm:pt>
    <dgm:pt modelId="{915A485C-2C40-4FA9-B11E-577B826E9782}" type="pres">
      <dgm:prSet presAssocID="{B13D05E3-0BF6-4F8B-A487-C9D0C171E3CA}" presName="sibTrans" presStyleLbl="sibTrans2D1" presStyleIdx="0" presStyleCnt="0"/>
      <dgm:spPr/>
    </dgm:pt>
    <dgm:pt modelId="{F8E33EEF-528B-42EA-94AD-4A4113B36DE5}" type="pres">
      <dgm:prSet presAssocID="{A8542EC5-4AD9-4144-AD2D-C850262841F1}" presName="Composite" presStyleCnt="0"/>
      <dgm:spPr/>
    </dgm:pt>
    <dgm:pt modelId="{E051DB15-5B18-466B-BA45-5E26BF5A24AA}" type="pres">
      <dgm:prSet presAssocID="{A8542EC5-4AD9-4144-AD2D-C850262841F1}" presName="Picture" presStyleLbl="nod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l="18141" r="14607" b="-4"/>
          <a:stretch/>
        </a:blipFill>
      </dgm:spPr>
      <dgm:extLst>
        <a:ext uri="{E40237B7-FDA0-4F09-8148-C483321AD2D9}">
          <dgm14:cNvPr xmlns:dgm14="http://schemas.microsoft.com/office/drawing/2010/diagram" id="0" name="" descr="email safe"/>
        </a:ext>
      </dgm:extLst>
    </dgm:pt>
    <dgm:pt modelId="{2F914BE1-0F7A-4726-8EA8-0F19671EA1E1}" type="pres">
      <dgm:prSet presAssocID="{A8542EC5-4AD9-4144-AD2D-C850262841F1}" presName="Subtitle" presStyleLbl="revTx" presStyleIdx="2" presStyleCnt="6">
        <dgm:presLayoutVars>
          <dgm:chMax val="0"/>
          <dgm:bulletEnabled/>
        </dgm:presLayoutVars>
      </dgm:prSet>
      <dgm:spPr/>
    </dgm:pt>
    <dgm:pt modelId="{C13162BF-6A76-4D66-9D9C-B7DC5EA47AF9}" type="pres">
      <dgm:prSet presAssocID="{A8542EC5-4AD9-4144-AD2D-C850262841F1}" presName="Description" presStyleLbl="revTx" presStyleIdx="3" presStyleCnt="6">
        <dgm:presLayoutVars>
          <dgm:bulletEnabled/>
        </dgm:presLayoutVars>
      </dgm:prSet>
      <dgm:spPr/>
    </dgm:pt>
    <dgm:pt modelId="{6308DE14-0B2D-4A94-9304-5FEE89CF1BB2}" type="pres">
      <dgm:prSet presAssocID="{AE1A8A87-748B-422B-A45B-C423B79FD8FE}" presName="sibTrans" presStyleLbl="sibTrans2D1" presStyleIdx="0" presStyleCnt="0"/>
      <dgm:spPr/>
    </dgm:pt>
    <dgm:pt modelId="{DBEAE208-27F3-40A1-B46C-9959DCED78BC}" type="pres">
      <dgm:prSet presAssocID="{5D1A33C7-DE9D-4C59-A57F-4EFAFFD3F56C}" presName="Composite" presStyleCnt="0"/>
      <dgm:spPr/>
    </dgm:pt>
    <dgm:pt modelId="{4559EF1D-A07C-4B8F-94F0-FBE1A7852014}" type="pres">
      <dgm:prSet presAssocID="{5D1A33C7-DE9D-4C59-A57F-4EFAFFD3F56C}" presName="Picture" presStyleLbl="nod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l="19579" r="15667" b="-6"/>
          <a:stretch/>
        </a:blipFill>
      </dgm:spPr>
      <dgm:extLst>
        <a:ext uri="{E40237B7-FDA0-4F09-8148-C483321AD2D9}">
          <dgm14:cNvPr xmlns:dgm14="http://schemas.microsoft.com/office/drawing/2010/diagram" id="0" name="" descr="101010 data lines to infinity"/>
        </a:ext>
      </dgm:extLst>
    </dgm:pt>
    <dgm:pt modelId="{CC140567-449A-49ED-9243-AC7628866229}" type="pres">
      <dgm:prSet presAssocID="{5D1A33C7-DE9D-4C59-A57F-4EFAFFD3F56C}" presName="Subtitle" presStyleLbl="revTx" presStyleIdx="4" presStyleCnt="6">
        <dgm:presLayoutVars>
          <dgm:chMax val="0"/>
          <dgm:bulletEnabled/>
        </dgm:presLayoutVars>
      </dgm:prSet>
      <dgm:spPr/>
    </dgm:pt>
    <dgm:pt modelId="{2D1087F4-7255-4CAF-8DE4-04E7A0915403}" type="pres">
      <dgm:prSet presAssocID="{5D1A33C7-DE9D-4C59-A57F-4EFAFFD3F56C}" presName="Description" presStyleLbl="revTx" presStyleIdx="5" presStyleCnt="6">
        <dgm:presLayoutVars>
          <dgm:bulletEnabled/>
        </dgm:presLayoutVars>
      </dgm:prSet>
      <dgm:spPr/>
    </dgm:pt>
  </dgm:ptLst>
  <dgm:cxnLst>
    <dgm:cxn modelId="{F5D78008-A009-414D-A03A-6E7DEFDE19E0}" srcId="{376F344A-8E0F-4919-81A8-925D56EF5412}" destId="{5D1A33C7-DE9D-4C59-A57F-4EFAFFD3F56C}" srcOrd="2" destOrd="0" parTransId="{279D6905-80A2-4120-B4DB-3F7C9E9FE598}" sibTransId="{B609C32F-7C94-4D82-B1D8-D4B63B1CCD99}"/>
    <dgm:cxn modelId="{59ADED0D-0767-44CB-A3AE-641ED1C199F9}" type="presOf" srcId="{5D1A33C7-DE9D-4C59-A57F-4EFAFFD3F56C}" destId="{CC140567-449A-49ED-9243-AC7628866229}" srcOrd="0" destOrd="0" presId="urn:microsoft.com/office/officeart/2024/3/layout/verticalVisualTextBlock1"/>
    <dgm:cxn modelId="{5B56553B-B164-4D6F-8A6E-320E57237E00}" type="presOf" srcId="{376F344A-8E0F-4919-81A8-925D56EF5412}" destId="{750BB89C-2AE4-4D2D-BED2-BAB48B1BD2C9}" srcOrd="0" destOrd="0" presId="urn:microsoft.com/office/officeart/2024/3/layout/verticalVisualTextBlock1"/>
    <dgm:cxn modelId="{25875464-D533-4923-BB0A-3AD2CA761303}" srcId="{0D488899-B768-48C5-A2A9-0FFF31C81A9F}" destId="{CE9B2312-9943-4C9D-92E6-71F04A6575A7}" srcOrd="0" destOrd="0" parTransId="{B3046480-D343-4C61-B4DA-17DE647DD8CD}" sibTransId="{EBA8A107-B54B-4CA8-ADAA-DE05538FA2CA}"/>
    <dgm:cxn modelId="{D54D1546-9E43-4796-B838-90EB663CF38F}" type="presOf" srcId="{0D488899-B768-48C5-A2A9-0FFF31C81A9F}" destId="{336D3238-F714-48C3-98CB-F8350174418D}" srcOrd="0" destOrd="0" presId="urn:microsoft.com/office/officeart/2024/3/layout/verticalVisualTextBlock1"/>
    <dgm:cxn modelId="{E0DAC556-39AC-48C2-B6C5-29389981D5F1}" type="presOf" srcId="{B13D05E3-0BF6-4F8B-A487-C9D0C171E3CA}" destId="{915A485C-2C40-4FA9-B11E-577B826E9782}" srcOrd="0" destOrd="0" presId="urn:microsoft.com/office/officeart/2024/3/layout/verticalVisualTextBlock1"/>
    <dgm:cxn modelId="{E898AB7E-D15A-4EBD-B1D7-306675AA1FDF}" type="presOf" srcId="{CE9B2312-9943-4C9D-92E6-71F04A6575A7}" destId="{C9F1A2DE-8A6D-43ED-9449-0D1908846866}" srcOrd="0" destOrd="0" presId="urn:microsoft.com/office/officeart/2024/3/layout/verticalVisualTextBlock1"/>
    <dgm:cxn modelId="{7C56F98F-B192-4F70-9301-02E72E59770A}" type="presOf" srcId="{8208156A-6832-4322-8180-252B850F5B65}" destId="{C13162BF-6A76-4D66-9D9C-B7DC5EA47AF9}" srcOrd="0" destOrd="0" presId="urn:microsoft.com/office/officeart/2024/3/layout/verticalVisualTextBlock1"/>
    <dgm:cxn modelId="{2D6877A5-6888-4A00-B92E-EC3BF7CA8746}" srcId="{376F344A-8E0F-4919-81A8-925D56EF5412}" destId="{0D488899-B768-48C5-A2A9-0FFF31C81A9F}" srcOrd="0" destOrd="0" parTransId="{BCFAE4E0-2DAA-4200-985A-B3FBBA8CEF5A}" sibTransId="{B13D05E3-0BF6-4F8B-A487-C9D0C171E3CA}"/>
    <dgm:cxn modelId="{D17514A7-39BF-4D6B-8B39-5DD2994C6E18}" srcId="{A8542EC5-4AD9-4144-AD2D-C850262841F1}" destId="{8208156A-6832-4322-8180-252B850F5B65}" srcOrd="0" destOrd="0" parTransId="{4F4A64F1-471F-45D5-92D4-4029EFCEEE75}" sibTransId="{D8F035BF-D238-44DC-969F-80F3F359C812}"/>
    <dgm:cxn modelId="{D17399B0-5700-4A5D-9DC7-9BD245812034}" srcId="{5D1A33C7-DE9D-4C59-A57F-4EFAFFD3F56C}" destId="{4613FC7B-6A49-4E31-AE49-53A477B56116}" srcOrd="0" destOrd="0" parTransId="{9C562CE3-68A7-43B4-99D4-5715A2F8D1E6}" sibTransId="{437C0BEC-B47E-4916-8115-4D1F952BBEE4}"/>
    <dgm:cxn modelId="{C1CF3BE0-585E-47C6-A638-2CA4E29B10DA}" type="presOf" srcId="{AE1A8A87-748B-422B-A45B-C423B79FD8FE}" destId="{6308DE14-0B2D-4A94-9304-5FEE89CF1BB2}" srcOrd="0" destOrd="0" presId="urn:microsoft.com/office/officeart/2024/3/layout/verticalVisualTextBlock1"/>
    <dgm:cxn modelId="{C45211FA-4B5B-43FD-B62E-80C949D6B014}" type="presOf" srcId="{A8542EC5-4AD9-4144-AD2D-C850262841F1}" destId="{2F914BE1-0F7A-4726-8EA8-0F19671EA1E1}" srcOrd="0" destOrd="0" presId="urn:microsoft.com/office/officeart/2024/3/layout/verticalVisualTextBlock1"/>
    <dgm:cxn modelId="{2F725CFA-0926-4804-B7CF-14E4FA9AE39D}" srcId="{376F344A-8E0F-4919-81A8-925D56EF5412}" destId="{A8542EC5-4AD9-4144-AD2D-C850262841F1}" srcOrd="1" destOrd="0" parTransId="{914E47E4-6630-46E7-BF6E-3A7E16C9D0DE}" sibTransId="{AE1A8A87-748B-422B-A45B-C423B79FD8FE}"/>
    <dgm:cxn modelId="{822442FD-05CE-4BC9-B83E-8920F352F932}" type="presOf" srcId="{4613FC7B-6A49-4E31-AE49-53A477B56116}" destId="{2D1087F4-7255-4CAF-8DE4-04E7A0915403}" srcOrd="0" destOrd="0" presId="urn:microsoft.com/office/officeart/2024/3/layout/verticalVisualTextBlock1"/>
    <dgm:cxn modelId="{3CC8A5BE-A565-4382-A187-077702D903C3}" type="presParOf" srcId="{750BB89C-2AE4-4D2D-BED2-BAB48B1BD2C9}" destId="{55B49204-8D31-4234-B4A9-C2D5049A67BC}" srcOrd="0" destOrd="0" presId="urn:microsoft.com/office/officeart/2024/3/layout/verticalVisualTextBlock1"/>
    <dgm:cxn modelId="{EB9C96CE-78B2-49B4-8993-DF6A9A7DD9E1}" type="presParOf" srcId="{55B49204-8D31-4234-B4A9-C2D5049A67BC}" destId="{C96E3D6D-015F-4169-9ADD-E42848F8A74B}" srcOrd="0" destOrd="0" presId="urn:microsoft.com/office/officeart/2024/3/layout/verticalVisualTextBlock1"/>
    <dgm:cxn modelId="{F1B6F181-8DD3-4625-A7F7-DA580004FB83}" type="presParOf" srcId="{55B49204-8D31-4234-B4A9-C2D5049A67BC}" destId="{336D3238-F714-48C3-98CB-F8350174418D}" srcOrd="1" destOrd="0" presId="urn:microsoft.com/office/officeart/2024/3/layout/verticalVisualTextBlock1"/>
    <dgm:cxn modelId="{C480C25B-14CC-4356-998D-76D67F154046}" type="presParOf" srcId="{55B49204-8D31-4234-B4A9-C2D5049A67BC}" destId="{C9F1A2DE-8A6D-43ED-9449-0D1908846866}" srcOrd="2" destOrd="0" presId="urn:microsoft.com/office/officeart/2024/3/layout/verticalVisualTextBlock1"/>
    <dgm:cxn modelId="{103A3B12-B3C5-49F1-8F74-8D96D3C4B928}" type="presParOf" srcId="{750BB89C-2AE4-4D2D-BED2-BAB48B1BD2C9}" destId="{915A485C-2C40-4FA9-B11E-577B826E9782}" srcOrd="1" destOrd="0" presId="urn:microsoft.com/office/officeart/2024/3/layout/verticalVisualTextBlock1"/>
    <dgm:cxn modelId="{92BE083B-51BE-449B-A9CE-1AFED5774E69}" type="presParOf" srcId="{750BB89C-2AE4-4D2D-BED2-BAB48B1BD2C9}" destId="{F8E33EEF-528B-42EA-94AD-4A4113B36DE5}" srcOrd="2" destOrd="0" presId="urn:microsoft.com/office/officeart/2024/3/layout/verticalVisualTextBlock1"/>
    <dgm:cxn modelId="{5859DB2E-5BAA-4ECA-952B-894B4D343275}" type="presParOf" srcId="{F8E33EEF-528B-42EA-94AD-4A4113B36DE5}" destId="{E051DB15-5B18-466B-BA45-5E26BF5A24AA}" srcOrd="0" destOrd="0" presId="urn:microsoft.com/office/officeart/2024/3/layout/verticalVisualTextBlock1"/>
    <dgm:cxn modelId="{269E45B2-2906-4817-B0E5-0998D800A46B}" type="presParOf" srcId="{F8E33EEF-528B-42EA-94AD-4A4113B36DE5}" destId="{2F914BE1-0F7A-4726-8EA8-0F19671EA1E1}" srcOrd="1" destOrd="0" presId="urn:microsoft.com/office/officeart/2024/3/layout/verticalVisualTextBlock1"/>
    <dgm:cxn modelId="{EC1AF70E-4810-4799-B1AD-8F55EE8E20B6}" type="presParOf" srcId="{F8E33EEF-528B-42EA-94AD-4A4113B36DE5}" destId="{C13162BF-6A76-4D66-9D9C-B7DC5EA47AF9}" srcOrd="2" destOrd="0" presId="urn:microsoft.com/office/officeart/2024/3/layout/verticalVisualTextBlock1"/>
    <dgm:cxn modelId="{2DA73505-3C78-4C24-80C8-BDDC7752A697}" type="presParOf" srcId="{750BB89C-2AE4-4D2D-BED2-BAB48B1BD2C9}" destId="{6308DE14-0B2D-4A94-9304-5FEE89CF1BB2}" srcOrd="3" destOrd="0" presId="urn:microsoft.com/office/officeart/2024/3/layout/verticalVisualTextBlock1"/>
    <dgm:cxn modelId="{4C1A1B17-4E92-4C13-BF5F-9264B2EA23FC}" type="presParOf" srcId="{750BB89C-2AE4-4D2D-BED2-BAB48B1BD2C9}" destId="{DBEAE208-27F3-40A1-B46C-9959DCED78BC}" srcOrd="4" destOrd="0" presId="urn:microsoft.com/office/officeart/2024/3/layout/verticalVisualTextBlock1"/>
    <dgm:cxn modelId="{A92005D3-B25B-4078-8856-90911C7E00D7}" type="presParOf" srcId="{DBEAE208-27F3-40A1-B46C-9959DCED78BC}" destId="{4559EF1D-A07C-4B8F-94F0-FBE1A7852014}" srcOrd="0" destOrd="0" presId="urn:microsoft.com/office/officeart/2024/3/layout/verticalVisualTextBlock1"/>
    <dgm:cxn modelId="{BCAFB5F7-F964-4581-93F6-5BB454F30287}" type="presParOf" srcId="{DBEAE208-27F3-40A1-B46C-9959DCED78BC}" destId="{CC140567-449A-49ED-9243-AC7628866229}" srcOrd="1" destOrd="0" presId="urn:microsoft.com/office/officeart/2024/3/layout/verticalVisualTextBlock1"/>
    <dgm:cxn modelId="{B479D329-D0B9-4391-A4CD-FBF6E30BE9E8}" type="presParOf" srcId="{DBEAE208-27F3-40A1-B46C-9959DCED78BC}" destId="{2D1087F4-7255-4CAF-8DE4-04E7A0915403}" srcOrd="2" destOrd="0" presId="urn:microsoft.com/office/officeart/2024/3/layout/verticalVisualTextBlock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9AEBFA76-951A-4CB6-AA10-D90CFB705D23}" type="doc">
      <dgm:prSet loTypeId="urn:microsoft.com/office/officeart/2024/3/layout/verticalVisualTextBlock1" loCatId="Picture" qsTypeId="urn:microsoft.com/office/officeart/2005/8/quickstyle/simple4" qsCatId="simple" csTypeId="urn:microsoft.com/office/officeart/2005/8/colors/accent0_3" csCatId="mainScheme" phldr="1"/>
      <dgm:spPr/>
      <dgm:t>
        <a:bodyPr/>
        <a:lstStyle/>
        <a:p>
          <a:endParaRPr lang="en-US"/>
        </a:p>
      </dgm:t>
    </dgm:pt>
    <dgm:pt modelId="{1C1B1CEC-7BCA-401A-9F7E-2FE98C176761}">
      <dgm:prSet/>
      <dgm:spPr/>
      <dgm:t>
        <a:bodyPr/>
        <a:lstStyle/>
        <a:p>
          <a:pPr>
            <a:lnSpc>
              <a:spcPct val="100000"/>
            </a:lnSpc>
            <a:defRPr b="1"/>
          </a:pPr>
          <a:r>
            <a:rPr lang="en-US" dirty="0"/>
            <a:t>Protection of Data at REST</a:t>
          </a:r>
        </a:p>
      </dgm:t>
    </dgm:pt>
    <dgm:pt modelId="{F11E152D-6656-42E0-8382-95754F6DDB90}" type="parTrans" cxnId="{B32BEC36-4BB2-459D-B691-8EAF5E284259}">
      <dgm:prSet/>
      <dgm:spPr/>
      <dgm:t>
        <a:bodyPr/>
        <a:lstStyle/>
        <a:p>
          <a:endParaRPr lang="en-US"/>
        </a:p>
      </dgm:t>
    </dgm:pt>
    <dgm:pt modelId="{DDFD52AC-7C52-4525-AEEB-41B87DFCDE62}" type="sibTrans" cxnId="{B32BEC36-4BB2-459D-B691-8EAF5E284259}">
      <dgm:prSet/>
      <dgm:spPr/>
      <dgm:t>
        <a:bodyPr/>
        <a:lstStyle/>
        <a:p>
          <a:pPr>
            <a:lnSpc>
              <a:spcPct val="100000"/>
            </a:lnSpc>
            <a:defRPr b="1"/>
          </a:pPr>
          <a:endParaRPr lang="en-US"/>
        </a:p>
      </dgm:t>
    </dgm:pt>
    <dgm:pt modelId="{8509655B-9941-481B-AD88-ADCB95BCCBC0}">
      <dgm:prSet/>
      <dgm:spPr/>
      <dgm:t>
        <a:bodyPr/>
        <a:lstStyle/>
        <a:p>
          <a:pPr>
            <a:lnSpc>
              <a:spcPct val="100000"/>
            </a:lnSpc>
          </a:pPr>
          <a:r>
            <a:rPr lang="en-US" dirty="0"/>
            <a:t>TDE is used for Database Encryption, ensuring information stored in the database remains secure and inaccessible to unauthorized users.</a:t>
          </a:r>
        </a:p>
      </dgm:t>
    </dgm:pt>
    <dgm:pt modelId="{FCFF3944-8675-4D9F-A4C8-DC7EAFECB206}" type="parTrans" cxnId="{9B136ED7-9A05-40D0-B2C5-22CC5A4D90F6}">
      <dgm:prSet/>
      <dgm:spPr/>
      <dgm:t>
        <a:bodyPr/>
        <a:lstStyle/>
        <a:p>
          <a:endParaRPr lang="en-US"/>
        </a:p>
      </dgm:t>
    </dgm:pt>
    <dgm:pt modelId="{BF60360E-44AD-4EF2-B1B7-94EDF8EFD829}" type="sibTrans" cxnId="{9B136ED7-9A05-40D0-B2C5-22CC5A4D90F6}">
      <dgm:prSet/>
      <dgm:spPr/>
      <dgm:t>
        <a:bodyPr/>
        <a:lstStyle/>
        <a:p>
          <a:endParaRPr lang="en-US"/>
        </a:p>
      </dgm:t>
    </dgm:pt>
    <dgm:pt modelId="{FDB62BEB-DF49-46D6-A095-3009D29B4125}">
      <dgm:prSet/>
      <dgm:spPr/>
      <dgm:t>
        <a:bodyPr/>
        <a:lstStyle/>
        <a:p>
          <a:pPr>
            <a:lnSpc>
              <a:spcPct val="100000"/>
            </a:lnSpc>
            <a:defRPr b="1"/>
          </a:pPr>
          <a:r>
            <a:rPr lang="en-US" dirty="0"/>
            <a:t>Seamless Real-Time Encryption</a:t>
          </a:r>
        </a:p>
      </dgm:t>
    </dgm:pt>
    <dgm:pt modelId="{395833D3-54E3-4883-B33C-6C41BFC1E715}" type="parTrans" cxnId="{9BD16EFD-0CAE-47CE-9CD5-BD2836EE48C7}">
      <dgm:prSet/>
      <dgm:spPr/>
      <dgm:t>
        <a:bodyPr/>
        <a:lstStyle/>
        <a:p>
          <a:endParaRPr lang="en-US"/>
        </a:p>
      </dgm:t>
    </dgm:pt>
    <dgm:pt modelId="{571CF0D2-8551-4CBF-8769-98E83FB308A7}" type="sibTrans" cxnId="{9BD16EFD-0CAE-47CE-9CD5-BD2836EE48C7}">
      <dgm:prSet/>
      <dgm:spPr/>
      <dgm:t>
        <a:bodyPr/>
        <a:lstStyle/>
        <a:p>
          <a:pPr>
            <a:lnSpc>
              <a:spcPct val="100000"/>
            </a:lnSpc>
            <a:defRPr b="1"/>
          </a:pPr>
          <a:endParaRPr lang="en-US"/>
        </a:p>
      </dgm:t>
    </dgm:pt>
    <dgm:pt modelId="{139C866B-2414-4F8B-81FE-C709BB928D71}">
      <dgm:prSet/>
      <dgm:spPr/>
      <dgm:t>
        <a:bodyPr/>
        <a:lstStyle/>
        <a:p>
          <a:pPr>
            <a:lnSpc>
              <a:spcPct val="100000"/>
            </a:lnSpc>
          </a:pPr>
          <a:r>
            <a:rPr lang="en-US" dirty="0"/>
            <a:t>Data and log files are encrypted in real-time without the need for application modifications, simplifying deployment.</a:t>
          </a:r>
        </a:p>
      </dgm:t>
    </dgm:pt>
    <dgm:pt modelId="{930AD40C-71C9-4957-99BF-11641506D9C0}" type="parTrans" cxnId="{5D09DBB4-ECCC-4090-8AAB-3B313153B480}">
      <dgm:prSet/>
      <dgm:spPr/>
      <dgm:t>
        <a:bodyPr/>
        <a:lstStyle/>
        <a:p>
          <a:endParaRPr lang="en-US"/>
        </a:p>
      </dgm:t>
    </dgm:pt>
    <dgm:pt modelId="{84C69005-60CD-4589-B75F-5B9946938E27}" type="sibTrans" cxnId="{5D09DBB4-ECCC-4090-8AAB-3B313153B480}">
      <dgm:prSet/>
      <dgm:spPr/>
      <dgm:t>
        <a:bodyPr/>
        <a:lstStyle/>
        <a:p>
          <a:endParaRPr lang="en-US"/>
        </a:p>
      </dgm:t>
    </dgm:pt>
    <dgm:pt modelId="{81A66E01-9509-4B5A-A07C-DFD593D83A27}">
      <dgm:prSet/>
      <dgm:spPr/>
      <dgm:t>
        <a:bodyPr/>
        <a:lstStyle/>
        <a:p>
          <a:pPr>
            <a:lnSpc>
              <a:spcPct val="100000"/>
            </a:lnSpc>
            <a:defRPr b="1"/>
          </a:pPr>
          <a:r>
            <a:rPr lang="en-US" dirty="0"/>
            <a:t>Master Key and Certificates</a:t>
          </a:r>
        </a:p>
      </dgm:t>
    </dgm:pt>
    <dgm:pt modelId="{BC8E6A4A-11E9-432F-A24A-D5CE8CAB8D9D}" type="parTrans" cxnId="{D22B1A3B-B1F3-4E70-A0A5-60F3E7EE535C}">
      <dgm:prSet/>
      <dgm:spPr/>
      <dgm:t>
        <a:bodyPr/>
        <a:lstStyle/>
        <a:p>
          <a:endParaRPr lang="en-US"/>
        </a:p>
      </dgm:t>
    </dgm:pt>
    <dgm:pt modelId="{82EF1002-822E-4D5C-BD16-F8044785A266}" type="sibTrans" cxnId="{D22B1A3B-B1F3-4E70-A0A5-60F3E7EE535C}">
      <dgm:prSet/>
      <dgm:spPr/>
      <dgm:t>
        <a:bodyPr/>
        <a:lstStyle/>
        <a:p>
          <a:endParaRPr lang="en-US"/>
        </a:p>
      </dgm:t>
    </dgm:pt>
    <dgm:pt modelId="{D5BE3A98-7165-4E85-AD49-68C28D46C0B5}">
      <dgm:prSet/>
      <dgm:spPr/>
      <dgm:t>
        <a:bodyPr/>
        <a:lstStyle/>
        <a:p>
          <a:pPr>
            <a:lnSpc>
              <a:spcPct val="100000"/>
            </a:lnSpc>
          </a:pPr>
          <a:r>
            <a:rPr lang="en-US" dirty="0"/>
            <a:t>TDE leverages a master key and certificates to manage encryption, ensuring compliance and enhancing security protocols.</a:t>
          </a:r>
        </a:p>
      </dgm:t>
    </dgm:pt>
    <dgm:pt modelId="{C682674C-0EC7-42B2-800F-16997CD6FAB8}" type="parTrans" cxnId="{5FDE64BD-992F-4DEF-9B53-8B039E01D0FD}">
      <dgm:prSet/>
      <dgm:spPr/>
      <dgm:t>
        <a:bodyPr/>
        <a:lstStyle/>
        <a:p>
          <a:endParaRPr lang="en-US"/>
        </a:p>
      </dgm:t>
    </dgm:pt>
    <dgm:pt modelId="{DE73A22B-448C-44AE-93EA-E71F275BAF04}" type="sibTrans" cxnId="{5FDE64BD-992F-4DEF-9B53-8B039E01D0FD}">
      <dgm:prSet/>
      <dgm:spPr/>
      <dgm:t>
        <a:bodyPr/>
        <a:lstStyle/>
        <a:p>
          <a:endParaRPr lang="en-US"/>
        </a:p>
      </dgm:t>
    </dgm:pt>
    <dgm:pt modelId="{B9F2AC60-BA41-4229-A155-8F830676E728}" type="pres">
      <dgm:prSet presAssocID="{9AEBFA76-951A-4CB6-AA10-D90CFB705D23}" presName="Root" presStyleCnt="0">
        <dgm:presLayoutVars>
          <dgm:dir/>
          <dgm:resizeHandles val="exact"/>
        </dgm:presLayoutVars>
      </dgm:prSet>
      <dgm:spPr/>
    </dgm:pt>
    <dgm:pt modelId="{789054AF-E876-43D9-8CC2-AB06AD18838B}" type="pres">
      <dgm:prSet presAssocID="{1C1B1CEC-7BCA-401A-9F7E-2FE98C176761}" presName="Composite" presStyleCnt="0"/>
      <dgm:spPr/>
    </dgm:pt>
    <dgm:pt modelId="{2CFA8B4F-00D4-4B2F-8161-4FB0688C8D2F}" type="pres">
      <dgm:prSet presAssocID="{1C1B1CEC-7BCA-401A-9F7E-2FE98C176761}" presName="Picture" presStyleLbl="nod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l="21334" r="10912" b="-5"/>
          <a:stretch/>
        </a:blipFill>
      </dgm:spPr>
      <dgm:extLst>
        <a:ext uri="{E40237B7-FDA0-4F09-8148-C483321AD2D9}">
          <dgm14:cNvPr xmlns:dgm14="http://schemas.microsoft.com/office/drawing/2010/diagram" id="0" name="" descr="3D Server with padlock - Data base concept"/>
        </a:ext>
      </dgm:extLst>
    </dgm:pt>
    <dgm:pt modelId="{85678378-F6A6-486A-8E9B-B0013B2134EA}" type="pres">
      <dgm:prSet presAssocID="{1C1B1CEC-7BCA-401A-9F7E-2FE98C176761}" presName="Subtitle" presStyleLbl="revTx" presStyleIdx="0" presStyleCnt="6">
        <dgm:presLayoutVars>
          <dgm:chMax val="0"/>
          <dgm:bulletEnabled/>
        </dgm:presLayoutVars>
      </dgm:prSet>
      <dgm:spPr/>
    </dgm:pt>
    <dgm:pt modelId="{087A9538-B309-4FDD-A7DB-0CDF59BE5CD6}" type="pres">
      <dgm:prSet presAssocID="{1C1B1CEC-7BCA-401A-9F7E-2FE98C176761}" presName="Description" presStyleLbl="revTx" presStyleIdx="1" presStyleCnt="6">
        <dgm:presLayoutVars>
          <dgm:bulletEnabled/>
        </dgm:presLayoutVars>
      </dgm:prSet>
      <dgm:spPr/>
    </dgm:pt>
    <dgm:pt modelId="{492342A4-FACF-4E21-A455-8313D74A181B}" type="pres">
      <dgm:prSet presAssocID="{DDFD52AC-7C52-4525-AEEB-41B87DFCDE62}" presName="sibTrans" presStyleLbl="sibTrans2D1" presStyleIdx="0" presStyleCnt="0"/>
      <dgm:spPr/>
    </dgm:pt>
    <dgm:pt modelId="{1028557F-7CF1-4E12-B410-58E79A93048B}" type="pres">
      <dgm:prSet presAssocID="{FDB62BEB-DF49-46D6-A095-3009D29B4125}" presName="Composite" presStyleCnt="0"/>
      <dgm:spPr/>
    </dgm:pt>
    <dgm:pt modelId="{5E11FCFA-4D9F-427D-A7DE-F8533D4C9048}" type="pres">
      <dgm:prSet presAssocID="{FDB62BEB-DF49-46D6-A095-3009D29B4125}" presName="Picture" presStyleLbl="nod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l="26930" r="16817" b="-6"/>
          <a:stretch/>
        </a:blipFill>
      </dgm:spPr>
      <dgm:extLst>
        <a:ext uri="{E40237B7-FDA0-4F09-8148-C483321AD2D9}">
          <dgm14:cNvPr xmlns:dgm14="http://schemas.microsoft.com/office/drawing/2010/diagram" id="0" name="" descr="Abstract Battery supply digital concept"/>
        </a:ext>
      </dgm:extLst>
    </dgm:pt>
    <dgm:pt modelId="{67198410-A663-4C11-9392-14A34CEE55BD}" type="pres">
      <dgm:prSet presAssocID="{FDB62BEB-DF49-46D6-A095-3009D29B4125}" presName="Subtitle" presStyleLbl="revTx" presStyleIdx="2" presStyleCnt="6">
        <dgm:presLayoutVars>
          <dgm:chMax val="0"/>
          <dgm:bulletEnabled/>
        </dgm:presLayoutVars>
      </dgm:prSet>
      <dgm:spPr/>
    </dgm:pt>
    <dgm:pt modelId="{7C5C9BBD-F5A1-48D9-B5E3-BAD3DDC63FDD}" type="pres">
      <dgm:prSet presAssocID="{FDB62BEB-DF49-46D6-A095-3009D29B4125}" presName="Description" presStyleLbl="revTx" presStyleIdx="3" presStyleCnt="6">
        <dgm:presLayoutVars>
          <dgm:bulletEnabled/>
        </dgm:presLayoutVars>
      </dgm:prSet>
      <dgm:spPr/>
    </dgm:pt>
    <dgm:pt modelId="{6B2C8EAB-A1F1-40A6-9D0B-B84C8895866C}" type="pres">
      <dgm:prSet presAssocID="{571CF0D2-8551-4CBF-8769-98E83FB308A7}" presName="sibTrans" presStyleLbl="sibTrans2D1" presStyleIdx="0" presStyleCnt="0"/>
      <dgm:spPr/>
    </dgm:pt>
    <dgm:pt modelId="{88900781-3CA2-4C31-B099-17AC26C1627E}" type="pres">
      <dgm:prSet presAssocID="{81A66E01-9509-4B5A-A07C-DFD593D83A27}" presName="Composite" presStyleCnt="0"/>
      <dgm:spPr/>
    </dgm:pt>
    <dgm:pt modelId="{DB2F9BF9-C689-4254-A01B-BCFC15358259}" type="pres">
      <dgm:prSet presAssocID="{81A66E01-9509-4B5A-A07C-DFD593D83A27}" presName="Picture" presStyleLbl="nod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l="16332" r="7923" b="6"/>
          <a:stretch/>
        </a:blipFill>
      </dgm:spPr>
      <dgm:extLst>
        <a:ext uri="{E40237B7-FDA0-4F09-8148-C483321AD2D9}">
          <dgm14:cNvPr xmlns:dgm14="http://schemas.microsoft.com/office/drawing/2010/diagram" id="0" name="" descr="Human hands making a frame shape"/>
        </a:ext>
      </dgm:extLst>
    </dgm:pt>
    <dgm:pt modelId="{A96BA13E-0F8D-4F01-A4BD-24A121D2CABD}" type="pres">
      <dgm:prSet presAssocID="{81A66E01-9509-4B5A-A07C-DFD593D83A27}" presName="Subtitle" presStyleLbl="revTx" presStyleIdx="4" presStyleCnt="6">
        <dgm:presLayoutVars>
          <dgm:chMax val="0"/>
          <dgm:bulletEnabled/>
        </dgm:presLayoutVars>
      </dgm:prSet>
      <dgm:spPr/>
    </dgm:pt>
    <dgm:pt modelId="{382DFB0A-97C5-4ED0-8A41-D8E05D80A140}" type="pres">
      <dgm:prSet presAssocID="{81A66E01-9509-4B5A-A07C-DFD593D83A27}" presName="Description" presStyleLbl="revTx" presStyleIdx="5" presStyleCnt="6">
        <dgm:presLayoutVars>
          <dgm:bulletEnabled/>
        </dgm:presLayoutVars>
      </dgm:prSet>
      <dgm:spPr/>
    </dgm:pt>
  </dgm:ptLst>
  <dgm:cxnLst>
    <dgm:cxn modelId="{38903B14-673E-4B0E-B60E-99465B4D49F5}" type="presOf" srcId="{8509655B-9941-481B-AD88-ADCB95BCCBC0}" destId="{087A9538-B309-4FDD-A7DB-0CDF59BE5CD6}" srcOrd="0" destOrd="0" presId="urn:microsoft.com/office/officeart/2024/3/layout/verticalVisualTextBlock1"/>
    <dgm:cxn modelId="{B32BEC36-4BB2-459D-B691-8EAF5E284259}" srcId="{9AEBFA76-951A-4CB6-AA10-D90CFB705D23}" destId="{1C1B1CEC-7BCA-401A-9F7E-2FE98C176761}" srcOrd="0" destOrd="0" parTransId="{F11E152D-6656-42E0-8382-95754F6DDB90}" sibTransId="{DDFD52AC-7C52-4525-AEEB-41B87DFCDE62}"/>
    <dgm:cxn modelId="{D22B1A3B-B1F3-4E70-A0A5-60F3E7EE535C}" srcId="{9AEBFA76-951A-4CB6-AA10-D90CFB705D23}" destId="{81A66E01-9509-4B5A-A07C-DFD593D83A27}" srcOrd="2" destOrd="0" parTransId="{BC8E6A4A-11E9-432F-A24A-D5CE8CAB8D9D}" sibTransId="{82EF1002-822E-4D5C-BD16-F8044785A266}"/>
    <dgm:cxn modelId="{FF091945-955C-41B9-A316-145CFE47B051}" type="presOf" srcId="{139C866B-2414-4F8B-81FE-C709BB928D71}" destId="{7C5C9BBD-F5A1-48D9-B5E3-BAD3DDC63FDD}" srcOrd="0" destOrd="0" presId="urn:microsoft.com/office/officeart/2024/3/layout/verticalVisualTextBlock1"/>
    <dgm:cxn modelId="{D6F12A97-9DB9-4C64-8DB3-5292BD41553A}" type="presOf" srcId="{1C1B1CEC-7BCA-401A-9F7E-2FE98C176761}" destId="{85678378-F6A6-486A-8E9B-B0013B2134EA}" srcOrd="0" destOrd="0" presId="urn:microsoft.com/office/officeart/2024/3/layout/verticalVisualTextBlock1"/>
    <dgm:cxn modelId="{937DB89C-E6B6-4F9A-89D5-7C44B8455B3B}" type="presOf" srcId="{FDB62BEB-DF49-46D6-A095-3009D29B4125}" destId="{67198410-A663-4C11-9392-14A34CEE55BD}" srcOrd="0" destOrd="0" presId="urn:microsoft.com/office/officeart/2024/3/layout/verticalVisualTextBlock1"/>
    <dgm:cxn modelId="{5D09DBB4-ECCC-4090-8AAB-3B313153B480}" srcId="{FDB62BEB-DF49-46D6-A095-3009D29B4125}" destId="{139C866B-2414-4F8B-81FE-C709BB928D71}" srcOrd="0" destOrd="0" parTransId="{930AD40C-71C9-4957-99BF-11641506D9C0}" sibTransId="{84C69005-60CD-4589-B75F-5B9946938E27}"/>
    <dgm:cxn modelId="{5B45FBB6-4DA5-4912-ABE8-00E1F1494AB2}" type="presOf" srcId="{81A66E01-9509-4B5A-A07C-DFD593D83A27}" destId="{A96BA13E-0F8D-4F01-A4BD-24A121D2CABD}" srcOrd="0" destOrd="0" presId="urn:microsoft.com/office/officeart/2024/3/layout/verticalVisualTextBlock1"/>
    <dgm:cxn modelId="{5FDE64BD-992F-4DEF-9B53-8B039E01D0FD}" srcId="{81A66E01-9509-4B5A-A07C-DFD593D83A27}" destId="{D5BE3A98-7165-4E85-AD49-68C28D46C0B5}" srcOrd="0" destOrd="0" parTransId="{C682674C-0EC7-42B2-800F-16997CD6FAB8}" sibTransId="{DE73A22B-448C-44AE-93EA-E71F275BAF04}"/>
    <dgm:cxn modelId="{9B136ED7-9A05-40D0-B2C5-22CC5A4D90F6}" srcId="{1C1B1CEC-7BCA-401A-9F7E-2FE98C176761}" destId="{8509655B-9941-481B-AD88-ADCB95BCCBC0}" srcOrd="0" destOrd="0" parTransId="{FCFF3944-8675-4D9F-A4C8-DC7EAFECB206}" sibTransId="{BF60360E-44AD-4EF2-B1B7-94EDF8EFD829}"/>
    <dgm:cxn modelId="{6F14C7D8-F726-4918-9EFD-5E087B013908}" type="presOf" srcId="{D5BE3A98-7165-4E85-AD49-68C28D46C0B5}" destId="{382DFB0A-97C5-4ED0-8A41-D8E05D80A140}" srcOrd="0" destOrd="0" presId="urn:microsoft.com/office/officeart/2024/3/layout/verticalVisualTextBlock1"/>
    <dgm:cxn modelId="{5669E3DC-6C29-41C0-97FD-B17CB7B744A0}" type="presOf" srcId="{9AEBFA76-951A-4CB6-AA10-D90CFB705D23}" destId="{B9F2AC60-BA41-4229-A155-8F830676E728}" srcOrd="0" destOrd="0" presId="urn:microsoft.com/office/officeart/2024/3/layout/verticalVisualTextBlock1"/>
    <dgm:cxn modelId="{884A31F5-5D8A-4C72-97B2-477C3A63777A}" type="presOf" srcId="{571CF0D2-8551-4CBF-8769-98E83FB308A7}" destId="{6B2C8EAB-A1F1-40A6-9D0B-B84C8895866C}" srcOrd="0" destOrd="0" presId="urn:microsoft.com/office/officeart/2024/3/layout/verticalVisualTextBlock1"/>
    <dgm:cxn modelId="{484EFDFC-A373-4B22-92A2-61E1299EF604}" type="presOf" srcId="{DDFD52AC-7C52-4525-AEEB-41B87DFCDE62}" destId="{492342A4-FACF-4E21-A455-8313D74A181B}" srcOrd="0" destOrd="0" presId="urn:microsoft.com/office/officeart/2024/3/layout/verticalVisualTextBlock1"/>
    <dgm:cxn modelId="{9BD16EFD-0CAE-47CE-9CD5-BD2836EE48C7}" srcId="{9AEBFA76-951A-4CB6-AA10-D90CFB705D23}" destId="{FDB62BEB-DF49-46D6-A095-3009D29B4125}" srcOrd="1" destOrd="0" parTransId="{395833D3-54E3-4883-B33C-6C41BFC1E715}" sibTransId="{571CF0D2-8551-4CBF-8769-98E83FB308A7}"/>
    <dgm:cxn modelId="{881B1A58-9624-465E-A7F9-E02DEC79C070}" type="presParOf" srcId="{B9F2AC60-BA41-4229-A155-8F830676E728}" destId="{789054AF-E876-43D9-8CC2-AB06AD18838B}" srcOrd="0" destOrd="0" presId="urn:microsoft.com/office/officeart/2024/3/layout/verticalVisualTextBlock1"/>
    <dgm:cxn modelId="{BF25E7B3-4592-438B-BB5D-AE015833F34F}" type="presParOf" srcId="{789054AF-E876-43D9-8CC2-AB06AD18838B}" destId="{2CFA8B4F-00D4-4B2F-8161-4FB0688C8D2F}" srcOrd="0" destOrd="0" presId="urn:microsoft.com/office/officeart/2024/3/layout/verticalVisualTextBlock1"/>
    <dgm:cxn modelId="{133C7D28-CF45-4CD9-BAEF-53A00E7FA6F4}" type="presParOf" srcId="{789054AF-E876-43D9-8CC2-AB06AD18838B}" destId="{85678378-F6A6-486A-8E9B-B0013B2134EA}" srcOrd="1" destOrd="0" presId="urn:microsoft.com/office/officeart/2024/3/layout/verticalVisualTextBlock1"/>
    <dgm:cxn modelId="{FBECF562-A2D1-4447-97F1-1C2685EFF33E}" type="presParOf" srcId="{789054AF-E876-43D9-8CC2-AB06AD18838B}" destId="{087A9538-B309-4FDD-A7DB-0CDF59BE5CD6}" srcOrd="2" destOrd="0" presId="urn:microsoft.com/office/officeart/2024/3/layout/verticalVisualTextBlock1"/>
    <dgm:cxn modelId="{9348824B-B8C4-440F-8108-24057A960A37}" type="presParOf" srcId="{B9F2AC60-BA41-4229-A155-8F830676E728}" destId="{492342A4-FACF-4E21-A455-8313D74A181B}" srcOrd="1" destOrd="0" presId="urn:microsoft.com/office/officeart/2024/3/layout/verticalVisualTextBlock1"/>
    <dgm:cxn modelId="{D219C6D0-965C-4820-8851-C906D909654D}" type="presParOf" srcId="{B9F2AC60-BA41-4229-A155-8F830676E728}" destId="{1028557F-7CF1-4E12-B410-58E79A93048B}" srcOrd="2" destOrd="0" presId="urn:microsoft.com/office/officeart/2024/3/layout/verticalVisualTextBlock1"/>
    <dgm:cxn modelId="{A666562C-6E00-4F5D-8856-6C5D63B91D4E}" type="presParOf" srcId="{1028557F-7CF1-4E12-B410-58E79A93048B}" destId="{5E11FCFA-4D9F-427D-A7DE-F8533D4C9048}" srcOrd="0" destOrd="0" presId="urn:microsoft.com/office/officeart/2024/3/layout/verticalVisualTextBlock1"/>
    <dgm:cxn modelId="{B6EE29CC-9CDD-4A91-9DCD-56CFA6B5BD30}" type="presParOf" srcId="{1028557F-7CF1-4E12-B410-58E79A93048B}" destId="{67198410-A663-4C11-9392-14A34CEE55BD}" srcOrd="1" destOrd="0" presId="urn:microsoft.com/office/officeart/2024/3/layout/verticalVisualTextBlock1"/>
    <dgm:cxn modelId="{2594A44C-CB73-4612-AC8A-8D7DA0636585}" type="presParOf" srcId="{1028557F-7CF1-4E12-B410-58E79A93048B}" destId="{7C5C9BBD-F5A1-48D9-B5E3-BAD3DDC63FDD}" srcOrd="2" destOrd="0" presId="urn:microsoft.com/office/officeart/2024/3/layout/verticalVisualTextBlock1"/>
    <dgm:cxn modelId="{E767197F-44E4-45FD-A8F1-B55BD0602534}" type="presParOf" srcId="{B9F2AC60-BA41-4229-A155-8F830676E728}" destId="{6B2C8EAB-A1F1-40A6-9D0B-B84C8895866C}" srcOrd="3" destOrd="0" presId="urn:microsoft.com/office/officeart/2024/3/layout/verticalVisualTextBlock1"/>
    <dgm:cxn modelId="{0437CBCD-6468-4FFE-8F64-ECF1D44138AC}" type="presParOf" srcId="{B9F2AC60-BA41-4229-A155-8F830676E728}" destId="{88900781-3CA2-4C31-B099-17AC26C1627E}" srcOrd="4" destOrd="0" presId="urn:microsoft.com/office/officeart/2024/3/layout/verticalVisualTextBlock1"/>
    <dgm:cxn modelId="{012137B8-56D1-40AB-A216-FB002586CC08}" type="presParOf" srcId="{88900781-3CA2-4C31-B099-17AC26C1627E}" destId="{DB2F9BF9-C689-4254-A01B-BCFC15358259}" srcOrd="0" destOrd="0" presId="urn:microsoft.com/office/officeart/2024/3/layout/verticalVisualTextBlock1"/>
    <dgm:cxn modelId="{35EA3EF4-2883-4BD7-8B5E-52F7EF9070AD}" type="presParOf" srcId="{88900781-3CA2-4C31-B099-17AC26C1627E}" destId="{A96BA13E-0F8D-4F01-A4BD-24A121D2CABD}" srcOrd="1" destOrd="0" presId="urn:microsoft.com/office/officeart/2024/3/layout/verticalVisualTextBlock1"/>
    <dgm:cxn modelId="{51FC329B-B48C-49D9-9163-CBA314448A81}" type="presParOf" srcId="{88900781-3CA2-4C31-B099-17AC26C1627E}" destId="{382DFB0A-97C5-4ED0-8A41-D8E05D80A140}" srcOrd="2" destOrd="0" presId="urn:microsoft.com/office/officeart/2024/3/layout/verticalVisualTextBlock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CC7BB214-46A2-4C3D-A82B-73A5F5C97D2D}" type="doc">
      <dgm:prSet loTypeId="urn:microsoft.com/office/officeart/2024/3/layout/verticalVisualTextBlock1" loCatId="Picture" qsTypeId="urn:microsoft.com/office/officeart/2005/8/quickstyle/simple4" qsCatId="simple" csTypeId="urn:microsoft.com/office/officeart/2005/8/colors/accent0_2" csCatId="mainScheme" phldr="1"/>
      <dgm:spPr/>
      <dgm:t>
        <a:bodyPr/>
        <a:lstStyle/>
        <a:p>
          <a:endParaRPr lang="en-US"/>
        </a:p>
      </dgm:t>
    </dgm:pt>
    <dgm:pt modelId="{00072400-7C4F-4864-83A0-FB7F78FA2C3E}">
      <dgm:prSet/>
      <dgm:spPr/>
      <dgm:t>
        <a:bodyPr/>
        <a:lstStyle/>
        <a:p>
          <a:pPr>
            <a:lnSpc>
              <a:spcPct val="100000"/>
            </a:lnSpc>
            <a:defRPr b="1"/>
          </a:pPr>
          <a:r>
            <a:rPr lang="en-US" dirty="0"/>
            <a:t>Protecting Sensitive Data</a:t>
          </a:r>
        </a:p>
      </dgm:t>
    </dgm:pt>
    <dgm:pt modelId="{44DF7003-D7C5-4000-B56E-67FAEA5E70AE}" type="parTrans" cxnId="{2AFB3333-CADC-4EF3-910C-38EE5D0D67BB}">
      <dgm:prSet/>
      <dgm:spPr/>
      <dgm:t>
        <a:bodyPr/>
        <a:lstStyle/>
        <a:p>
          <a:endParaRPr lang="en-US"/>
        </a:p>
      </dgm:t>
    </dgm:pt>
    <dgm:pt modelId="{51062A21-BB0B-4819-A12E-28E2B33A03FC}" type="sibTrans" cxnId="{2AFB3333-CADC-4EF3-910C-38EE5D0D67BB}">
      <dgm:prSet/>
      <dgm:spPr/>
      <dgm:t>
        <a:bodyPr/>
        <a:lstStyle/>
        <a:p>
          <a:pPr>
            <a:lnSpc>
              <a:spcPct val="100000"/>
            </a:lnSpc>
            <a:defRPr b="1"/>
          </a:pPr>
          <a:endParaRPr lang="en-US"/>
        </a:p>
      </dgm:t>
    </dgm:pt>
    <dgm:pt modelId="{ACBFFDE1-20C5-40EE-88A1-4C9EEE2FF761}">
      <dgm:prSet/>
      <dgm:spPr/>
      <dgm:t>
        <a:bodyPr/>
        <a:lstStyle/>
        <a:p>
          <a:pPr>
            <a:lnSpc>
              <a:spcPct val="100000"/>
            </a:lnSpc>
          </a:pPr>
          <a:r>
            <a:rPr lang="en-US" dirty="0"/>
            <a:t>Data masking secures private information in testing and development, reducing the risk of exposure in non-production environments.</a:t>
          </a:r>
        </a:p>
      </dgm:t>
    </dgm:pt>
    <dgm:pt modelId="{9FA804EB-96AF-497D-B699-0CAAA7883A76}" type="parTrans" cxnId="{5A7523E2-F410-43BA-A1F4-9E70EF839B80}">
      <dgm:prSet/>
      <dgm:spPr/>
      <dgm:t>
        <a:bodyPr/>
        <a:lstStyle/>
        <a:p>
          <a:endParaRPr lang="en-US"/>
        </a:p>
      </dgm:t>
    </dgm:pt>
    <dgm:pt modelId="{9828E1FB-045F-41E2-AF47-095C549A3230}" type="sibTrans" cxnId="{5A7523E2-F410-43BA-A1F4-9E70EF839B80}">
      <dgm:prSet/>
      <dgm:spPr/>
      <dgm:t>
        <a:bodyPr/>
        <a:lstStyle/>
        <a:p>
          <a:endParaRPr lang="en-US"/>
        </a:p>
      </dgm:t>
    </dgm:pt>
    <dgm:pt modelId="{A4A8AB33-0E9E-4600-B4B4-DE23DAEEDEAA}">
      <dgm:prSet/>
      <dgm:spPr/>
      <dgm:t>
        <a:bodyPr/>
        <a:lstStyle/>
        <a:p>
          <a:pPr>
            <a:lnSpc>
              <a:spcPct val="100000"/>
            </a:lnSpc>
            <a:defRPr b="1"/>
          </a:pPr>
          <a:r>
            <a:rPr lang="en-US" dirty="0"/>
            <a:t>Regulatory Compliance</a:t>
          </a:r>
        </a:p>
      </dgm:t>
    </dgm:pt>
    <dgm:pt modelId="{6396804D-4392-4626-8534-D0BCE410D9D4}" type="parTrans" cxnId="{A403D2ED-B97A-44AC-BC5C-A57BF5BDB801}">
      <dgm:prSet/>
      <dgm:spPr/>
      <dgm:t>
        <a:bodyPr/>
        <a:lstStyle/>
        <a:p>
          <a:endParaRPr lang="en-US"/>
        </a:p>
      </dgm:t>
    </dgm:pt>
    <dgm:pt modelId="{23635F66-FE65-474D-9DDC-5EC84D62E200}" type="sibTrans" cxnId="{A403D2ED-B97A-44AC-BC5C-A57BF5BDB801}">
      <dgm:prSet/>
      <dgm:spPr/>
      <dgm:t>
        <a:bodyPr/>
        <a:lstStyle/>
        <a:p>
          <a:pPr>
            <a:lnSpc>
              <a:spcPct val="100000"/>
            </a:lnSpc>
            <a:defRPr b="1"/>
          </a:pPr>
          <a:endParaRPr lang="en-US"/>
        </a:p>
      </dgm:t>
    </dgm:pt>
    <dgm:pt modelId="{8D35B9BA-52E4-43CE-82DD-3185B9786A63}">
      <dgm:prSet/>
      <dgm:spPr/>
      <dgm:t>
        <a:bodyPr/>
        <a:lstStyle/>
        <a:p>
          <a:pPr>
            <a:lnSpc>
              <a:spcPct val="100000"/>
            </a:lnSpc>
          </a:pPr>
          <a:r>
            <a:rPr lang="en-US" dirty="0"/>
            <a:t>Complying with regulations like GDPR and HIPAA is crucial, making data masking a legal necessity for personal and financial data.</a:t>
          </a:r>
        </a:p>
      </dgm:t>
    </dgm:pt>
    <dgm:pt modelId="{B04C8717-D479-48C0-85AF-A59520C69F7E}" type="parTrans" cxnId="{8A0CCB51-ECE4-4BA9-9542-753F9E78DB2F}">
      <dgm:prSet/>
      <dgm:spPr/>
      <dgm:t>
        <a:bodyPr/>
        <a:lstStyle/>
        <a:p>
          <a:endParaRPr lang="en-US"/>
        </a:p>
      </dgm:t>
    </dgm:pt>
    <dgm:pt modelId="{5338A0C9-0CB8-47C3-A0C3-6C6DF2145978}" type="sibTrans" cxnId="{8A0CCB51-ECE4-4BA9-9542-753F9E78DB2F}">
      <dgm:prSet/>
      <dgm:spPr/>
      <dgm:t>
        <a:bodyPr/>
        <a:lstStyle/>
        <a:p>
          <a:endParaRPr lang="en-US"/>
        </a:p>
      </dgm:t>
    </dgm:pt>
    <dgm:pt modelId="{9F27152E-BC63-4633-92D6-E3DA26C73B49}">
      <dgm:prSet/>
      <dgm:spPr/>
      <dgm:t>
        <a:bodyPr/>
        <a:lstStyle/>
        <a:p>
          <a:pPr>
            <a:lnSpc>
              <a:spcPct val="100000"/>
            </a:lnSpc>
            <a:defRPr b="1"/>
          </a:pPr>
          <a:r>
            <a:rPr lang="en-US" dirty="0"/>
            <a:t>Preventing Unauthorized Access</a:t>
          </a:r>
        </a:p>
      </dgm:t>
    </dgm:pt>
    <dgm:pt modelId="{0F23DC25-22B0-419C-8D64-F54A4B0C884D}" type="parTrans" cxnId="{315DFAD3-ED17-43EA-B083-A414A1554109}">
      <dgm:prSet/>
      <dgm:spPr/>
      <dgm:t>
        <a:bodyPr/>
        <a:lstStyle/>
        <a:p>
          <a:endParaRPr lang="en-US"/>
        </a:p>
      </dgm:t>
    </dgm:pt>
    <dgm:pt modelId="{C794BB94-86F0-4950-8666-021CEBD86A2B}" type="sibTrans" cxnId="{315DFAD3-ED17-43EA-B083-A414A1554109}">
      <dgm:prSet/>
      <dgm:spPr/>
      <dgm:t>
        <a:bodyPr/>
        <a:lstStyle/>
        <a:p>
          <a:endParaRPr lang="en-US"/>
        </a:p>
      </dgm:t>
    </dgm:pt>
    <dgm:pt modelId="{802E13B7-6C2B-4D12-BBC0-E08663AE57F2}">
      <dgm:prSet/>
      <dgm:spPr/>
      <dgm:t>
        <a:bodyPr/>
        <a:lstStyle/>
        <a:p>
          <a:pPr>
            <a:lnSpc>
              <a:spcPct val="100000"/>
            </a:lnSpc>
          </a:pPr>
          <a:r>
            <a:rPr lang="en-US" dirty="0"/>
            <a:t>Obscuring identifiable data in reports and analytics reduces the chances of unauthorized access or misuse by internal or external actors.</a:t>
          </a:r>
        </a:p>
      </dgm:t>
    </dgm:pt>
    <dgm:pt modelId="{FD94A9A1-37DD-4C43-B3F0-60753FF387B5}" type="parTrans" cxnId="{D7FADECF-FDDA-4280-8ADC-AD18C3D78069}">
      <dgm:prSet/>
      <dgm:spPr/>
      <dgm:t>
        <a:bodyPr/>
        <a:lstStyle/>
        <a:p>
          <a:endParaRPr lang="en-US"/>
        </a:p>
      </dgm:t>
    </dgm:pt>
    <dgm:pt modelId="{B6608ADA-3ACE-4B90-9BB1-6938F0B74E29}" type="sibTrans" cxnId="{D7FADECF-FDDA-4280-8ADC-AD18C3D78069}">
      <dgm:prSet/>
      <dgm:spPr/>
      <dgm:t>
        <a:bodyPr/>
        <a:lstStyle/>
        <a:p>
          <a:endParaRPr lang="en-US"/>
        </a:p>
      </dgm:t>
    </dgm:pt>
    <dgm:pt modelId="{B3D257B2-0B8D-4DE8-AC8D-98D918C04631}" type="pres">
      <dgm:prSet presAssocID="{CC7BB214-46A2-4C3D-A82B-73A5F5C97D2D}" presName="Root" presStyleCnt="0">
        <dgm:presLayoutVars>
          <dgm:dir/>
          <dgm:resizeHandles val="exact"/>
        </dgm:presLayoutVars>
      </dgm:prSet>
      <dgm:spPr/>
    </dgm:pt>
    <dgm:pt modelId="{3E91C0AA-E320-4A8B-A70F-2B16C7F13B8A}" type="pres">
      <dgm:prSet presAssocID="{00072400-7C4F-4864-83A0-FB7F78FA2C3E}" presName="Composite" presStyleCnt="0"/>
      <dgm:spPr/>
    </dgm:pt>
    <dgm:pt modelId="{24136DFC-F7E1-4D0A-B7AD-82F0F217C4F4}" type="pres">
      <dgm:prSet presAssocID="{00072400-7C4F-4864-83A0-FB7F78FA2C3E}" presName="Picture" presStyleLbl="nod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l="19579" r="15667" b="-6"/>
          <a:stretch/>
        </a:blipFill>
      </dgm:spPr>
      <dgm:extLst>
        <a:ext uri="{E40237B7-FDA0-4F09-8148-C483321AD2D9}">
          <dgm14:cNvPr xmlns:dgm14="http://schemas.microsoft.com/office/drawing/2010/diagram" id="0" name="" descr="101010 data lines to infinity"/>
        </a:ext>
      </dgm:extLst>
    </dgm:pt>
    <dgm:pt modelId="{7A9E4599-69F1-4337-9EC5-F5F1DAACC087}" type="pres">
      <dgm:prSet presAssocID="{00072400-7C4F-4864-83A0-FB7F78FA2C3E}" presName="Subtitle" presStyleLbl="revTx" presStyleIdx="0" presStyleCnt="6">
        <dgm:presLayoutVars>
          <dgm:chMax val="0"/>
          <dgm:bulletEnabled/>
        </dgm:presLayoutVars>
      </dgm:prSet>
      <dgm:spPr/>
    </dgm:pt>
    <dgm:pt modelId="{5B7E209F-B6A8-4424-B46B-31C8827C8C9B}" type="pres">
      <dgm:prSet presAssocID="{00072400-7C4F-4864-83A0-FB7F78FA2C3E}" presName="Description" presStyleLbl="revTx" presStyleIdx="1" presStyleCnt="6">
        <dgm:presLayoutVars>
          <dgm:bulletEnabled/>
        </dgm:presLayoutVars>
      </dgm:prSet>
      <dgm:spPr/>
    </dgm:pt>
    <dgm:pt modelId="{7C3B43E0-F6D5-4F4B-9D5F-9C5F8984B6E2}" type="pres">
      <dgm:prSet presAssocID="{51062A21-BB0B-4819-A12E-28E2B33A03FC}" presName="sibTrans" presStyleLbl="sibTrans2D1" presStyleIdx="0" presStyleCnt="0"/>
      <dgm:spPr/>
    </dgm:pt>
    <dgm:pt modelId="{CBCD0A03-E17E-491F-B085-9B5B8E49971E}" type="pres">
      <dgm:prSet presAssocID="{A4A8AB33-0E9E-4600-B4B4-DE23DAEEDEAA}" presName="Composite" presStyleCnt="0"/>
      <dgm:spPr/>
    </dgm:pt>
    <dgm:pt modelId="{1EE9D50F-921F-4BA5-9595-ACA205606F8E}" type="pres">
      <dgm:prSet presAssocID="{A4A8AB33-0E9E-4600-B4B4-DE23DAEEDEAA}" presName="Picture" presStyleLbl="nod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l="6751" r="-1"/>
          <a:stretch/>
        </a:blipFill>
      </dgm:spPr>
      <dgm:extLst>
        <a:ext uri="{E40237B7-FDA0-4F09-8148-C483321AD2D9}">
          <dgm14:cNvPr xmlns:dgm14="http://schemas.microsoft.com/office/drawing/2010/diagram" id="0" name="" descr="3D illustration"/>
        </a:ext>
      </dgm:extLst>
    </dgm:pt>
    <dgm:pt modelId="{268E1CE1-72CE-41C9-9281-8F08DEE48AB0}" type="pres">
      <dgm:prSet presAssocID="{A4A8AB33-0E9E-4600-B4B4-DE23DAEEDEAA}" presName="Subtitle" presStyleLbl="revTx" presStyleIdx="2" presStyleCnt="6">
        <dgm:presLayoutVars>
          <dgm:chMax val="0"/>
          <dgm:bulletEnabled/>
        </dgm:presLayoutVars>
      </dgm:prSet>
      <dgm:spPr/>
    </dgm:pt>
    <dgm:pt modelId="{DF8585DB-D905-402B-B1C9-DCB193B18FF9}" type="pres">
      <dgm:prSet presAssocID="{A4A8AB33-0E9E-4600-B4B4-DE23DAEEDEAA}" presName="Description" presStyleLbl="revTx" presStyleIdx="3" presStyleCnt="6">
        <dgm:presLayoutVars>
          <dgm:bulletEnabled/>
        </dgm:presLayoutVars>
      </dgm:prSet>
      <dgm:spPr/>
    </dgm:pt>
    <dgm:pt modelId="{54884B79-B314-4A34-846D-EE184E50EA54}" type="pres">
      <dgm:prSet presAssocID="{23635F66-FE65-474D-9DDC-5EC84D62E200}" presName="sibTrans" presStyleLbl="sibTrans2D1" presStyleIdx="0" presStyleCnt="0"/>
      <dgm:spPr/>
    </dgm:pt>
    <dgm:pt modelId="{78011E78-EB10-4D45-A7D3-F829A5D3561A}" type="pres">
      <dgm:prSet presAssocID="{9F27152E-BC63-4633-92D6-E3DA26C73B49}" presName="Composite" presStyleCnt="0"/>
      <dgm:spPr/>
    </dgm:pt>
    <dgm:pt modelId="{4E2B8B8C-C3C1-4AA8-9D22-866C30F7C7DC}" type="pres">
      <dgm:prSet presAssocID="{9F27152E-BC63-4633-92D6-E3DA26C73B49}" presName="Picture" presStyleLbl="nod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l="20482" r="26766" b="-4"/>
          <a:stretch/>
        </a:blipFill>
      </dgm:spPr>
      <dgm:extLst>
        <a:ext uri="{E40237B7-FDA0-4F09-8148-C483321AD2D9}">
          <dgm14:cNvPr xmlns:dgm14="http://schemas.microsoft.com/office/drawing/2010/diagram" id="0" name="" descr="A computer futuristic digital program hud interface with a personal control system over a network, in which the computer uses the interface to interact with the user."/>
        </a:ext>
      </dgm:extLst>
    </dgm:pt>
    <dgm:pt modelId="{7995C0F1-5FBF-4A56-B1E7-B4CCEDD8C230}" type="pres">
      <dgm:prSet presAssocID="{9F27152E-BC63-4633-92D6-E3DA26C73B49}" presName="Subtitle" presStyleLbl="revTx" presStyleIdx="4" presStyleCnt="6">
        <dgm:presLayoutVars>
          <dgm:chMax val="0"/>
          <dgm:bulletEnabled/>
        </dgm:presLayoutVars>
      </dgm:prSet>
      <dgm:spPr/>
    </dgm:pt>
    <dgm:pt modelId="{FDC4FA1E-987B-4F8D-8145-844732D459C5}" type="pres">
      <dgm:prSet presAssocID="{9F27152E-BC63-4633-92D6-E3DA26C73B49}" presName="Description" presStyleLbl="revTx" presStyleIdx="5" presStyleCnt="6">
        <dgm:presLayoutVars>
          <dgm:bulletEnabled/>
        </dgm:presLayoutVars>
      </dgm:prSet>
      <dgm:spPr/>
    </dgm:pt>
  </dgm:ptLst>
  <dgm:cxnLst>
    <dgm:cxn modelId="{DC7C7705-0838-48B6-A37E-5E60874C69A7}" type="presOf" srcId="{23635F66-FE65-474D-9DDC-5EC84D62E200}" destId="{54884B79-B314-4A34-846D-EE184E50EA54}" srcOrd="0" destOrd="0" presId="urn:microsoft.com/office/officeart/2024/3/layout/verticalVisualTextBlock1"/>
    <dgm:cxn modelId="{2AFB3333-CADC-4EF3-910C-38EE5D0D67BB}" srcId="{CC7BB214-46A2-4C3D-A82B-73A5F5C97D2D}" destId="{00072400-7C4F-4864-83A0-FB7F78FA2C3E}" srcOrd="0" destOrd="0" parTransId="{44DF7003-D7C5-4000-B56E-67FAEA5E70AE}" sibTransId="{51062A21-BB0B-4819-A12E-28E2B33A03FC}"/>
    <dgm:cxn modelId="{08CFC34F-936D-44C1-8A45-BF9A9B1DD312}" type="presOf" srcId="{8D35B9BA-52E4-43CE-82DD-3185B9786A63}" destId="{DF8585DB-D905-402B-B1C9-DCB193B18FF9}" srcOrd="0" destOrd="0" presId="urn:microsoft.com/office/officeart/2024/3/layout/verticalVisualTextBlock1"/>
    <dgm:cxn modelId="{8A0CCB51-ECE4-4BA9-9542-753F9E78DB2F}" srcId="{A4A8AB33-0E9E-4600-B4B4-DE23DAEEDEAA}" destId="{8D35B9BA-52E4-43CE-82DD-3185B9786A63}" srcOrd="0" destOrd="0" parTransId="{B04C8717-D479-48C0-85AF-A59520C69F7E}" sibTransId="{5338A0C9-0CB8-47C3-A0C3-6C6DF2145978}"/>
    <dgm:cxn modelId="{F1D2B48F-1CBF-4460-B7EB-D5174DFB20C3}" type="presOf" srcId="{ACBFFDE1-20C5-40EE-88A1-4C9EEE2FF761}" destId="{5B7E209F-B6A8-4424-B46B-31C8827C8C9B}" srcOrd="0" destOrd="0" presId="urn:microsoft.com/office/officeart/2024/3/layout/verticalVisualTextBlock1"/>
    <dgm:cxn modelId="{684C89A0-DFF6-4689-A7AE-146EDB1A2941}" type="presOf" srcId="{802E13B7-6C2B-4D12-BBC0-E08663AE57F2}" destId="{FDC4FA1E-987B-4F8D-8145-844732D459C5}" srcOrd="0" destOrd="0" presId="urn:microsoft.com/office/officeart/2024/3/layout/verticalVisualTextBlock1"/>
    <dgm:cxn modelId="{3D10EFA8-C77B-4722-B9B1-FFB918D52ECC}" type="presOf" srcId="{CC7BB214-46A2-4C3D-A82B-73A5F5C97D2D}" destId="{B3D257B2-0B8D-4DE8-AC8D-98D918C04631}" srcOrd="0" destOrd="0" presId="urn:microsoft.com/office/officeart/2024/3/layout/verticalVisualTextBlock1"/>
    <dgm:cxn modelId="{D6A5E9AD-86F6-4986-997B-6D3C15BF436B}" type="presOf" srcId="{51062A21-BB0B-4819-A12E-28E2B33A03FC}" destId="{7C3B43E0-F6D5-4F4B-9D5F-9C5F8984B6E2}" srcOrd="0" destOrd="0" presId="urn:microsoft.com/office/officeart/2024/3/layout/verticalVisualTextBlock1"/>
    <dgm:cxn modelId="{D7FADECF-FDDA-4280-8ADC-AD18C3D78069}" srcId="{9F27152E-BC63-4633-92D6-E3DA26C73B49}" destId="{802E13B7-6C2B-4D12-BBC0-E08663AE57F2}" srcOrd="0" destOrd="0" parTransId="{FD94A9A1-37DD-4C43-B3F0-60753FF387B5}" sibTransId="{B6608ADA-3ACE-4B90-9BB1-6938F0B74E29}"/>
    <dgm:cxn modelId="{315DFAD3-ED17-43EA-B083-A414A1554109}" srcId="{CC7BB214-46A2-4C3D-A82B-73A5F5C97D2D}" destId="{9F27152E-BC63-4633-92D6-E3DA26C73B49}" srcOrd="2" destOrd="0" parTransId="{0F23DC25-22B0-419C-8D64-F54A4B0C884D}" sibTransId="{C794BB94-86F0-4950-8666-021CEBD86A2B}"/>
    <dgm:cxn modelId="{8B2DA8DD-8C28-4A8B-B980-DE8022A4437C}" type="presOf" srcId="{A4A8AB33-0E9E-4600-B4B4-DE23DAEEDEAA}" destId="{268E1CE1-72CE-41C9-9281-8F08DEE48AB0}" srcOrd="0" destOrd="0" presId="urn:microsoft.com/office/officeart/2024/3/layout/verticalVisualTextBlock1"/>
    <dgm:cxn modelId="{5A7523E2-F410-43BA-A1F4-9E70EF839B80}" srcId="{00072400-7C4F-4864-83A0-FB7F78FA2C3E}" destId="{ACBFFDE1-20C5-40EE-88A1-4C9EEE2FF761}" srcOrd="0" destOrd="0" parTransId="{9FA804EB-96AF-497D-B699-0CAAA7883A76}" sibTransId="{9828E1FB-045F-41E2-AF47-095C549A3230}"/>
    <dgm:cxn modelId="{A403D2ED-B97A-44AC-BC5C-A57BF5BDB801}" srcId="{CC7BB214-46A2-4C3D-A82B-73A5F5C97D2D}" destId="{A4A8AB33-0E9E-4600-B4B4-DE23DAEEDEAA}" srcOrd="1" destOrd="0" parTransId="{6396804D-4392-4626-8534-D0BCE410D9D4}" sibTransId="{23635F66-FE65-474D-9DDC-5EC84D62E200}"/>
    <dgm:cxn modelId="{811333F7-461E-4FC7-9F6B-160C97AE5357}" type="presOf" srcId="{9F27152E-BC63-4633-92D6-E3DA26C73B49}" destId="{7995C0F1-5FBF-4A56-B1E7-B4CCEDD8C230}" srcOrd="0" destOrd="0" presId="urn:microsoft.com/office/officeart/2024/3/layout/verticalVisualTextBlock1"/>
    <dgm:cxn modelId="{D1F0B6FD-16B6-4CEC-B223-7E94C7460196}" type="presOf" srcId="{00072400-7C4F-4864-83A0-FB7F78FA2C3E}" destId="{7A9E4599-69F1-4337-9EC5-F5F1DAACC087}" srcOrd="0" destOrd="0" presId="urn:microsoft.com/office/officeart/2024/3/layout/verticalVisualTextBlock1"/>
    <dgm:cxn modelId="{0E778AC1-8DAA-4E4F-B21E-71A571BB633B}" type="presParOf" srcId="{B3D257B2-0B8D-4DE8-AC8D-98D918C04631}" destId="{3E91C0AA-E320-4A8B-A70F-2B16C7F13B8A}" srcOrd="0" destOrd="0" presId="urn:microsoft.com/office/officeart/2024/3/layout/verticalVisualTextBlock1"/>
    <dgm:cxn modelId="{5AED0474-74E2-49EC-AFE3-5A0B3EF86C89}" type="presParOf" srcId="{3E91C0AA-E320-4A8B-A70F-2B16C7F13B8A}" destId="{24136DFC-F7E1-4D0A-B7AD-82F0F217C4F4}" srcOrd="0" destOrd="0" presId="urn:microsoft.com/office/officeart/2024/3/layout/verticalVisualTextBlock1"/>
    <dgm:cxn modelId="{2C854815-E47E-4D3D-9715-4C074DF37BC4}" type="presParOf" srcId="{3E91C0AA-E320-4A8B-A70F-2B16C7F13B8A}" destId="{7A9E4599-69F1-4337-9EC5-F5F1DAACC087}" srcOrd="1" destOrd="0" presId="urn:microsoft.com/office/officeart/2024/3/layout/verticalVisualTextBlock1"/>
    <dgm:cxn modelId="{9D4B3AC6-7518-4149-8366-B5740393A1A4}" type="presParOf" srcId="{3E91C0AA-E320-4A8B-A70F-2B16C7F13B8A}" destId="{5B7E209F-B6A8-4424-B46B-31C8827C8C9B}" srcOrd="2" destOrd="0" presId="urn:microsoft.com/office/officeart/2024/3/layout/verticalVisualTextBlock1"/>
    <dgm:cxn modelId="{619CBB37-EA9B-4D6A-921C-230233C96222}" type="presParOf" srcId="{B3D257B2-0B8D-4DE8-AC8D-98D918C04631}" destId="{7C3B43E0-F6D5-4F4B-9D5F-9C5F8984B6E2}" srcOrd="1" destOrd="0" presId="urn:microsoft.com/office/officeart/2024/3/layout/verticalVisualTextBlock1"/>
    <dgm:cxn modelId="{4277DB9C-8CF1-43BA-9990-CFB3F659325E}" type="presParOf" srcId="{B3D257B2-0B8D-4DE8-AC8D-98D918C04631}" destId="{CBCD0A03-E17E-491F-B085-9B5B8E49971E}" srcOrd="2" destOrd="0" presId="urn:microsoft.com/office/officeart/2024/3/layout/verticalVisualTextBlock1"/>
    <dgm:cxn modelId="{69364F89-7E2D-45BA-87F5-84ED3FFDD499}" type="presParOf" srcId="{CBCD0A03-E17E-491F-B085-9B5B8E49971E}" destId="{1EE9D50F-921F-4BA5-9595-ACA205606F8E}" srcOrd="0" destOrd="0" presId="urn:microsoft.com/office/officeart/2024/3/layout/verticalVisualTextBlock1"/>
    <dgm:cxn modelId="{387E87F8-A1B3-4A8F-9BD2-BF80E8B857FB}" type="presParOf" srcId="{CBCD0A03-E17E-491F-B085-9B5B8E49971E}" destId="{268E1CE1-72CE-41C9-9281-8F08DEE48AB0}" srcOrd="1" destOrd="0" presId="urn:microsoft.com/office/officeart/2024/3/layout/verticalVisualTextBlock1"/>
    <dgm:cxn modelId="{C33669AE-C509-4720-9C45-90B27074663B}" type="presParOf" srcId="{CBCD0A03-E17E-491F-B085-9B5B8E49971E}" destId="{DF8585DB-D905-402B-B1C9-DCB193B18FF9}" srcOrd="2" destOrd="0" presId="urn:microsoft.com/office/officeart/2024/3/layout/verticalVisualTextBlock1"/>
    <dgm:cxn modelId="{4FF61FAD-63BC-4621-9007-979EB98F3E42}" type="presParOf" srcId="{B3D257B2-0B8D-4DE8-AC8D-98D918C04631}" destId="{54884B79-B314-4A34-846D-EE184E50EA54}" srcOrd="3" destOrd="0" presId="urn:microsoft.com/office/officeart/2024/3/layout/verticalVisualTextBlock1"/>
    <dgm:cxn modelId="{754A25D0-8FDA-43C9-AC5C-D3AE78348F2C}" type="presParOf" srcId="{B3D257B2-0B8D-4DE8-AC8D-98D918C04631}" destId="{78011E78-EB10-4D45-A7D3-F829A5D3561A}" srcOrd="4" destOrd="0" presId="urn:microsoft.com/office/officeart/2024/3/layout/verticalVisualTextBlock1"/>
    <dgm:cxn modelId="{3FF29CAA-2CC6-41BA-BF5E-B1100344ECEC}" type="presParOf" srcId="{78011E78-EB10-4D45-A7D3-F829A5D3561A}" destId="{4E2B8B8C-C3C1-4AA8-9D22-866C30F7C7DC}" srcOrd="0" destOrd="0" presId="urn:microsoft.com/office/officeart/2024/3/layout/verticalVisualTextBlock1"/>
    <dgm:cxn modelId="{FFCC401B-CF8E-46C4-B697-42386C94779B}" type="presParOf" srcId="{78011E78-EB10-4D45-A7D3-F829A5D3561A}" destId="{7995C0F1-5FBF-4A56-B1E7-B4CCEDD8C230}" srcOrd="1" destOrd="0" presId="urn:microsoft.com/office/officeart/2024/3/layout/verticalVisualTextBlock1"/>
    <dgm:cxn modelId="{092CDF97-F45D-4A57-8A92-F2999B333A56}" type="presParOf" srcId="{78011E78-EB10-4D45-A7D3-F829A5D3561A}" destId="{FDC4FA1E-987B-4F8D-8145-844732D459C5}" srcOrd="2" destOrd="0" presId="urn:microsoft.com/office/officeart/2024/3/layout/verticalVisualTextBlock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1DDEACC9-EEF3-4ADC-9D82-D27E2AEA23CE}" type="doc">
      <dgm:prSet loTypeId="urn:microsoft.com/office/officeart/2024/3/layout/hArchList1" loCatId="List" qsTypeId="urn:microsoft.com/office/officeart/2005/8/quickstyle/simple1" qsCatId="simple" csTypeId="urn:microsoft.com/office/officeart/2005/8/colors/accent1_2" csCatId="accent1" phldr="1"/>
      <dgm:spPr/>
      <dgm:t>
        <a:bodyPr/>
        <a:lstStyle/>
        <a:p>
          <a:endParaRPr lang="en-US"/>
        </a:p>
      </dgm:t>
    </dgm:pt>
    <dgm:pt modelId="{72D0255D-6E15-4E07-8105-F49B793F1802}">
      <dgm:prSet custT="1"/>
      <dgm:spPr/>
      <dgm:t>
        <a:bodyPr/>
        <a:lstStyle/>
        <a:p>
          <a:pPr>
            <a:lnSpc>
              <a:spcPct val="100000"/>
            </a:lnSpc>
            <a:defRPr b="1"/>
          </a:pPr>
          <a:r>
            <a:rPr lang="en-US" sz="2200" b="1" dirty="0"/>
            <a:t>Static Data Masking</a:t>
          </a:r>
        </a:p>
      </dgm:t>
    </dgm:pt>
    <dgm:pt modelId="{817FD8F4-9D69-4E37-93DE-C9D535E9EBF0}" type="parTrans" cxnId="{FDBB98A0-6D8E-42B3-BACB-BD009740EDE1}">
      <dgm:prSet/>
      <dgm:spPr/>
      <dgm:t>
        <a:bodyPr/>
        <a:lstStyle/>
        <a:p>
          <a:endParaRPr lang="en-US"/>
        </a:p>
      </dgm:t>
    </dgm:pt>
    <dgm:pt modelId="{35E98210-545C-444C-A498-B791D1B661A9}" type="sibTrans" cxnId="{FDBB98A0-6D8E-42B3-BACB-BD009740EDE1}">
      <dgm:prSet/>
      <dgm:spPr/>
      <dgm:t>
        <a:bodyPr/>
        <a:lstStyle/>
        <a:p>
          <a:pPr>
            <a:lnSpc>
              <a:spcPct val="100000"/>
            </a:lnSpc>
            <a:defRPr b="1"/>
          </a:pPr>
          <a:endParaRPr lang="en-US"/>
        </a:p>
      </dgm:t>
    </dgm:pt>
    <dgm:pt modelId="{C01F5C15-17E1-4B57-882F-55481BD7C0BA}">
      <dgm:prSet custT="1"/>
      <dgm:spPr/>
      <dgm:t>
        <a:bodyPr/>
        <a:lstStyle/>
        <a:p>
          <a:pPr>
            <a:lnSpc>
              <a:spcPct val="100000"/>
            </a:lnSpc>
          </a:pPr>
          <a:r>
            <a:rPr lang="en-US" sz="2000" dirty="0"/>
            <a:t>Static Data Masking creates a copy of data and replaces sensitive info with realistic fake data for testing environments.</a:t>
          </a:r>
        </a:p>
      </dgm:t>
    </dgm:pt>
    <dgm:pt modelId="{815355D4-A1D0-44CC-90D6-DF71426D3863}" type="parTrans" cxnId="{C6722A12-F6A3-4AD3-9068-58E197F5842B}">
      <dgm:prSet/>
      <dgm:spPr/>
      <dgm:t>
        <a:bodyPr/>
        <a:lstStyle/>
        <a:p>
          <a:endParaRPr lang="en-US"/>
        </a:p>
      </dgm:t>
    </dgm:pt>
    <dgm:pt modelId="{C5D5C13A-1323-40DB-8FC2-DC08EB340538}" type="sibTrans" cxnId="{C6722A12-F6A3-4AD3-9068-58E197F5842B}">
      <dgm:prSet/>
      <dgm:spPr/>
      <dgm:t>
        <a:bodyPr/>
        <a:lstStyle/>
        <a:p>
          <a:endParaRPr lang="en-US"/>
        </a:p>
      </dgm:t>
    </dgm:pt>
    <dgm:pt modelId="{D7149874-C794-4761-BC3C-FE0519A7B14B}">
      <dgm:prSet custT="1"/>
      <dgm:spPr/>
      <dgm:t>
        <a:bodyPr/>
        <a:lstStyle/>
        <a:p>
          <a:pPr>
            <a:lnSpc>
              <a:spcPct val="100000"/>
            </a:lnSpc>
            <a:defRPr b="1"/>
          </a:pPr>
          <a:r>
            <a:rPr lang="en-US" sz="2200" dirty="0"/>
            <a:t>Dynamic Data Masking</a:t>
          </a:r>
        </a:p>
      </dgm:t>
    </dgm:pt>
    <dgm:pt modelId="{F70AE774-408F-4172-917A-69152DDBB2A3}" type="parTrans" cxnId="{ECF8BF87-92E6-4910-BEBA-94D165823481}">
      <dgm:prSet/>
      <dgm:spPr/>
      <dgm:t>
        <a:bodyPr/>
        <a:lstStyle/>
        <a:p>
          <a:endParaRPr lang="en-US"/>
        </a:p>
      </dgm:t>
    </dgm:pt>
    <dgm:pt modelId="{19040594-8F57-4A9B-9F77-555A2C20A7C4}" type="sibTrans" cxnId="{ECF8BF87-92E6-4910-BEBA-94D165823481}">
      <dgm:prSet/>
      <dgm:spPr/>
      <dgm:t>
        <a:bodyPr/>
        <a:lstStyle/>
        <a:p>
          <a:pPr>
            <a:lnSpc>
              <a:spcPct val="100000"/>
            </a:lnSpc>
            <a:defRPr b="1"/>
          </a:pPr>
          <a:endParaRPr lang="en-US"/>
        </a:p>
      </dgm:t>
    </dgm:pt>
    <dgm:pt modelId="{9D882A43-DD2E-4AA3-B66B-7DFF2839ED52}">
      <dgm:prSet custT="1"/>
      <dgm:spPr/>
      <dgm:t>
        <a:bodyPr/>
        <a:lstStyle/>
        <a:p>
          <a:pPr>
            <a:lnSpc>
              <a:spcPct val="100000"/>
            </a:lnSpc>
          </a:pPr>
          <a:r>
            <a:rPr lang="en-US" sz="2000" dirty="0"/>
            <a:t>Dynamic Data Masking masks data in real-time based on user roles to restrict sensitive data access dynamically.</a:t>
          </a:r>
        </a:p>
      </dgm:t>
    </dgm:pt>
    <dgm:pt modelId="{F55E851F-13F8-4DB6-9961-39A19150006C}" type="parTrans" cxnId="{129E0ED1-E7D6-461F-B8B2-D487E0D3342B}">
      <dgm:prSet/>
      <dgm:spPr/>
      <dgm:t>
        <a:bodyPr/>
        <a:lstStyle/>
        <a:p>
          <a:endParaRPr lang="en-US"/>
        </a:p>
      </dgm:t>
    </dgm:pt>
    <dgm:pt modelId="{21A35FEE-2E1C-42FC-BBF9-78779E2403AB}" type="sibTrans" cxnId="{129E0ED1-E7D6-461F-B8B2-D487E0D3342B}">
      <dgm:prSet/>
      <dgm:spPr/>
      <dgm:t>
        <a:bodyPr/>
        <a:lstStyle/>
        <a:p>
          <a:endParaRPr lang="en-US"/>
        </a:p>
      </dgm:t>
    </dgm:pt>
    <dgm:pt modelId="{F2003419-CF48-4864-B2D9-AE2784A1E68A}">
      <dgm:prSet/>
      <dgm:spPr/>
      <dgm:t>
        <a:bodyPr/>
        <a:lstStyle/>
        <a:p>
          <a:pPr>
            <a:lnSpc>
              <a:spcPct val="100000"/>
            </a:lnSpc>
            <a:defRPr b="1"/>
          </a:pPr>
          <a:endParaRPr lang="en-US" dirty="0"/>
        </a:p>
      </dgm:t>
    </dgm:pt>
    <dgm:pt modelId="{87FB2CEB-9D8E-4328-824E-E46E63832456}" type="parTrans" cxnId="{0443F7D3-6F27-4A42-9955-5503181E8A98}">
      <dgm:prSet/>
      <dgm:spPr/>
      <dgm:t>
        <a:bodyPr/>
        <a:lstStyle/>
        <a:p>
          <a:endParaRPr lang="en-US"/>
        </a:p>
      </dgm:t>
    </dgm:pt>
    <dgm:pt modelId="{F64DA895-4D11-4FC0-A80B-9E2F1268CA2F}" type="sibTrans" cxnId="{0443F7D3-6F27-4A42-9955-5503181E8A98}">
      <dgm:prSet/>
      <dgm:spPr/>
      <dgm:t>
        <a:bodyPr/>
        <a:lstStyle/>
        <a:p>
          <a:endParaRPr lang="en-US"/>
        </a:p>
      </dgm:t>
    </dgm:pt>
    <dgm:pt modelId="{B4C95289-23FC-4A47-BBB8-EAEFA8D060AF}" type="pres">
      <dgm:prSet presAssocID="{1DDEACC9-EEF3-4ADC-9D82-D27E2AEA23CE}" presName="Name0" presStyleCnt="0">
        <dgm:presLayoutVars>
          <dgm:dir/>
          <dgm:resizeHandles val="exact"/>
        </dgm:presLayoutVars>
      </dgm:prSet>
      <dgm:spPr/>
    </dgm:pt>
    <dgm:pt modelId="{B88D33C6-63CE-4A23-8EEF-EA9DC3635026}" type="pres">
      <dgm:prSet presAssocID="{72D0255D-6E15-4E07-8105-F49B793F1802}" presName="compNode" presStyleCnt="0"/>
      <dgm:spPr/>
    </dgm:pt>
    <dgm:pt modelId="{D9F433D0-7E88-4EB3-9300-39A56A22C422}" type="pres">
      <dgm:prSet presAssocID="{72D0255D-6E15-4E07-8105-F49B793F1802}" presName="pictRect" presStyleLbl="revTx" presStyleIdx="0" presStyleCnt="6" custScaleX="150895">
        <dgm:presLayoutVars>
          <dgm:chMax val="0"/>
          <dgm:bulletEnabled/>
        </dgm:presLayoutVars>
      </dgm:prSet>
      <dgm:spPr/>
    </dgm:pt>
    <dgm:pt modelId="{902F38F0-B39B-4732-B3AA-7244E80621AF}" type="pres">
      <dgm:prSet presAssocID="{72D0255D-6E15-4E07-8105-F49B793F1802}" presName="textRect" presStyleLbl="revTx" presStyleIdx="1" presStyleCnt="6">
        <dgm:presLayoutVars>
          <dgm:bulletEnabled/>
        </dgm:presLayoutVars>
      </dgm:prSet>
      <dgm:spPr/>
    </dgm:pt>
    <dgm:pt modelId="{DAF6E5EA-0C24-4C6D-99D6-FF99B4B09686}" type="pres">
      <dgm:prSet presAssocID="{35E98210-545C-444C-A498-B791D1B661A9}" presName="sibTrans" presStyleLbl="sibTrans2D1" presStyleIdx="0" presStyleCnt="0"/>
      <dgm:spPr/>
    </dgm:pt>
    <dgm:pt modelId="{E4DEF899-48FB-40C2-9DC5-CA3DD10EA9F8}" type="pres">
      <dgm:prSet presAssocID="{D7149874-C794-4761-BC3C-FE0519A7B14B}" presName="compNode" presStyleCnt="0"/>
      <dgm:spPr/>
    </dgm:pt>
    <dgm:pt modelId="{8E6AFCAA-BE8B-45A3-9369-C9584B58C160}" type="pres">
      <dgm:prSet presAssocID="{D7149874-C794-4761-BC3C-FE0519A7B14B}" presName="pictRect" presStyleLbl="revTx" presStyleIdx="2" presStyleCnt="6" custScaleX="137750">
        <dgm:presLayoutVars>
          <dgm:chMax val="0"/>
          <dgm:bulletEnabled/>
        </dgm:presLayoutVars>
      </dgm:prSet>
      <dgm:spPr/>
    </dgm:pt>
    <dgm:pt modelId="{922D0EF4-0A70-4FD7-9890-4CF291B9B155}" type="pres">
      <dgm:prSet presAssocID="{D7149874-C794-4761-BC3C-FE0519A7B14B}" presName="textRect" presStyleLbl="revTx" presStyleIdx="3" presStyleCnt="6">
        <dgm:presLayoutVars>
          <dgm:bulletEnabled/>
        </dgm:presLayoutVars>
      </dgm:prSet>
      <dgm:spPr/>
    </dgm:pt>
    <dgm:pt modelId="{4DE86062-4BBB-4A67-9849-6DEF48803121}" type="pres">
      <dgm:prSet presAssocID="{19040594-8F57-4A9B-9F77-555A2C20A7C4}" presName="sibTrans" presStyleLbl="sibTrans2D1" presStyleIdx="0" presStyleCnt="0"/>
      <dgm:spPr/>
    </dgm:pt>
    <dgm:pt modelId="{569BB1A0-CFC7-47D6-876A-7ACA0E275EAE}" type="pres">
      <dgm:prSet presAssocID="{F2003419-CF48-4864-B2D9-AE2784A1E68A}" presName="compNode" presStyleCnt="0"/>
      <dgm:spPr/>
    </dgm:pt>
    <dgm:pt modelId="{B1CFAD60-FA10-4D38-A68F-0E400099DA5F}" type="pres">
      <dgm:prSet presAssocID="{F2003419-CF48-4864-B2D9-AE2784A1E68A}" presName="pictRect" presStyleLbl="revTx" presStyleIdx="4" presStyleCnt="6">
        <dgm:presLayoutVars>
          <dgm:chMax val="0"/>
          <dgm:bulletEnabled/>
        </dgm:presLayoutVars>
      </dgm:prSet>
      <dgm:spPr/>
    </dgm:pt>
    <dgm:pt modelId="{562EB6F4-A3EA-4112-9223-13145D6B83D6}" type="pres">
      <dgm:prSet presAssocID="{F2003419-CF48-4864-B2D9-AE2784A1E68A}" presName="textRect" presStyleLbl="revTx" presStyleIdx="5" presStyleCnt="6">
        <dgm:presLayoutVars>
          <dgm:bulletEnabled/>
        </dgm:presLayoutVars>
      </dgm:prSet>
      <dgm:spPr/>
    </dgm:pt>
  </dgm:ptLst>
  <dgm:cxnLst>
    <dgm:cxn modelId="{C6722A12-F6A3-4AD3-9068-58E197F5842B}" srcId="{72D0255D-6E15-4E07-8105-F49B793F1802}" destId="{C01F5C15-17E1-4B57-882F-55481BD7C0BA}" srcOrd="0" destOrd="0" parTransId="{815355D4-A1D0-44CC-90D6-DF71426D3863}" sibTransId="{C5D5C13A-1323-40DB-8FC2-DC08EB340538}"/>
    <dgm:cxn modelId="{B989BD61-DA97-4282-A2A2-554FF7F41478}" type="presOf" srcId="{D7149874-C794-4761-BC3C-FE0519A7B14B}" destId="{8E6AFCAA-BE8B-45A3-9369-C9584B58C160}" srcOrd="0" destOrd="0" presId="urn:microsoft.com/office/officeart/2024/3/layout/hArchList1"/>
    <dgm:cxn modelId="{8D37F167-5A93-49F8-B4CE-EDA9B753DDE3}" type="presOf" srcId="{19040594-8F57-4A9B-9F77-555A2C20A7C4}" destId="{4DE86062-4BBB-4A67-9849-6DEF48803121}" srcOrd="0" destOrd="0" presId="urn:microsoft.com/office/officeart/2024/3/layout/hArchList1"/>
    <dgm:cxn modelId="{ECF8BF87-92E6-4910-BEBA-94D165823481}" srcId="{1DDEACC9-EEF3-4ADC-9D82-D27E2AEA23CE}" destId="{D7149874-C794-4761-BC3C-FE0519A7B14B}" srcOrd="1" destOrd="0" parTransId="{F70AE774-408F-4172-917A-69152DDBB2A3}" sibTransId="{19040594-8F57-4A9B-9F77-555A2C20A7C4}"/>
    <dgm:cxn modelId="{FDBB98A0-6D8E-42B3-BACB-BD009740EDE1}" srcId="{1DDEACC9-EEF3-4ADC-9D82-D27E2AEA23CE}" destId="{72D0255D-6E15-4E07-8105-F49B793F1802}" srcOrd="0" destOrd="0" parTransId="{817FD8F4-9D69-4E37-93DE-C9D535E9EBF0}" sibTransId="{35E98210-545C-444C-A498-B791D1B661A9}"/>
    <dgm:cxn modelId="{523A51AC-67F5-46AE-A7E7-71708CCC0A3A}" type="presOf" srcId="{C01F5C15-17E1-4B57-882F-55481BD7C0BA}" destId="{902F38F0-B39B-4732-B3AA-7244E80621AF}" srcOrd="0" destOrd="0" presId="urn:microsoft.com/office/officeart/2024/3/layout/hArchList1"/>
    <dgm:cxn modelId="{22DB47C4-6433-488B-B006-61772D855523}" type="presOf" srcId="{F2003419-CF48-4864-B2D9-AE2784A1E68A}" destId="{B1CFAD60-FA10-4D38-A68F-0E400099DA5F}" srcOrd="0" destOrd="0" presId="urn:microsoft.com/office/officeart/2024/3/layout/hArchList1"/>
    <dgm:cxn modelId="{129E0ED1-E7D6-461F-B8B2-D487E0D3342B}" srcId="{D7149874-C794-4761-BC3C-FE0519A7B14B}" destId="{9D882A43-DD2E-4AA3-B66B-7DFF2839ED52}" srcOrd="0" destOrd="0" parTransId="{F55E851F-13F8-4DB6-9961-39A19150006C}" sibTransId="{21A35FEE-2E1C-42FC-BBF9-78779E2403AB}"/>
    <dgm:cxn modelId="{DA2EC3D3-C67B-4FFD-9439-4C4B38990802}" type="presOf" srcId="{1DDEACC9-EEF3-4ADC-9D82-D27E2AEA23CE}" destId="{B4C95289-23FC-4A47-BBB8-EAEFA8D060AF}" srcOrd="0" destOrd="0" presId="urn:microsoft.com/office/officeart/2024/3/layout/hArchList1"/>
    <dgm:cxn modelId="{0443F7D3-6F27-4A42-9955-5503181E8A98}" srcId="{1DDEACC9-EEF3-4ADC-9D82-D27E2AEA23CE}" destId="{F2003419-CF48-4864-B2D9-AE2784A1E68A}" srcOrd="2" destOrd="0" parTransId="{87FB2CEB-9D8E-4328-824E-E46E63832456}" sibTransId="{F64DA895-4D11-4FC0-A80B-9E2F1268CA2F}"/>
    <dgm:cxn modelId="{BFA8FCDA-6731-459F-8B27-6B71C747965F}" type="presOf" srcId="{9D882A43-DD2E-4AA3-B66B-7DFF2839ED52}" destId="{922D0EF4-0A70-4FD7-9890-4CF291B9B155}" srcOrd="0" destOrd="0" presId="urn:microsoft.com/office/officeart/2024/3/layout/hArchList1"/>
    <dgm:cxn modelId="{3DADF6F9-FEC3-412E-A154-4D7A467D3BF1}" type="presOf" srcId="{35E98210-545C-444C-A498-B791D1B661A9}" destId="{DAF6E5EA-0C24-4C6D-99D6-FF99B4B09686}" srcOrd="0" destOrd="0" presId="urn:microsoft.com/office/officeart/2024/3/layout/hArchList1"/>
    <dgm:cxn modelId="{DBDAA4FB-F189-4B88-9AD2-24E74B453917}" type="presOf" srcId="{72D0255D-6E15-4E07-8105-F49B793F1802}" destId="{D9F433D0-7E88-4EB3-9300-39A56A22C422}" srcOrd="0" destOrd="0" presId="urn:microsoft.com/office/officeart/2024/3/layout/hArchList1"/>
    <dgm:cxn modelId="{5841FA57-1496-418F-B873-89C4AF650041}" type="presParOf" srcId="{B4C95289-23FC-4A47-BBB8-EAEFA8D060AF}" destId="{B88D33C6-63CE-4A23-8EEF-EA9DC3635026}" srcOrd="0" destOrd="0" presId="urn:microsoft.com/office/officeart/2024/3/layout/hArchList1"/>
    <dgm:cxn modelId="{09F05223-20E2-4E0C-A91E-5E770904EC08}" type="presParOf" srcId="{B88D33C6-63CE-4A23-8EEF-EA9DC3635026}" destId="{D9F433D0-7E88-4EB3-9300-39A56A22C422}" srcOrd="0" destOrd="0" presId="urn:microsoft.com/office/officeart/2024/3/layout/hArchList1"/>
    <dgm:cxn modelId="{1E35F1B8-E03A-4F3E-92B8-D6F23FB8D144}" type="presParOf" srcId="{B88D33C6-63CE-4A23-8EEF-EA9DC3635026}" destId="{902F38F0-B39B-4732-B3AA-7244E80621AF}" srcOrd="1" destOrd="0" presId="urn:microsoft.com/office/officeart/2024/3/layout/hArchList1"/>
    <dgm:cxn modelId="{09C58430-5346-48B7-8D5E-C915D2957557}" type="presParOf" srcId="{B4C95289-23FC-4A47-BBB8-EAEFA8D060AF}" destId="{DAF6E5EA-0C24-4C6D-99D6-FF99B4B09686}" srcOrd="1" destOrd="0" presId="urn:microsoft.com/office/officeart/2024/3/layout/hArchList1"/>
    <dgm:cxn modelId="{6F3561E1-E242-4B56-A17A-9061AFD10916}" type="presParOf" srcId="{B4C95289-23FC-4A47-BBB8-EAEFA8D060AF}" destId="{E4DEF899-48FB-40C2-9DC5-CA3DD10EA9F8}" srcOrd="2" destOrd="0" presId="urn:microsoft.com/office/officeart/2024/3/layout/hArchList1"/>
    <dgm:cxn modelId="{2ACE9ADD-C593-44CB-A8C4-B21B3DAD40CC}" type="presParOf" srcId="{E4DEF899-48FB-40C2-9DC5-CA3DD10EA9F8}" destId="{8E6AFCAA-BE8B-45A3-9369-C9584B58C160}" srcOrd="0" destOrd="0" presId="urn:microsoft.com/office/officeart/2024/3/layout/hArchList1"/>
    <dgm:cxn modelId="{D0E342E0-A89F-4012-8E7D-D69F83CDC1C0}" type="presParOf" srcId="{E4DEF899-48FB-40C2-9DC5-CA3DD10EA9F8}" destId="{922D0EF4-0A70-4FD7-9890-4CF291B9B155}" srcOrd="1" destOrd="0" presId="urn:microsoft.com/office/officeart/2024/3/layout/hArchList1"/>
    <dgm:cxn modelId="{B5906A63-59A7-42BA-BEAA-085083856778}" type="presParOf" srcId="{B4C95289-23FC-4A47-BBB8-EAEFA8D060AF}" destId="{4DE86062-4BBB-4A67-9849-6DEF48803121}" srcOrd="3" destOrd="0" presId="urn:microsoft.com/office/officeart/2024/3/layout/hArchList1"/>
    <dgm:cxn modelId="{81F17ACB-E262-4C05-A04D-0BBF7D11F645}" type="presParOf" srcId="{B4C95289-23FC-4A47-BBB8-EAEFA8D060AF}" destId="{569BB1A0-CFC7-47D6-876A-7ACA0E275EAE}" srcOrd="4" destOrd="0" presId="urn:microsoft.com/office/officeart/2024/3/layout/hArchList1"/>
    <dgm:cxn modelId="{BE003F41-A5F1-4610-BF90-2D61444032AD}" type="presParOf" srcId="{569BB1A0-CFC7-47D6-876A-7ACA0E275EAE}" destId="{B1CFAD60-FA10-4D38-A68F-0E400099DA5F}" srcOrd="0" destOrd="0" presId="urn:microsoft.com/office/officeart/2024/3/layout/hArchList1"/>
    <dgm:cxn modelId="{E29FE362-0A01-46B7-B7A1-8B6909D672EF}" type="presParOf" srcId="{569BB1A0-CFC7-47D6-876A-7ACA0E275EAE}" destId="{562EB6F4-A3EA-4112-9223-13145D6B83D6}" srcOrd="1" destOrd="0" presId="urn:microsoft.com/office/officeart/2024/3/layout/hArc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D1CB8101-41F3-4F22-9500-2120CE7B371A}" type="doc">
      <dgm:prSet loTypeId="urn:microsoft.com/office/officeart/2024/3/layout/verticalVisualTextBlock1" loCatId="Picture" qsTypeId="urn:microsoft.com/office/officeart/2005/8/quickstyle/simple4" qsCatId="simple" csTypeId="urn:microsoft.com/office/officeart/2005/8/colors/accent0_3" csCatId="mainScheme" phldr="1"/>
      <dgm:spPr/>
      <dgm:t>
        <a:bodyPr/>
        <a:lstStyle/>
        <a:p>
          <a:endParaRPr lang="en-US"/>
        </a:p>
      </dgm:t>
    </dgm:pt>
    <dgm:pt modelId="{B3BC6C3C-32E1-47EF-8EED-19C40B7B8DB4}">
      <dgm:prSet/>
      <dgm:spPr/>
      <dgm:t>
        <a:bodyPr/>
        <a:lstStyle/>
        <a:p>
          <a:pPr>
            <a:lnSpc>
              <a:spcPct val="100000"/>
            </a:lnSpc>
            <a:defRPr b="1"/>
          </a:pPr>
          <a:r>
            <a:rPr lang="en-US" dirty="0"/>
            <a:t>Substitution Method</a:t>
          </a:r>
        </a:p>
      </dgm:t>
    </dgm:pt>
    <dgm:pt modelId="{4BB70B1E-6410-482C-98C0-89A38E3E5C7D}" type="parTrans" cxnId="{2E201EB8-3F7B-43B0-8216-F8234782826F}">
      <dgm:prSet/>
      <dgm:spPr/>
      <dgm:t>
        <a:bodyPr/>
        <a:lstStyle/>
        <a:p>
          <a:endParaRPr lang="en-US"/>
        </a:p>
      </dgm:t>
    </dgm:pt>
    <dgm:pt modelId="{EC330946-BF87-44A5-A723-60FADBC1FC0A}" type="sibTrans" cxnId="{2E201EB8-3F7B-43B0-8216-F8234782826F}">
      <dgm:prSet/>
      <dgm:spPr/>
      <dgm:t>
        <a:bodyPr/>
        <a:lstStyle/>
        <a:p>
          <a:pPr>
            <a:lnSpc>
              <a:spcPct val="100000"/>
            </a:lnSpc>
            <a:defRPr b="1"/>
          </a:pPr>
          <a:endParaRPr lang="en-US"/>
        </a:p>
      </dgm:t>
    </dgm:pt>
    <dgm:pt modelId="{DA3B442D-B5E8-46D4-AE9B-50E795288C12}">
      <dgm:prSet/>
      <dgm:spPr/>
      <dgm:t>
        <a:bodyPr/>
        <a:lstStyle/>
        <a:p>
          <a:pPr>
            <a:lnSpc>
              <a:spcPct val="100000"/>
            </a:lnSpc>
          </a:pPr>
          <a:r>
            <a:rPr lang="en-US" dirty="0"/>
            <a:t>Substitution replaces sensitive information with fictional but realistic values, preserving data format while protecting privacy.</a:t>
          </a:r>
        </a:p>
      </dgm:t>
    </dgm:pt>
    <dgm:pt modelId="{D6A6FA9E-7323-4C73-B44B-ED5C95A13E2F}" type="parTrans" cxnId="{1A84FAAF-3E36-4891-9654-6A9B85F036F0}">
      <dgm:prSet/>
      <dgm:spPr/>
      <dgm:t>
        <a:bodyPr/>
        <a:lstStyle/>
        <a:p>
          <a:endParaRPr lang="en-US"/>
        </a:p>
      </dgm:t>
    </dgm:pt>
    <dgm:pt modelId="{D679EDBA-2399-4E72-964F-3963D584815F}" type="sibTrans" cxnId="{1A84FAAF-3E36-4891-9654-6A9B85F036F0}">
      <dgm:prSet/>
      <dgm:spPr/>
      <dgm:t>
        <a:bodyPr/>
        <a:lstStyle/>
        <a:p>
          <a:endParaRPr lang="en-US"/>
        </a:p>
      </dgm:t>
    </dgm:pt>
    <dgm:pt modelId="{9B776B84-572C-489A-BC5C-440FFAB799E7}">
      <dgm:prSet/>
      <dgm:spPr/>
      <dgm:t>
        <a:bodyPr/>
        <a:lstStyle/>
        <a:p>
          <a:pPr>
            <a:lnSpc>
              <a:spcPct val="100000"/>
            </a:lnSpc>
            <a:defRPr b="1"/>
          </a:pPr>
          <a:r>
            <a:rPr lang="en-US" dirty="0"/>
            <a:t>Shuffling Technique</a:t>
          </a:r>
        </a:p>
      </dgm:t>
    </dgm:pt>
    <dgm:pt modelId="{90FB0F18-59AD-48DF-97D0-6E362366A3D7}" type="parTrans" cxnId="{87DFFC87-F428-4D09-880C-FE62F3D37EE4}">
      <dgm:prSet/>
      <dgm:spPr/>
      <dgm:t>
        <a:bodyPr/>
        <a:lstStyle/>
        <a:p>
          <a:endParaRPr lang="en-US"/>
        </a:p>
      </dgm:t>
    </dgm:pt>
    <dgm:pt modelId="{7D532A4A-49B7-409B-8687-72E8A9EE7B14}" type="sibTrans" cxnId="{87DFFC87-F428-4D09-880C-FE62F3D37EE4}">
      <dgm:prSet/>
      <dgm:spPr/>
      <dgm:t>
        <a:bodyPr/>
        <a:lstStyle/>
        <a:p>
          <a:pPr>
            <a:lnSpc>
              <a:spcPct val="100000"/>
            </a:lnSpc>
            <a:defRPr b="1"/>
          </a:pPr>
          <a:endParaRPr lang="en-US"/>
        </a:p>
      </dgm:t>
    </dgm:pt>
    <dgm:pt modelId="{7A5273D7-CD3B-4D3E-9683-F2DDCD7A2572}">
      <dgm:prSet/>
      <dgm:spPr/>
      <dgm:t>
        <a:bodyPr/>
        <a:lstStyle/>
        <a:p>
          <a:pPr>
            <a:lnSpc>
              <a:spcPct val="100000"/>
            </a:lnSpc>
          </a:pPr>
          <a:r>
            <a:rPr lang="en-US" dirty="0"/>
            <a:t>Shuffling randomly reorders data within a set, making it harder to link information to real individuals.</a:t>
          </a:r>
        </a:p>
      </dgm:t>
    </dgm:pt>
    <dgm:pt modelId="{889832B0-AEC7-4C86-8A8A-234EF77F5D10}" type="parTrans" cxnId="{333632D2-F2D7-4457-B6BC-5E4E8731908D}">
      <dgm:prSet/>
      <dgm:spPr/>
      <dgm:t>
        <a:bodyPr/>
        <a:lstStyle/>
        <a:p>
          <a:endParaRPr lang="en-US"/>
        </a:p>
      </dgm:t>
    </dgm:pt>
    <dgm:pt modelId="{85C63ECA-DEC0-4435-9A2E-6D64D33264F3}" type="sibTrans" cxnId="{333632D2-F2D7-4457-B6BC-5E4E8731908D}">
      <dgm:prSet/>
      <dgm:spPr/>
      <dgm:t>
        <a:bodyPr/>
        <a:lstStyle/>
        <a:p>
          <a:endParaRPr lang="en-US"/>
        </a:p>
      </dgm:t>
    </dgm:pt>
    <dgm:pt modelId="{56BEB923-3CCE-461D-B80D-79298F861003}">
      <dgm:prSet/>
      <dgm:spPr/>
      <dgm:t>
        <a:bodyPr/>
        <a:lstStyle/>
        <a:p>
          <a:pPr>
            <a:lnSpc>
              <a:spcPct val="100000"/>
            </a:lnSpc>
            <a:defRPr b="1"/>
          </a:pPr>
          <a:r>
            <a:rPr lang="en-US" dirty="0"/>
            <a:t>Character Scrambling</a:t>
          </a:r>
        </a:p>
      </dgm:t>
    </dgm:pt>
    <dgm:pt modelId="{07CD7F4C-B8BC-4DCF-ADF4-327FFC3142C2}" type="parTrans" cxnId="{A5915487-7ADD-496D-BBC0-EB8B742D411D}">
      <dgm:prSet/>
      <dgm:spPr/>
      <dgm:t>
        <a:bodyPr/>
        <a:lstStyle/>
        <a:p>
          <a:endParaRPr lang="en-US"/>
        </a:p>
      </dgm:t>
    </dgm:pt>
    <dgm:pt modelId="{BBEF7D06-3EA2-40F2-86AF-4B1471D60FF4}" type="sibTrans" cxnId="{A5915487-7ADD-496D-BBC0-EB8B742D411D}">
      <dgm:prSet/>
      <dgm:spPr/>
      <dgm:t>
        <a:bodyPr/>
        <a:lstStyle/>
        <a:p>
          <a:endParaRPr lang="en-US"/>
        </a:p>
      </dgm:t>
    </dgm:pt>
    <dgm:pt modelId="{79E01AFA-5CBE-487D-8D3C-0865B5045ECA}">
      <dgm:prSet/>
      <dgm:spPr/>
      <dgm:t>
        <a:bodyPr/>
        <a:lstStyle/>
        <a:p>
          <a:pPr>
            <a:lnSpc>
              <a:spcPct val="100000"/>
            </a:lnSpc>
          </a:pPr>
          <a:r>
            <a:rPr lang="en-US" dirty="0"/>
            <a:t>Character scrambling mixes up characters within data fields, preventing easy identification of the original information.</a:t>
          </a:r>
        </a:p>
      </dgm:t>
    </dgm:pt>
    <dgm:pt modelId="{E8C007AE-AA78-47F4-9928-ECE777190661}" type="parTrans" cxnId="{DB780888-8510-49A7-B346-CFA3EE9F64E9}">
      <dgm:prSet/>
      <dgm:spPr/>
      <dgm:t>
        <a:bodyPr/>
        <a:lstStyle/>
        <a:p>
          <a:endParaRPr lang="en-US"/>
        </a:p>
      </dgm:t>
    </dgm:pt>
    <dgm:pt modelId="{9C06F1A9-EC32-4D51-886A-948F1004B1AC}" type="sibTrans" cxnId="{DB780888-8510-49A7-B346-CFA3EE9F64E9}">
      <dgm:prSet/>
      <dgm:spPr/>
      <dgm:t>
        <a:bodyPr/>
        <a:lstStyle/>
        <a:p>
          <a:endParaRPr lang="en-US"/>
        </a:p>
      </dgm:t>
    </dgm:pt>
    <dgm:pt modelId="{9AC6FD03-ACEC-4726-B4F1-5E7C676E28FD}" type="pres">
      <dgm:prSet presAssocID="{D1CB8101-41F3-4F22-9500-2120CE7B371A}" presName="Root" presStyleCnt="0">
        <dgm:presLayoutVars>
          <dgm:dir/>
          <dgm:resizeHandles val="exact"/>
        </dgm:presLayoutVars>
      </dgm:prSet>
      <dgm:spPr/>
    </dgm:pt>
    <dgm:pt modelId="{6CA3849C-D7D4-4848-BD4A-280A5184A70A}" type="pres">
      <dgm:prSet presAssocID="{B3BC6C3C-32E1-47EF-8EED-19C40B7B8DB4}" presName="Composite" presStyleCnt="0"/>
      <dgm:spPr/>
    </dgm:pt>
    <dgm:pt modelId="{F04F90AE-FB9C-4D6D-8F6E-6841B1DD26A9}" type="pres">
      <dgm:prSet presAssocID="{B3BC6C3C-32E1-47EF-8EED-19C40B7B8DB4}" presName="Picture" presStyleLbl="nod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l="13315" r="11687" b="3"/>
          <a:stretch/>
        </a:blipFill>
      </dgm:spPr>
      <dgm:extLst>
        <a:ext uri="{E40237B7-FDA0-4F09-8148-C483321AD2D9}">
          <dgm14:cNvPr xmlns:dgm14="http://schemas.microsoft.com/office/drawing/2010/diagram" id="0" name="" descr="Computer network server"/>
        </a:ext>
      </dgm:extLst>
    </dgm:pt>
    <dgm:pt modelId="{FECBCE3D-A9EE-4106-8C8F-6734A6D47105}" type="pres">
      <dgm:prSet presAssocID="{B3BC6C3C-32E1-47EF-8EED-19C40B7B8DB4}" presName="Subtitle" presStyleLbl="revTx" presStyleIdx="0" presStyleCnt="6">
        <dgm:presLayoutVars>
          <dgm:chMax val="0"/>
          <dgm:bulletEnabled/>
        </dgm:presLayoutVars>
      </dgm:prSet>
      <dgm:spPr/>
    </dgm:pt>
    <dgm:pt modelId="{407D9444-9F3B-4064-ACE2-F2FC540A130F}" type="pres">
      <dgm:prSet presAssocID="{B3BC6C3C-32E1-47EF-8EED-19C40B7B8DB4}" presName="Description" presStyleLbl="revTx" presStyleIdx="1" presStyleCnt="6">
        <dgm:presLayoutVars>
          <dgm:bulletEnabled/>
        </dgm:presLayoutVars>
      </dgm:prSet>
      <dgm:spPr/>
    </dgm:pt>
    <dgm:pt modelId="{74EDA744-34F8-4740-90F9-87C4562B085C}" type="pres">
      <dgm:prSet presAssocID="{EC330946-BF87-44A5-A723-60FADBC1FC0A}" presName="sibTrans" presStyleLbl="sibTrans2D1" presStyleIdx="0" presStyleCnt="0"/>
      <dgm:spPr/>
    </dgm:pt>
    <dgm:pt modelId="{80B98C82-D1C3-449E-8252-12B813DDE1DE}" type="pres">
      <dgm:prSet presAssocID="{9B776B84-572C-489A-BC5C-440FFAB799E7}" presName="Composite" presStyleCnt="0"/>
      <dgm:spPr/>
    </dgm:pt>
    <dgm:pt modelId="{E579B0A6-CCF3-4317-A537-B0898AA63331}" type="pres">
      <dgm:prSet presAssocID="{9B776B84-572C-489A-BC5C-440FFAB799E7}" presName="Picture" presStyleLbl="nod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l="25000" r="2" b="3"/>
          <a:stretch/>
        </a:blipFill>
      </dgm:spPr>
      <dgm:extLst>
        <a:ext uri="{E40237B7-FDA0-4F09-8148-C483321AD2D9}">
          <dgm14:cNvPr xmlns:dgm14="http://schemas.microsoft.com/office/drawing/2010/diagram" id="0" name="" descr="Percent Symbol Background"/>
        </a:ext>
      </dgm:extLst>
    </dgm:pt>
    <dgm:pt modelId="{206F1714-DB6C-439D-8C59-1183E42FED4A}" type="pres">
      <dgm:prSet presAssocID="{9B776B84-572C-489A-BC5C-440FFAB799E7}" presName="Subtitle" presStyleLbl="revTx" presStyleIdx="2" presStyleCnt="6">
        <dgm:presLayoutVars>
          <dgm:chMax val="0"/>
          <dgm:bulletEnabled/>
        </dgm:presLayoutVars>
      </dgm:prSet>
      <dgm:spPr/>
    </dgm:pt>
    <dgm:pt modelId="{6B81CEBE-7834-4601-AB72-5F82A009CAB0}" type="pres">
      <dgm:prSet presAssocID="{9B776B84-572C-489A-BC5C-440FFAB799E7}" presName="Description" presStyleLbl="revTx" presStyleIdx="3" presStyleCnt="6">
        <dgm:presLayoutVars>
          <dgm:bulletEnabled/>
        </dgm:presLayoutVars>
      </dgm:prSet>
      <dgm:spPr/>
    </dgm:pt>
    <dgm:pt modelId="{F292B69D-4520-48CC-9F9A-99E0EB03845A}" type="pres">
      <dgm:prSet presAssocID="{7D532A4A-49B7-409B-8687-72E8A9EE7B14}" presName="sibTrans" presStyleLbl="sibTrans2D1" presStyleIdx="0" presStyleCnt="0"/>
      <dgm:spPr/>
    </dgm:pt>
    <dgm:pt modelId="{EC20247F-3BC0-436D-9E15-A3F2A54CA938}" type="pres">
      <dgm:prSet presAssocID="{56BEB923-3CCE-461D-B80D-79298F861003}" presName="Composite" presStyleCnt="0"/>
      <dgm:spPr/>
    </dgm:pt>
    <dgm:pt modelId="{089EF9FD-9046-4BDE-9609-1AA9780BA2D7}" type="pres">
      <dgm:prSet presAssocID="{56BEB923-3CCE-461D-B80D-79298F861003}" presName="Picture" presStyleLbl="nod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l="19180" r="27821" b="1"/>
          <a:stretch/>
        </a:blipFill>
      </dgm:spPr>
      <dgm:extLst>
        <a:ext uri="{E40237B7-FDA0-4F09-8148-C483321AD2D9}">
          <dgm14:cNvPr xmlns:dgm14="http://schemas.microsoft.com/office/drawing/2010/diagram" id="0" name="" descr="Flag of the Federated States of Micronesia on a computer binary codes falling from the top and fading away."/>
        </a:ext>
      </dgm:extLst>
    </dgm:pt>
    <dgm:pt modelId="{36CD5733-D801-4D87-8013-CEF9DAC41ADB}" type="pres">
      <dgm:prSet presAssocID="{56BEB923-3CCE-461D-B80D-79298F861003}" presName="Subtitle" presStyleLbl="revTx" presStyleIdx="4" presStyleCnt="6">
        <dgm:presLayoutVars>
          <dgm:chMax val="0"/>
          <dgm:bulletEnabled/>
        </dgm:presLayoutVars>
      </dgm:prSet>
      <dgm:spPr/>
    </dgm:pt>
    <dgm:pt modelId="{B0D58FD0-A00F-4766-BDFD-98E7445565D1}" type="pres">
      <dgm:prSet presAssocID="{56BEB923-3CCE-461D-B80D-79298F861003}" presName="Description" presStyleLbl="revTx" presStyleIdx="5" presStyleCnt="6">
        <dgm:presLayoutVars>
          <dgm:bulletEnabled/>
        </dgm:presLayoutVars>
      </dgm:prSet>
      <dgm:spPr/>
    </dgm:pt>
  </dgm:ptLst>
  <dgm:cxnLst>
    <dgm:cxn modelId="{9B8E861E-34DD-4202-B387-9146FBF658AB}" type="presOf" srcId="{D1CB8101-41F3-4F22-9500-2120CE7B371A}" destId="{9AC6FD03-ACEC-4726-B4F1-5E7C676E28FD}" srcOrd="0" destOrd="0" presId="urn:microsoft.com/office/officeart/2024/3/layout/verticalVisualTextBlock1"/>
    <dgm:cxn modelId="{A44D4F26-E9D9-413C-AD77-B9B53513699D}" type="presOf" srcId="{56BEB923-3CCE-461D-B80D-79298F861003}" destId="{36CD5733-D801-4D87-8013-CEF9DAC41ADB}" srcOrd="0" destOrd="0" presId="urn:microsoft.com/office/officeart/2024/3/layout/verticalVisualTextBlock1"/>
    <dgm:cxn modelId="{90B2713C-19FC-48A2-B2E9-9113633B704F}" type="presOf" srcId="{9B776B84-572C-489A-BC5C-440FFAB799E7}" destId="{206F1714-DB6C-439D-8C59-1183E42FED4A}" srcOrd="0" destOrd="0" presId="urn:microsoft.com/office/officeart/2024/3/layout/verticalVisualTextBlock1"/>
    <dgm:cxn modelId="{03A9395D-3576-404D-8D77-9A482BE5B83A}" type="presOf" srcId="{DA3B442D-B5E8-46D4-AE9B-50E795288C12}" destId="{407D9444-9F3B-4064-ACE2-F2FC540A130F}" srcOrd="0" destOrd="0" presId="urn:microsoft.com/office/officeart/2024/3/layout/verticalVisualTextBlock1"/>
    <dgm:cxn modelId="{F4BDB26C-0D6D-4607-9A46-58B70AA8DE34}" type="presOf" srcId="{B3BC6C3C-32E1-47EF-8EED-19C40B7B8DB4}" destId="{FECBCE3D-A9EE-4106-8C8F-6734A6D47105}" srcOrd="0" destOrd="0" presId="urn:microsoft.com/office/officeart/2024/3/layout/verticalVisualTextBlock1"/>
    <dgm:cxn modelId="{FBBA4074-6D83-47DB-A61E-65CCE6B72A40}" type="presOf" srcId="{7A5273D7-CD3B-4D3E-9683-F2DDCD7A2572}" destId="{6B81CEBE-7834-4601-AB72-5F82A009CAB0}" srcOrd="0" destOrd="0" presId="urn:microsoft.com/office/officeart/2024/3/layout/verticalVisualTextBlock1"/>
    <dgm:cxn modelId="{DB046175-158D-4250-99CA-C44670565B34}" type="presOf" srcId="{79E01AFA-5CBE-487D-8D3C-0865B5045ECA}" destId="{B0D58FD0-A00F-4766-BDFD-98E7445565D1}" srcOrd="0" destOrd="0" presId="urn:microsoft.com/office/officeart/2024/3/layout/verticalVisualTextBlock1"/>
    <dgm:cxn modelId="{A5915487-7ADD-496D-BBC0-EB8B742D411D}" srcId="{D1CB8101-41F3-4F22-9500-2120CE7B371A}" destId="{56BEB923-3CCE-461D-B80D-79298F861003}" srcOrd="2" destOrd="0" parTransId="{07CD7F4C-B8BC-4DCF-ADF4-327FFC3142C2}" sibTransId="{BBEF7D06-3EA2-40F2-86AF-4B1471D60FF4}"/>
    <dgm:cxn modelId="{87DFFC87-F428-4D09-880C-FE62F3D37EE4}" srcId="{D1CB8101-41F3-4F22-9500-2120CE7B371A}" destId="{9B776B84-572C-489A-BC5C-440FFAB799E7}" srcOrd="1" destOrd="0" parTransId="{90FB0F18-59AD-48DF-97D0-6E362366A3D7}" sibTransId="{7D532A4A-49B7-409B-8687-72E8A9EE7B14}"/>
    <dgm:cxn modelId="{DB780888-8510-49A7-B346-CFA3EE9F64E9}" srcId="{56BEB923-3CCE-461D-B80D-79298F861003}" destId="{79E01AFA-5CBE-487D-8D3C-0865B5045ECA}" srcOrd="0" destOrd="0" parTransId="{E8C007AE-AA78-47F4-9928-ECE777190661}" sibTransId="{9C06F1A9-EC32-4D51-886A-948F1004B1AC}"/>
    <dgm:cxn modelId="{B0193091-4BBC-4E01-A38B-08C799E4BF85}" type="presOf" srcId="{7D532A4A-49B7-409B-8687-72E8A9EE7B14}" destId="{F292B69D-4520-48CC-9F9A-99E0EB03845A}" srcOrd="0" destOrd="0" presId="urn:microsoft.com/office/officeart/2024/3/layout/verticalVisualTextBlock1"/>
    <dgm:cxn modelId="{1A84FAAF-3E36-4891-9654-6A9B85F036F0}" srcId="{B3BC6C3C-32E1-47EF-8EED-19C40B7B8DB4}" destId="{DA3B442D-B5E8-46D4-AE9B-50E795288C12}" srcOrd="0" destOrd="0" parTransId="{D6A6FA9E-7323-4C73-B44B-ED5C95A13E2F}" sibTransId="{D679EDBA-2399-4E72-964F-3963D584815F}"/>
    <dgm:cxn modelId="{2E201EB8-3F7B-43B0-8216-F8234782826F}" srcId="{D1CB8101-41F3-4F22-9500-2120CE7B371A}" destId="{B3BC6C3C-32E1-47EF-8EED-19C40B7B8DB4}" srcOrd="0" destOrd="0" parTransId="{4BB70B1E-6410-482C-98C0-89A38E3E5C7D}" sibTransId="{EC330946-BF87-44A5-A723-60FADBC1FC0A}"/>
    <dgm:cxn modelId="{333632D2-F2D7-4457-B6BC-5E4E8731908D}" srcId="{9B776B84-572C-489A-BC5C-440FFAB799E7}" destId="{7A5273D7-CD3B-4D3E-9683-F2DDCD7A2572}" srcOrd="0" destOrd="0" parTransId="{889832B0-AEC7-4C86-8A8A-234EF77F5D10}" sibTransId="{85C63ECA-DEC0-4435-9A2E-6D64D33264F3}"/>
    <dgm:cxn modelId="{CC025CF7-8324-4174-8523-BD29BA393B54}" type="presOf" srcId="{EC330946-BF87-44A5-A723-60FADBC1FC0A}" destId="{74EDA744-34F8-4740-90F9-87C4562B085C}" srcOrd="0" destOrd="0" presId="urn:microsoft.com/office/officeart/2024/3/layout/verticalVisualTextBlock1"/>
    <dgm:cxn modelId="{FADDDB80-A3ED-46C1-A91C-8C8E0D8208F8}" type="presParOf" srcId="{9AC6FD03-ACEC-4726-B4F1-5E7C676E28FD}" destId="{6CA3849C-D7D4-4848-BD4A-280A5184A70A}" srcOrd="0" destOrd="0" presId="urn:microsoft.com/office/officeart/2024/3/layout/verticalVisualTextBlock1"/>
    <dgm:cxn modelId="{D85A2768-4103-4D12-8B14-DB128B79AF0E}" type="presParOf" srcId="{6CA3849C-D7D4-4848-BD4A-280A5184A70A}" destId="{F04F90AE-FB9C-4D6D-8F6E-6841B1DD26A9}" srcOrd="0" destOrd="0" presId="urn:microsoft.com/office/officeart/2024/3/layout/verticalVisualTextBlock1"/>
    <dgm:cxn modelId="{2B079462-BC11-4B2A-A0E3-33BC3CDBCDFB}" type="presParOf" srcId="{6CA3849C-D7D4-4848-BD4A-280A5184A70A}" destId="{FECBCE3D-A9EE-4106-8C8F-6734A6D47105}" srcOrd="1" destOrd="0" presId="urn:microsoft.com/office/officeart/2024/3/layout/verticalVisualTextBlock1"/>
    <dgm:cxn modelId="{D88F9D0E-4D8D-48AB-B5FD-19A98574736F}" type="presParOf" srcId="{6CA3849C-D7D4-4848-BD4A-280A5184A70A}" destId="{407D9444-9F3B-4064-ACE2-F2FC540A130F}" srcOrd="2" destOrd="0" presId="urn:microsoft.com/office/officeart/2024/3/layout/verticalVisualTextBlock1"/>
    <dgm:cxn modelId="{5688C2E7-828C-43E9-86AE-1E0B3D34793A}" type="presParOf" srcId="{9AC6FD03-ACEC-4726-B4F1-5E7C676E28FD}" destId="{74EDA744-34F8-4740-90F9-87C4562B085C}" srcOrd="1" destOrd="0" presId="urn:microsoft.com/office/officeart/2024/3/layout/verticalVisualTextBlock1"/>
    <dgm:cxn modelId="{4B5D294D-4C2E-440E-ADD2-E6DE5A063764}" type="presParOf" srcId="{9AC6FD03-ACEC-4726-B4F1-5E7C676E28FD}" destId="{80B98C82-D1C3-449E-8252-12B813DDE1DE}" srcOrd="2" destOrd="0" presId="urn:microsoft.com/office/officeart/2024/3/layout/verticalVisualTextBlock1"/>
    <dgm:cxn modelId="{F54216A7-C2FA-40D7-8E39-3229FA98742B}" type="presParOf" srcId="{80B98C82-D1C3-449E-8252-12B813DDE1DE}" destId="{E579B0A6-CCF3-4317-A537-B0898AA63331}" srcOrd="0" destOrd="0" presId="urn:microsoft.com/office/officeart/2024/3/layout/verticalVisualTextBlock1"/>
    <dgm:cxn modelId="{2A9C0B91-8099-4754-B13F-A547F4F5E872}" type="presParOf" srcId="{80B98C82-D1C3-449E-8252-12B813DDE1DE}" destId="{206F1714-DB6C-439D-8C59-1183E42FED4A}" srcOrd="1" destOrd="0" presId="urn:microsoft.com/office/officeart/2024/3/layout/verticalVisualTextBlock1"/>
    <dgm:cxn modelId="{7940539B-310D-432B-A2D8-CDC34406B667}" type="presParOf" srcId="{80B98C82-D1C3-449E-8252-12B813DDE1DE}" destId="{6B81CEBE-7834-4601-AB72-5F82A009CAB0}" srcOrd="2" destOrd="0" presId="urn:microsoft.com/office/officeart/2024/3/layout/verticalVisualTextBlock1"/>
    <dgm:cxn modelId="{ED1A68B8-A910-411D-83AD-570642BF891D}" type="presParOf" srcId="{9AC6FD03-ACEC-4726-B4F1-5E7C676E28FD}" destId="{F292B69D-4520-48CC-9F9A-99E0EB03845A}" srcOrd="3" destOrd="0" presId="urn:microsoft.com/office/officeart/2024/3/layout/verticalVisualTextBlock1"/>
    <dgm:cxn modelId="{63448AD6-9DCA-4017-AFB0-BDC13E910FFA}" type="presParOf" srcId="{9AC6FD03-ACEC-4726-B4F1-5E7C676E28FD}" destId="{EC20247F-3BC0-436D-9E15-A3F2A54CA938}" srcOrd="4" destOrd="0" presId="urn:microsoft.com/office/officeart/2024/3/layout/verticalVisualTextBlock1"/>
    <dgm:cxn modelId="{911C7455-7A7B-41D4-BA85-26919DB91B24}" type="presParOf" srcId="{EC20247F-3BC0-436D-9E15-A3F2A54CA938}" destId="{089EF9FD-9046-4BDE-9609-1AA9780BA2D7}" srcOrd="0" destOrd="0" presId="urn:microsoft.com/office/officeart/2024/3/layout/verticalVisualTextBlock1"/>
    <dgm:cxn modelId="{6339718A-7DF7-4B65-B769-ECDEEB0673FD}" type="presParOf" srcId="{EC20247F-3BC0-436D-9E15-A3F2A54CA938}" destId="{36CD5733-D801-4D87-8013-CEF9DAC41ADB}" srcOrd="1" destOrd="0" presId="urn:microsoft.com/office/officeart/2024/3/layout/verticalVisualTextBlock1"/>
    <dgm:cxn modelId="{8BB662F8-6078-47AC-B694-27FF4A3AD191}" type="presParOf" srcId="{EC20247F-3BC0-436D-9E15-A3F2A54CA938}" destId="{B0D58FD0-A00F-4766-BDFD-98E7445565D1}" srcOrd="2" destOrd="0" presId="urn:microsoft.com/office/officeart/2024/3/layout/verticalVisualTextBlock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A0B8ABDB-F182-4D5B-945E-73BEF94C1E56}" type="doc">
      <dgm:prSet loTypeId="urn:microsoft.com/office/officeart/2024/3/layout/hArchList1" loCatId="List" qsTypeId="urn:microsoft.com/office/officeart/2005/8/quickstyle/simple1" qsCatId="simple" csTypeId="urn:microsoft.com/office/officeart/2005/8/colors/accent1_2" csCatId="accent1" phldr="1"/>
      <dgm:spPr/>
      <dgm:t>
        <a:bodyPr/>
        <a:lstStyle/>
        <a:p>
          <a:endParaRPr lang="en-US"/>
        </a:p>
      </dgm:t>
    </dgm:pt>
    <dgm:pt modelId="{3B094773-59BE-452C-8069-7AEA3987B63D}">
      <dgm:prSet custT="1"/>
      <dgm:spPr/>
      <dgm:t>
        <a:bodyPr/>
        <a:lstStyle/>
        <a:p>
          <a:pPr>
            <a:lnSpc>
              <a:spcPct val="100000"/>
            </a:lnSpc>
            <a:defRPr b="1"/>
          </a:pPr>
          <a:r>
            <a:rPr lang="en-US" sz="1600" b="1" i="0" dirty="0"/>
            <a:t>Protect Sensitive Financial Data</a:t>
          </a:r>
          <a:endParaRPr lang="en-US" sz="1600" b="1" dirty="0"/>
        </a:p>
      </dgm:t>
    </dgm:pt>
    <dgm:pt modelId="{4C77E084-3F7D-4FC9-8974-82D0041C4493}" type="parTrans" cxnId="{4B4353FD-943B-4A41-8CDF-D8C7503ED7B1}">
      <dgm:prSet/>
      <dgm:spPr/>
      <dgm:t>
        <a:bodyPr/>
        <a:lstStyle/>
        <a:p>
          <a:endParaRPr lang="en-US"/>
        </a:p>
      </dgm:t>
    </dgm:pt>
    <dgm:pt modelId="{D056A450-B59D-47FB-ABC0-71075C0CD467}" type="sibTrans" cxnId="{4B4353FD-943B-4A41-8CDF-D8C7503ED7B1}">
      <dgm:prSet/>
      <dgm:spPr/>
      <dgm:t>
        <a:bodyPr/>
        <a:lstStyle/>
        <a:p>
          <a:pPr>
            <a:lnSpc>
              <a:spcPct val="100000"/>
            </a:lnSpc>
            <a:defRPr b="1"/>
          </a:pPr>
          <a:endParaRPr lang="en-US"/>
        </a:p>
      </dgm:t>
    </dgm:pt>
    <dgm:pt modelId="{9020D57F-6EC5-406E-B870-83C22AD296F4}">
      <dgm:prSet custT="1"/>
      <dgm:spPr/>
      <dgm:t>
        <a:bodyPr/>
        <a:lstStyle/>
        <a:p>
          <a:pPr>
            <a:lnSpc>
              <a:spcPct val="100000"/>
            </a:lnSpc>
          </a:pPr>
          <a:r>
            <a:rPr lang="en-US" sz="1400" b="0" i="0" dirty="0"/>
            <a:t>Security testing protects sensitive financial data from breaches and fraud, preserving customer trust and bank integrity.</a:t>
          </a:r>
          <a:endParaRPr lang="en-US" sz="1400" dirty="0"/>
        </a:p>
      </dgm:t>
    </dgm:pt>
    <dgm:pt modelId="{806F8FA8-F0C8-4C1C-B888-1CF138ACD0F4}" type="parTrans" cxnId="{99289914-6FB8-4AEE-9829-5D37D75C3086}">
      <dgm:prSet/>
      <dgm:spPr/>
      <dgm:t>
        <a:bodyPr/>
        <a:lstStyle/>
        <a:p>
          <a:endParaRPr lang="en-US"/>
        </a:p>
      </dgm:t>
    </dgm:pt>
    <dgm:pt modelId="{5F4FAD64-EE99-4C44-B00B-E05111BC27B1}" type="sibTrans" cxnId="{99289914-6FB8-4AEE-9829-5D37D75C3086}">
      <dgm:prSet/>
      <dgm:spPr/>
      <dgm:t>
        <a:bodyPr/>
        <a:lstStyle/>
        <a:p>
          <a:endParaRPr lang="en-US"/>
        </a:p>
      </dgm:t>
    </dgm:pt>
    <dgm:pt modelId="{3BB4FCB9-B983-4569-A91A-DB1F4052F0F4}">
      <dgm:prSet custT="1"/>
      <dgm:spPr/>
      <dgm:t>
        <a:bodyPr/>
        <a:lstStyle/>
        <a:p>
          <a:pPr>
            <a:lnSpc>
              <a:spcPct val="100000"/>
            </a:lnSpc>
            <a:defRPr b="1"/>
          </a:pPr>
          <a:r>
            <a:rPr lang="en-US" sz="1600" b="1" i="0" dirty="0"/>
            <a:t>Validate Security Mechanisms</a:t>
          </a:r>
          <a:endParaRPr lang="en-US" sz="1600" b="1" dirty="0"/>
        </a:p>
      </dgm:t>
    </dgm:pt>
    <dgm:pt modelId="{0449BA0D-9032-4277-A8DB-ECC624C42980}" type="parTrans" cxnId="{90143498-7584-45CF-B795-164434DCCFFC}">
      <dgm:prSet/>
      <dgm:spPr/>
      <dgm:t>
        <a:bodyPr/>
        <a:lstStyle/>
        <a:p>
          <a:endParaRPr lang="en-US"/>
        </a:p>
      </dgm:t>
    </dgm:pt>
    <dgm:pt modelId="{2B8093A3-494D-475A-91E2-F8F3EF5D5C16}" type="sibTrans" cxnId="{90143498-7584-45CF-B795-164434DCCFFC}">
      <dgm:prSet/>
      <dgm:spPr/>
      <dgm:t>
        <a:bodyPr/>
        <a:lstStyle/>
        <a:p>
          <a:pPr>
            <a:lnSpc>
              <a:spcPct val="100000"/>
            </a:lnSpc>
            <a:defRPr b="1"/>
          </a:pPr>
          <a:endParaRPr lang="en-US"/>
        </a:p>
      </dgm:t>
    </dgm:pt>
    <dgm:pt modelId="{2E796715-301E-41F4-B1FE-569A96EEB84C}">
      <dgm:prSet custT="1"/>
      <dgm:spPr/>
      <dgm:t>
        <a:bodyPr/>
        <a:lstStyle/>
        <a:p>
          <a:pPr>
            <a:lnSpc>
              <a:spcPct val="100000"/>
            </a:lnSpc>
          </a:pPr>
          <a:r>
            <a:rPr lang="en-US" sz="1400" b="0" i="0" dirty="0"/>
            <a:t>Testing verifies authentication, encryption, and access controls to ensure banking infrastructure resilience against threats.</a:t>
          </a:r>
          <a:endParaRPr lang="en-US" sz="1400" dirty="0"/>
        </a:p>
      </dgm:t>
    </dgm:pt>
    <dgm:pt modelId="{959B8A27-5276-4087-B0B1-56A59CE88977}" type="parTrans" cxnId="{3F4B087F-15B6-41BD-A6F7-0F4469F5B129}">
      <dgm:prSet/>
      <dgm:spPr/>
      <dgm:t>
        <a:bodyPr/>
        <a:lstStyle/>
        <a:p>
          <a:endParaRPr lang="en-US"/>
        </a:p>
      </dgm:t>
    </dgm:pt>
    <dgm:pt modelId="{DF2C88E1-7A83-4370-9C59-9C37CFFBB8F1}" type="sibTrans" cxnId="{3F4B087F-15B6-41BD-A6F7-0F4469F5B129}">
      <dgm:prSet/>
      <dgm:spPr/>
      <dgm:t>
        <a:bodyPr/>
        <a:lstStyle/>
        <a:p>
          <a:endParaRPr lang="en-US"/>
        </a:p>
      </dgm:t>
    </dgm:pt>
    <dgm:pt modelId="{F5D2AC5C-7484-4116-939F-F5A85DBBB8BC}">
      <dgm:prSet custT="1"/>
      <dgm:spPr/>
      <dgm:t>
        <a:bodyPr/>
        <a:lstStyle/>
        <a:p>
          <a:pPr>
            <a:lnSpc>
              <a:spcPct val="100000"/>
            </a:lnSpc>
            <a:defRPr b="1"/>
          </a:pPr>
          <a:r>
            <a:rPr lang="en-US" sz="1600" b="1" i="0" dirty="0"/>
            <a:t>Identify and Mitigate Vulnerabilities</a:t>
          </a:r>
          <a:endParaRPr lang="en-US" sz="1600" b="1" dirty="0"/>
        </a:p>
      </dgm:t>
    </dgm:pt>
    <dgm:pt modelId="{0FDF0CA2-F2C7-47C2-8351-065ABB6B27EE}" type="parTrans" cxnId="{7781EF64-6CD0-4D2F-B468-1E4487FBD91C}">
      <dgm:prSet/>
      <dgm:spPr/>
      <dgm:t>
        <a:bodyPr/>
        <a:lstStyle/>
        <a:p>
          <a:endParaRPr lang="en-US"/>
        </a:p>
      </dgm:t>
    </dgm:pt>
    <dgm:pt modelId="{99A6168E-30BE-48C6-BEE8-AD6A3595D9EA}" type="sibTrans" cxnId="{7781EF64-6CD0-4D2F-B468-1E4487FBD91C}">
      <dgm:prSet/>
      <dgm:spPr/>
      <dgm:t>
        <a:bodyPr/>
        <a:lstStyle/>
        <a:p>
          <a:pPr>
            <a:lnSpc>
              <a:spcPct val="100000"/>
            </a:lnSpc>
            <a:defRPr b="1"/>
          </a:pPr>
          <a:endParaRPr lang="en-US"/>
        </a:p>
      </dgm:t>
    </dgm:pt>
    <dgm:pt modelId="{8CAD94AA-F353-4B87-B6C8-A3417AE430EC}">
      <dgm:prSet custT="1"/>
      <dgm:spPr/>
      <dgm:t>
        <a:bodyPr/>
        <a:lstStyle/>
        <a:p>
          <a:pPr>
            <a:lnSpc>
              <a:spcPct val="100000"/>
            </a:lnSpc>
          </a:pPr>
          <a:r>
            <a:rPr lang="en-US" sz="1400" b="0" i="0" dirty="0"/>
            <a:t>Security testing uncovers vulnerabilities early, allowing mitigation before exploitation to safeguard reputation and stability</a:t>
          </a:r>
          <a:r>
            <a:rPr lang="en-US" sz="1100" b="0" i="0" dirty="0"/>
            <a:t>.</a:t>
          </a:r>
          <a:endParaRPr lang="en-US" sz="1100" dirty="0"/>
        </a:p>
      </dgm:t>
    </dgm:pt>
    <dgm:pt modelId="{3A83C15A-55F7-4850-AFDE-AE95D4212DBC}" type="parTrans" cxnId="{42630217-4FF5-489A-BF88-5890E7A17BEA}">
      <dgm:prSet/>
      <dgm:spPr/>
      <dgm:t>
        <a:bodyPr/>
        <a:lstStyle/>
        <a:p>
          <a:endParaRPr lang="en-US"/>
        </a:p>
      </dgm:t>
    </dgm:pt>
    <dgm:pt modelId="{4163A36A-27F2-49E9-BD23-343FFB0C99A6}" type="sibTrans" cxnId="{42630217-4FF5-489A-BF88-5890E7A17BEA}">
      <dgm:prSet/>
      <dgm:spPr/>
      <dgm:t>
        <a:bodyPr/>
        <a:lstStyle/>
        <a:p>
          <a:endParaRPr lang="en-US"/>
        </a:p>
      </dgm:t>
    </dgm:pt>
    <dgm:pt modelId="{800918C2-DC45-450F-B37A-C95E2850FFD0}">
      <dgm:prSet custT="1"/>
      <dgm:spPr/>
      <dgm:t>
        <a:bodyPr/>
        <a:lstStyle/>
        <a:p>
          <a:pPr>
            <a:lnSpc>
              <a:spcPct val="100000"/>
            </a:lnSpc>
            <a:defRPr b="1"/>
          </a:pPr>
          <a:r>
            <a:rPr lang="en-US" sz="1600" b="1" i="0" dirty="0"/>
            <a:t>Ensure Compliance and Continuity</a:t>
          </a:r>
          <a:endParaRPr lang="en-US" sz="1600" b="1" dirty="0"/>
        </a:p>
      </dgm:t>
    </dgm:pt>
    <dgm:pt modelId="{B88429E6-C67E-49E9-908E-5FC9F8037FD9}" type="parTrans" cxnId="{24CF4B80-B35F-4BE8-8F7E-F93936D6E8E3}">
      <dgm:prSet/>
      <dgm:spPr/>
      <dgm:t>
        <a:bodyPr/>
        <a:lstStyle/>
        <a:p>
          <a:endParaRPr lang="en-US"/>
        </a:p>
      </dgm:t>
    </dgm:pt>
    <dgm:pt modelId="{DD5E8230-E9D8-405A-A9E4-02B71C90978D}" type="sibTrans" cxnId="{24CF4B80-B35F-4BE8-8F7E-F93936D6E8E3}">
      <dgm:prSet/>
      <dgm:spPr/>
      <dgm:t>
        <a:bodyPr/>
        <a:lstStyle/>
        <a:p>
          <a:endParaRPr lang="en-US"/>
        </a:p>
      </dgm:t>
    </dgm:pt>
    <dgm:pt modelId="{1350AE61-10F7-445B-B47F-4AF0F512B4A3}">
      <dgm:prSet custT="1"/>
      <dgm:spPr/>
      <dgm:t>
        <a:bodyPr/>
        <a:lstStyle/>
        <a:p>
          <a:pPr>
            <a:lnSpc>
              <a:spcPct val="100000"/>
            </a:lnSpc>
          </a:pPr>
          <a:r>
            <a:rPr lang="en-US" sz="1400" b="0" i="0" dirty="0"/>
            <a:t>Testing supports regulatory compliance and operational continuity amidst growing cyber threats and digital transformation.</a:t>
          </a:r>
          <a:endParaRPr lang="en-US" sz="1400" dirty="0"/>
        </a:p>
      </dgm:t>
    </dgm:pt>
    <dgm:pt modelId="{BD92E2FD-9884-4181-9702-2E67C857897B}" type="parTrans" cxnId="{B1929C5C-4014-4F06-910E-0B508EC20EFD}">
      <dgm:prSet/>
      <dgm:spPr/>
      <dgm:t>
        <a:bodyPr/>
        <a:lstStyle/>
        <a:p>
          <a:endParaRPr lang="en-US"/>
        </a:p>
      </dgm:t>
    </dgm:pt>
    <dgm:pt modelId="{4E07B7B8-8CC0-4B2C-9B60-B3BBFE4EAA43}" type="sibTrans" cxnId="{B1929C5C-4014-4F06-910E-0B508EC20EFD}">
      <dgm:prSet/>
      <dgm:spPr/>
      <dgm:t>
        <a:bodyPr/>
        <a:lstStyle/>
        <a:p>
          <a:endParaRPr lang="en-US"/>
        </a:p>
      </dgm:t>
    </dgm:pt>
    <dgm:pt modelId="{EAB83217-CDFF-48A3-8DA9-AC589C69C56D}" type="pres">
      <dgm:prSet presAssocID="{A0B8ABDB-F182-4D5B-945E-73BEF94C1E56}" presName="Name0" presStyleCnt="0">
        <dgm:presLayoutVars>
          <dgm:dir/>
          <dgm:resizeHandles val="exact"/>
        </dgm:presLayoutVars>
      </dgm:prSet>
      <dgm:spPr/>
    </dgm:pt>
    <dgm:pt modelId="{3AF068E5-1F2A-48A5-886A-27D6AC3E0890}" type="pres">
      <dgm:prSet presAssocID="{3B094773-59BE-452C-8069-7AEA3987B63D}" presName="compNode" presStyleCnt="0"/>
      <dgm:spPr/>
    </dgm:pt>
    <dgm:pt modelId="{BB961D05-3591-40E2-8D36-4FAD74521860}" type="pres">
      <dgm:prSet presAssocID="{3B094773-59BE-452C-8069-7AEA3987B63D}" presName="pictRect" presStyleLbl="revTx" presStyleIdx="0" presStyleCnt="8">
        <dgm:presLayoutVars>
          <dgm:chMax val="0"/>
          <dgm:bulletEnabled/>
        </dgm:presLayoutVars>
      </dgm:prSet>
      <dgm:spPr/>
    </dgm:pt>
    <dgm:pt modelId="{BE7AC42D-C0FF-4160-B89A-0A24CDE95296}" type="pres">
      <dgm:prSet presAssocID="{3B094773-59BE-452C-8069-7AEA3987B63D}" presName="textRect" presStyleLbl="revTx" presStyleIdx="1" presStyleCnt="8">
        <dgm:presLayoutVars>
          <dgm:bulletEnabled/>
        </dgm:presLayoutVars>
      </dgm:prSet>
      <dgm:spPr/>
    </dgm:pt>
    <dgm:pt modelId="{9C463A33-8E4E-4C24-9316-0B6682BDE5DD}" type="pres">
      <dgm:prSet presAssocID="{D056A450-B59D-47FB-ABC0-71075C0CD467}" presName="sibTrans" presStyleLbl="sibTrans2D1" presStyleIdx="0" presStyleCnt="0"/>
      <dgm:spPr/>
    </dgm:pt>
    <dgm:pt modelId="{960D3D6B-20EA-4520-B030-1DEEF330A108}" type="pres">
      <dgm:prSet presAssocID="{3BB4FCB9-B983-4569-A91A-DB1F4052F0F4}" presName="compNode" presStyleCnt="0"/>
      <dgm:spPr/>
    </dgm:pt>
    <dgm:pt modelId="{F8703B35-0E46-4255-B65E-3511913BC454}" type="pres">
      <dgm:prSet presAssocID="{3BB4FCB9-B983-4569-A91A-DB1F4052F0F4}" presName="pictRect" presStyleLbl="revTx" presStyleIdx="2" presStyleCnt="8">
        <dgm:presLayoutVars>
          <dgm:chMax val="0"/>
          <dgm:bulletEnabled/>
        </dgm:presLayoutVars>
      </dgm:prSet>
      <dgm:spPr/>
    </dgm:pt>
    <dgm:pt modelId="{46717C6A-1691-4587-8DD7-D230F741D2CB}" type="pres">
      <dgm:prSet presAssocID="{3BB4FCB9-B983-4569-A91A-DB1F4052F0F4}" presName="textRect" presStyleLbl="revTx" presStyleIdx="3" presStyleCnt="8">
        <dgm:presLayoutVars>
          <dgm:bulletEnabled/>
        </dgm:presLayoutVars>
      </dgm:prSet>
      <dgm:spPr/>
    </dgm:pt>
    <dgm:pt modelId="{95B3A7EC-00AC-46E1-BAD0-6F048C0AEA7A}" type="pres">
      <dgm:prSet presAssocID="{2B8093A3-494D-475A-91E2-F8F3EF5D5C16}" presName="sibTrans" presStyleLbl="sibTrans2D1" presStyleIdx="0" presStyleCnt="0"/>
      <dgm:spPr/>
    </dgm:pt>
    <dgm:pt modelId="{5C094030-2C4C-4020-83DF-9ECFD34C2D22}" type="pres">
      <dgm:prSet presAssocID="{F5D2AC5C-7484-4116-939F-F5A85DBBB8BC}" presName="compNode" presStyleCnt="0"/>
      <dgm:spPr/>
    </dgm:pt>
    <dgm:pt modelId="{04DE8DE8-5CFE-416E-89E3-CE690DB31D5F}" type="pres">
      <dgm:prSet presAssocID="{F5D2AC5C-7484-4116-939F-F5A85DBBB8BC}" presName="pictRect" presStyleLbl="revTx" presStyleIdx="4" presStyleCnt="8">
        <dgm:presLayoutVars>
          <dgm:chMax val="0"/>
          <dgm:bulletEnabled/>
        </dgm:presLayoutVars>
      </dgm:prSet>
      <dgm:spPr/>
    </dgm:pt>
    <dgm:pt modelId="{B3932E5B-D87C-476B-8B07-A6A7C25CC739}" type="pres">
      <dgm:prSet presAssocID="{F5D2AC5C-7484-4116-939F-F5A85DBBB8BC}" presName="textRect" presStyleLbl="revTx" presStyleIdx="5" presStyleCnt="8">
        <dgm:presLayoutVars>
          <dgm:bulletEnabled/>
        </dgm:presLayoutVars>
      </dgm:prSet>
      <dgm:spPr/>
    </dgm:pt>
    <dgm:pt modelId="{AC85E832-478A-42D1-8C01-0A7E0B238B18}" type="pres">
      <dgm:prSet presAssocID="{99A6168E-30BE-48C6-BEE8-AD6A3595D9EA}" presName="sibTrans" presStyleLbl="sibTrans2D1" presStyleIdx="0" presStyleCnt="0"/>
      <dgm:spPr/>
    </dgm:pt>
    <dgm:pt modelId="{094FC3DD-CBE7-47D4-93E1-8DAF0FD2DE55}" type="pres">
      <dgm:prSet presAssocID="{800918C2-DC45-450F-B37A-C95E2850FFD0}" presName="compNode" presStyleCnt="0"/>
      <dgm:spPr/>
    </dgm:pt>
    <dgm:pt modelId="{03258D85-AA76-40FC-A529-83240F6DDB56}" type="pres">
      <dgm:prSet presAssocID="{800918C2-DC45-450F-B37A-C95E2850FFD0}" presName="pictRect" presStyleLbl="revTx" presStyleIdx="6" presStyleCnt="8">
        <dgm:presLayoutVars>
          <dgm:chMax val="0"/>
          <dgm:bulletEnabled/>
        </dgm:presLayoutVars>
      </dgm:prSet>
      <dgm:spPr/>
    </dgm:pt>
    <dgm:pt modelId="{1FC5B006-A93C-444E-B218-1D4A52922EDE}" type="pres">
      <dgm:prSet presAssocID="{800918C2-DC45-450F-B37A-C95E2850FFD0}" presName="textRect" presStyleLbl="revTx" presStyleIdx="7" presStyleCnt="8">
        <dgm:presLayoutVars>
          <dgm:bulletEnabled/>
        </dgm:presLayoutVars>
      </dgm:prSet>
      <dgm:spPr/>
    </dgm:pt>
  </dgm:ptLst>
  <dgm:cxnLst>
    <dgm:cxn modelId="{BD267504-6B2D-4266-A143-E69A818E661C}" type="presOf" srcId="{3BB4FCB9-B983-4569-A91A-DB1F4052F0F4}" destId="{F8703B35-0E46-4255-B65E-3511913BC454}" srcOrd="0" destOrd="0" presId="urn:microsoft.com/office/officeart/2024/3/layout/hArchList1"/>
    <dgm:cxn modelId="{5BFDB411-9CBC-4453-BA43-7D3B0D386563}" type="presOf" srcId="{2B8093A3-494D-475A-91E2-F8F3EF5D5C16}" destId="{95B3A7EC-00AC-46E1-BAD0-6F048C0AEA7A}" srcOrd="0" destOrd="0" presId="urn:microsoft.com/office/officeart/2024/3/layout/hArchList1"/>
    <dgm:cxn modelId="{99289914-6FB8-4AEE-9829-5D37D75C3086}" srcId="{3B094773-59BE-452C-8069-7AEA3987B63D}" destId="{9020D57F-6EC5-406E-B870-83C22AD296F4}" srcOrd="0" destOrd="0" parTransId="{806F8FA8-F0C8-4C1C-B888-1CF138ACD0F4}" sibTransId="{5F4FAD64-EE99-4C44-B00B-E05111BC27B1}"/>
    <dgm:cxn modelId="{42630217-4FF5-489A-BF88-5890E7A17BEA}" srcId="{F5D2AC5C-7484-4116-939F-F5A85DBBB8BC}" destId="{8CAD94AA-F353-4B87-B6C8-A3417AE430EC}" srcOrd="0" destOrd="0" parTransId="{3A83C15A-55F7-4850-AFDE-AE95D4212DBC}" sibTransId="{4163A36A-27F2-49E9-BD23-343FFB0C99A6}"/>
    <dgm:cxn modelId="{9BE1B924-49BC-4885-A625-E3164C81C567}" type="presOf" srcId="{1350AE61-10F7-445B-B47F-4AF0F512B4A3}" destId="{1FC5B006-A93C-444E-B218-1D4A52922EDE}" srcOrd="0" destOrd="0" presId="urn:microsoft.com/office/officeart/2024/3/layout/hArchList1"/>
    <dgm:cxn modelId="{FED0AD2C-8B6C-477C-B1F2-376AB43ED580}" type="presOf" srcId="{3B094773-59BE-452C-8069-7AEA3987B63D}" destId="{BB961D05-3591-40E2-8D36-4FAD74521860}" srcOrd="0" destOrd="0" presId="urn:microsoft.com/office/officeart/2024/3/layout/hArchList1"/>
    <dgm:cxn modelId="{E48FE637-B882-41FF-8FF3-2E2B55FBBCFD}" type="presOf" srcId="{8CAD94AA-F353-4B87-B6C8-A3417AE430EC}" destId="{B3932E5B-D87C-476B-8B07-A6A7C25CC739}" srcOrd="0" destOrd="0" presId="urn:microsoft.com/office/officeart/2024/3/layout/hArchList1"/>
    <dgm:cxn modelId="{B1929C5C-4014-4F06-910E-0B508EC20EFD}" srcId="{800918C2-DC45-450F-B37A-C95E2850FFD0}" destId="{1350AE61-10F7-445B-B47F-4AF0F512B4A3}" srcOrd="0" destOrd="0" parTransId="{BD92E2FD-9884-4181-9702-2E67C857897B}" sibTransId="{4E07B7B8-8CC0-4B2C-9B60-B3BBFE4EAA43}"/>
    <dgm:cxn modelId="{86AE8863-C7F6-41F0-9C54-4211700F5655}" type="presOf" srcId="{9020D57F-6EC5-406E-B870-83C22AD296F4}" destId="{BE7AC42D-C0FF-4160-B89A-0A24CDE95296}" srcOrd="0" destOrd="0" presId="urn:microsoft.com/office/officeart/2024/3/layout/hArchList1"/>
    <dgm:cxn modelId="{7781EF64-6CD0-4D2F-B468-1E4487FBD91C}" srcId="{A0B8ABDB-F182-4D5B-945E-73BEF94C1E56}" destId="{F5D2AC5C-7484-4116-939F-F5A85DBBB8BC}" srcOrd="2" destOrd="0" parTransId="{0FDF0CA2-F2C7-47C2-8351-065ABB6B27EE}" sibTransId="{99A6168E-30BE-48C6-BEE8-AD6A3595D9EA}"/>
    <dgm:cxn modelId="{3F4B087F-15B6-41BD-A6F7-0F4469F5B129}" srcId="{3BB4FCB9-B983-4569-A91A-DB1F4052F0F4}" destId="{2E796715-301E-41F4-B1FE-569A96EEB84C}" srcOrd="0" destOrd="0" parTransId="{959B8A27-5276-4087-B0B1-56A59CE88977}" sibTransId="{DF2C88E1-7A83-4370-9C59-9C37CFFBB8F1}"/>
    <dgm:cxn modelId="{24CF4B80-B35F-4BE8-8F7E-F93936D6E8E3}" srcId="{A0B8ABDB-F182-4D5B-945E-73BEF94C1E56}" destId="{800918C2-DC45-450F-B37A-C95E2850FFD0}" srcOrd="3" destOrd="0" parTransId="{B88429E6-C67E-49E9-908E-5FC9F8037FD9}" sibTransId="{DD5E8230-E9D8-405A-A9E4-02B71C90978D}"/>
    <dgm:cxn modelId="{A4BC5B95-9934-4521-9333-CD522AE01867}" type="presOf" srcId="{2E796715-301E-41F4-B1FE-569A96EEB84C}" destId="{46717C6A-1691-4587-8DD7-D230F741D2CB}" srcOrd="0" destOrd="0" presId="urn:microsoft.com/office/officeart/2024/3/layout/hArchList1"/>
    <dgm:cxn modelId="{90143498-7584-45CF-B795-164434DCCFFC}" srcId="{A0B8ABDB-F182-4D5B-945E-73BEF94C1E56}" destId="{3BB4FCB9-B983-4569-A91A-DB1F4052F0F4}" srcOrd="1" destOrd="0" parTransId="{0449BA0D-9032-4277-A8DB-ECC624C42980}" sibTransId="{2B8093A3-494D-475A-91E2-F8F3EF5D5C16}"/>
    <dgm:cxn modelId="{96B85DA8-DAC1-40CA-9419-7EA39F45A2E1}" type="presOf" srcId="{800918C2-DC45-450F-B37A-C95E2850FFD0}" destId="{03258D85-AA76-40FC-A529-83240F6DDB56}" srcOrd="0" destOrd="0" presId="urn:microsoft.com/office/officeart/2024/3/layout/hArchList1"/>
    <dgm:cxn modelId="{11D02EC8-EA5B-43CF-BBC8-B2C4344DFAA8}" type="presOf" srcId="{A0B8ABDB-F182-4D5B-945E-73BEF94C1E56}" destId="{EAB83217-CDFF-48A3-8DA9-AC589C69C56D}" srcOrd="0" destOrd="0" presId="urn:microsoft.com/office/officeart/2024/3/layout/hArchList1"/>
    <dgm:cxn modelId="{8D2D91CC-0810-45F1-B4DF-C21FA40D5564}" type="presOf" srcId="{99A6168E-30BE-48C6-BEE8-AD6A3595D9EA}" destId="{AC85E832-478A-42D1-8C01-0A7E0B238B18}" srcOrd="0" destOrd="0" presId="urn:microsoft.com/office/officeart/2024/3/layout/hArchList1"/>
    <dgm:cxn modelId="{56EA5DF2-4361-4076-AA66-47557E735A11}" type="presOf" srcId="{F5D2AC5C-7484-4116-939F-F5A85DBBB8BC}" destId="{04DE8DE8-5CFE-416E-89E3-CE690DB31D5F}" srcOrd="0" destOrd="0" presId="urn:microsoft.com/office/officeart/2024/3/layout/hArchList1"/>
    <dgm:cxn modelId="{13D820F7-BB18-448A-A8B0-FE9B55E1FB16}" type="presOf" srcId="{D056A450-B59D-47FB-ABC0-71075C0CD467}" destId="{9C463A33-8E4E-4C24-9316-0B6682BDE5DD}" srcOrd="0" destOrd="0" presId="urn:microsoft.com/office/officeart/2024/3/layout/hArchList1"/>
    <dgm:cxn modelId="{4B4353FD-943B-4A41-8CDF-D8C7503ED7B1}" srcId="{A0B8ABDB-F182-4D5B-945E-73BEF94C1E56}" destId="{3B094773-59BE-452C-8069-7AEA3987B63D}" srcOrd="0" destOrd="0" parTransId="{4C77E084-3F7D-4FC9-8974-82D0041C4493}" sibTransId="{D056A450-B59D-47FB-ABC0-71075C0CD467}"/>
    <dgm:cxn modelId="{6A8DE7A8-7B67-4386-B732-7E09C89D7E8C}" type="presParOf" srcId="{EAB83217-CDFF-48A3-8DA9-AC589C69C56D}" destId="{3AF068E5-1F2A-48A5-886A-27D6AC3E0890}" srcOrd="0" destOrd="0" presId="urn:microsoft.com/office/officeart/2024/3/layout/hArchList1"/>
    <dgm:cxn modelId="{78B27D0A-AF97-486A-8A25-2D75EC381A31}" type="presParOf" srcId="{3AF068E5-1F2A-48A5-886A-27D6AC3E0890}" destId="{BB961D05-3591-40E2-8D36-4FAD74521860}" srcOrd="0" destOrd="0" presId="urn:microsoft.com/office/officeart/2024/3/layout/hArchList1"/>
    <dgm:cxn modelId="{DB4C4586-4980-4A8D-895C-DD8732B6AE5B}" type="presParOf" srcId="{3AF068E5-1F2A-48A5-886A-27D6AC3E0890}" destId="{BE7AC42D-C0FF-4160-B89A-0A24CDE95296}" srcOrd="1" destOrd="0" presId="urn:microsoft.com/office/officeart/2024/3/layout/hArchList1"/>
    <dgm:cxn modelId="{B2B0A7A3-AFE6-4A61-A136-BE36ABCD7046}" type="presParOf" srcId="{EAB83217-CDFF-48A3-8DA9-AC589C69C56D}" destId="{9C463A33-8E4E-4C24-9316-0B6682BDE5DD}" srcOrd="1" destOrd="0" presId="urn:microsoft.com/office/officeart/2024/3/layout/hArchList1"/>
    <dgm:cxn modelId="{699C39F4-5ABF-4311-951A-1C3396A349D5}" type="presParOf" srcId="{EAB83217-CDFF-48A3-8DA9-AC589C69C56D}" destId="{960D3D6B-20EA-4520-B030-1DEEF330A108}" srcOrd="2" destOrd="0" presId="urn:microsoft.com/office/officeart/2024/3/layout/hArchList1"/>
    <dgm:cxn modelId="{181B72D9-4C2F-4C76-80DE-22C452825EEE}" type="presParOf" srcId="{960D3D6B-20EA-4520-B030-1DEEF330A108}" destId="{F8703B35-0E46-4255-B65E-3511913BC454}" srcOrd="0" destOrd="0" presId="urn:microsoft.com/office/officeart/2024/3/layout/hArchList1"/>
    <dgm:cxn modelId="{CC7AC0B4-10BE-4852-B204-851712460D0C}" type="presParOf" srcId="{960D3D6B-20EA-4520-B030-1DEEF330A108}" destId="{46717C6A-1691-4587-8DD7-D230F741D2CB}" srcOrd="1" destOrd="0" presId="urn:microsoft.com/office/officeart/2024/3/layout/hArchList1"/>
    <dgm:cxn modelId="{FBD27574-6085-46B3-A474-EB031DE7059E}" type="presParOf" srcId="{EAB83217-CDFF-48A3-8DA9-AC589C69C56D}" destId="{95B3A7EC-00AC-46E1-BAD0-6F048C0AEA7A}" srcOrd="3" destOrd="0" presId="urn:microsoft.com/office/officeart/2024/3/layout/hArchList1"/>
    <dgm:cxn modelId="{668EF1E6-BF4B-41AF-B81D-CC2F3573BEC0}" type="presParOf" srcId="{EAB83217-CDFF-48A3-8DA9-AC589C69C56D}" destId="{5C094030-2C4C-4020-83DF-9ECFD34C2D22}" srcOrd="4" destOrd="0" presId="urn:microsoft.com/office/officeart/2024/3/layout/hArchList1"/>
    <dgm:cxn modelId="{BEC091E1-203F-4449-828E-1B8BE6F7149F}" type="presParOf" srcId="{5C094030-2C4C-4020-83DF-9ECFD34C2D22}" destId="{04DE8DE8-5CFE-416E-89E3-CE690DB31D5F}" srcOrd="0" destOrd="0" presId="urn:microsoft.com/office/officeart/2024/3/layout/hArchList1"/>
    <dgm:cxn modelId="{E4398B28-AAD9-416A-8779-0E6C5C341207}" type="presParOf" srcId="{5C094030-2C4C-4020-83DF-9ECFD34C2D22}" destId="{B3932E5B-D87C-476B-8B07-A6A7C25CC739}" srcOrd="1" destOrd="0" presId="urn:microsoft.com/office/officeart/2024/3/layout/hArchList1"/>
    <dgm:cxn modelId="{99BDED11-B6DE-4C38-B671-7B1348CCFB28}" type="presParOf" srcId="{EAB83217-CDFF-48A3-8DA9-AC589C69C56D}" destId="{AC85E832-478A-42D1-8C01-0A7E0B238B18}" srcOrd="5" destOrd="0" presId="urn:microsoft.com/office/officeart/2024/3/layout/hArchList1"/>
    <dgm:cxn modelId="{A8D3B25C-3660-46F3-8124-A2EB5A166735}" type="presParOf" srcId="{EAB83217-CDFF-48A3-8DA9-AC589C69C56D}" destId="{094FC3DD-CBE7-47D4-93E1-8DAF0FD2DE55}" srcOrd="6" destOrd="0" presId="urn:microsoft.com/office/officeart/2024/3/layout/hArchList1"/>
    <dgm:cxn modelId="{0C8FDC0C-24C3-4906-BB3C-6AFDBE35F66D}" type="presParOf" srcId="{094FC3DD-CBE7-47D4-93E1-8DAF0FD2DE55}" destId="{03258D85-AA76-40FC-A529-83240F6DDB56}" srcOrd="0" destOrd="0" presId="urn:microsoft.com/office/officeart/2024/3/layout/hArchList1"/>
    <dgm:cxn modelId="{E73C5871-39C5-4ABC-8803-2D6336E95C12}" type="presParOf" srcId="{094FC3DD-CBE7-47D4-93E1-8DAF0FD2DE55}" destId="{1FC5B006-A93C-444E-B218-1D4A52922EDE}" srcOrd="1" destOrd="0" presId="urn:microsoft.com/office/officeart/2024/3/layout/hArc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9F3C6D5C-57C3-4BD9-B3B0-3783B27286B6}" type="doc">
      <dgm:prSet loTypeId="urn:microsoft.com/office/officeart/2024/3/layout/hArchList1" loCatId="List" qsTypeId="urn:microsoft.com/office/officeart/2005/8/quickstyle/simple1" qsCatId="simple" csTypeId="urn:microsoft.com/office/officeart/2005/8/colors/accent1_2" csCatId="accent1" phldr="1"/>
      <dgm:spPr/>
      <dgm:t>
        <a:bodyPr/>
        <a:lstStyle/>
        <a:p>
          <a:endParaRPr lang="en-US"/>
        </a:p>
      </dgm:t>
    </dgm:pt>
    <dgm:pt modelId="{9ACDFA12-E0EE-4349-81E0-ECAB18C29C11}">
      <dgm:prSet custT="1"/>
      <dgm:spPr/>
      <dgm:t>
        <a:bodyPr/>
        <a:lstStyle/>
        <a:p>
          <a:pPr>
            <a:lnSpc>
              <a:spcPct val="100000"/>
            </a:lnSpc>
            <a:defRPr b="1"/>
          </a:pPr>
          <a:r>
            <a:rPr lang="en-US" sz="1600" b="1" i="0" dirty="0"/>
            <a:t>Static Application Security Testing (SAST) </a:t>
          </a:r>
        </a:p>
      </dgm:t>
    </dgm:pt>
    <dgm:pt modelId="{7FC2E2CC-3051-427D-97BD-E86C579F52CB}" type="parTrans" cxnId="{90D8B127-F6C6-455E-8132-AEC2DA3650FB}">
      <dgm:prSet/>
      <dgm:spPr/>
      <dgm:t>
        <a:bodyPr/>
        <a:lstStyle/>
        <a:p>
          <a:endParaRPr lang="en-US"/>
        </a:p>
      </dgm:t>
    </dgm:pt>
    <dgm:pt modelId="{0D43AA96-629D-427F-838B-716B8724DDEC}" type="sibTrans" cxnId="{90D8B127-F6C6-455E-8132-AEC2DA3650FB}">
      <dgm:prSet/>
      <dgm:spPr/>
      <dgm:t>
        <a:bodyPr/>
        <a:lstStyle/>
        <a:p>
          <a:pPr>
            <a:lnSpc>
              <a:spcPct val="100000"/>
            </a:lnSpc>
            <a:defRPr b="1"/>
          </a:pPr>
          <a:endParaRPr lang="en-US"/>
        </a:p>
      </dgm:t>
    </dgm:pt>
    <dgm:pt modelId="{B8BA10AD-7CFA-4B7A-9C80-1525F29E8734}">
      <dgm:prSet custT="1"/>
      <dgm:spPr/>
      <dgm:t>
        <a:bodyPr/>
        <a:lstStyle/>
        <a:p>
          <a:pPr marL="0" lvl="0" algn="l" defTabSz="622300">
            <a:lnSpc>
              <a:spcPct val="100000"/>
            </a:lnSpc>
            <a:spcBef>
              <a:spcPct val="0"/>
            </a:spcBef>
            <a:spcAft>
              <a:spcPct val="35000"/>
            </a:spcAft>
            <a:buNone/>
          </a:pPr>
          <a:r>
            <a:rPr lang="en-US" sz="1400" b="0" i="0" kern="1200" dirty="0"/>
            <a:t>SAST analyzes source code to detect vulnerabilities without running the software, ensuring early flaw detection.</a:t>
          </a:r>
        </a:p>
        <a:p>
          <a:pPr marL="0" lvl="0" algn="l" defTabSz="622300">
            <a:lnSpc>
              <a:spcPct val="100000"/>
            </a:lnSpc>
            <a:spcBef>
              <a:spcPct val="0"/>
            </a:spcBef>
            <a:spcAft>
              <a:spcPct val="35000"/>
            </a:spcAft>
            <a:buNone/>
          </a:pPr>
          <a:endParaRPr lang="en-US" sz="1400" b="0" i="0" kern="1200" dirty="0"/>
        </a:p>
        <a:p>
          <a:pPr marL="0" lvl="0" algn="l" defTabSz="622300">
            <a:lnSpc>
              <a:spcPct val="100000"/>
            </a:lnSpc>
            <a:spcBef>
              <a:spcPct val="0"/>
            </a:spcBef>
            <a:spcAft>
              <a:spcPct val="35000"/>
            </a:spcAft>
            <a:buNone/>
          </a:pPr>
          <a:r>
            <a:rPr lang="en-US" sz="1400" b="0" i="0" kern="1200" dirty="0"/>
            <a:t>Three Major SAST Scanning </a:t>
          </a:r>
          <a:endParaRPr lang="en-US" sz="1400" kern="1200" dirty="0"/>
        </a:p>
      </dgm:t>
    </dgm:pt>
    <dgm:pt modelId="{B6F06A09-878E-4A0B-B2AB-DB3F68C92F71}" type="parTrans" cxnId="{1FBAEE65-FEAE-4BEF-A71A-15CBA1F030DE}">
      <dgm:prSet/>
      <dgm:spPr/>
      <dgm:t>
        <a:bodyPr/>
        <a:lstStyle/>
        <a:p>
          <a:endParaRPr lang="en-US"/>
        </a:p>
      </dgm:t>
    </dgm:pt>
    <dgm:pt modelId="{5D70AD35-F4D1-457C-81A1-574DB6B68A3E}" type="sibTrans" cxnId="{1FBAEE65-FEAE-4BEF-A71A-15CBA1F030DE}">
      <dgm:prSet/>
      <dgm:spPr/>
      <dgm:t>
        <a:bodyPr/>
        <a:lstStyle/>
        <a:p>
          <a:endParaRPr lang="en-US"/>
        </a:p>
      </dgm:t>
    </dgm:pt>
    <dgm:pt modelId="{7706232A-AB88-4594-87EC-8D4F004118DE}">
      <dgm:prSet custT="1"/>
      <dgm:spPr/>
      <dgm:t>
        <a:bodyPr/>
        <a:lstStyle/>
        <a:p>
          <a:pPr>
            <a:lnSpc>
              <a:spcPct val="100000"/>
            </a:lnSpc>
            <a:defRPr b="1"/>
          </a:pPr>
          <a:r>
            <a:rPr lang="en-US" sz="1600" b="1" i="0" dirty="0"/>
            <a:t>Dynamic Application Security Testing (DAST)</a:t>
          </a:r>
          <a:endParaRPr lang="en-US" sz="1600" b="1" dirty="0"/>
        </a:p>
      </dgm:t>
    </dgm:pt>
    <dgm:pt modelId="{DAE31C80-814E-4B79-B3A3-5D258203E8C6}" type="parTrans" cxnId="{7563A507-0027-4200-B4CF-E13237D5580D}">
      <dgm:prSet/>
      <dgm:spPr/>
      <dgm:t>
        <a:bodyPr/>
        <a:lstStyle/>
        <a:p>
          <a:endParaRPr lang="en-US"/>
        </a:p>
      </dgm:t>
    </dgm:pt>
    <dgm:pt modelId="{078C6F95-7C4F-4D32-800A-EC92BD084D07}" type="sibTrans" cxnId="{7563A507-0027-4200-B4CF-E13237D5580D}">
      <dgm:prSet/>
      <dgm:spPr/>
      <dgm:t>
        <a:bodyPr/>
        <a:lstStyle/>
        <a:p>
          <a:pPr>
            <a:lnSpc>
              <a:spcPct val="100000"/>
            </a:lnSpc>
            <a:defRPr b="1"/>
          </a:pPr>
          <a:endParaRPr lang="en-US"/>
        </a:p>
      </dgm:t>
    </dgm:pt>
    <dgm:pt modelId="{3CDF7D96-22D3-4047-ACE4-03602E14E53A}">
      <dgm:prSet custT="1"/>
      <dgm:spPr/>
      <dgm:t>
        <a:bodyPr/>
        <a:lstStyle/>
        <a:p>
          <a:pPr>
            <a:lnSpc>
              <a:spcPct val="100000"/>
            </a:lnSpc>
          </a:pPr>
          <a:r>
            <a:rPr lang="en-US" sz="1400" b="0" i="0" dirty="0"/>
            <a:t>DAST tests running applications to identify security issues during execution, detecting runtime vulnerabilities.</a:t>
          </a:r>
          <a:endParaRPr lang="en-US" sz="1400" dirty="0"/>
        </a:p>
      </dgm:t>
    </dgm:pt>
    <dgm:pt modelId="{908E9591-9F49-4429-AF04-8944C9D54971}" type="parTrans" cxnId="{90B1DB8B-D1EE-4AC8-9E76-84B7AA1D55D4}">
      <dgm:prSet/>
      <dgm:spPr/>
      <dgm:t>
        <a:bodyPr/>
        <a:lstStyle/>
        <a:p>
          <a:endParaRPr lang="en-US"/>
        </a:p>
      </dgm:t>
    </dgm:pt>
    <dgm:pt modelId="{E4ED7791-EDCE-46EC-949C-2C975D617C0A}" type="sibTrans" cxnId="{90B1DB8B-D1EE-4AC8-9E76-84B7AA1D55D4}">
      <dgm:prSet/>
      <dgm:spPr/>
      <dgm:t>
        <a:bodyPr/>
        <a:lstStyle/>
        <a:p>
          <a:endParaRPr lang="en-US"/>
        </a:p>
      </dgm:t>
    </dgm:pt>
    <dgm:pt modelId="{919E0160-B639-4C72-82F8-2ACB64C4CFF4}">
      <dgm:prSet custT="1"/>
      <dgm:spPr/>
      <dgm:t>
        <a:bodyPr/>
        <a:lstStyle/>
        <a:p>
          <a:pPr>
            <a:lnSpc>
              <a:spcPct val="100000"/>
            </a:lnSpc>
            <a:defRPr b="1"/>
          </a:pPr>
          <a:r>
            <a:rPr lang="en-US" sz="1600" b="1" i="0" dirty="0"/>
            <a:t>Penetration Testing</a:t>
          </a:r>
          <a:endParaRPr lang="en-US" sz="1600" b="1" dirty="0"/>
        </a:p>
      </dgm:t>
    </dgm:pt>
    <dgm:pt modelId="{33F8E500-2E61-42D2-8CF0-C8D503ADD933}" type="parTrans" cxnId="{D08504B5-40C2-42B5-A74B-2EE016ADE896}">
      <dgm:prSet/>
      <dgm:spPr/>
      <dgm:t>
        <a:bodyPr/>
        <a:lstStyle/>
        <a:p>
          <a:endParaRPr lang="en-US"/>
        </a:p>
      </dgm:t>
    </dgm:pt>
    <dgm:pt modelId="{E74B4173-1551-4494-BD3D-BE40C20730B4}" type="sibTrans" cxnId="{D08504B5-40C2-42B5-A74B-2EE016ADE896}">
      <dgm:prSet/>
      <dgm:spPr/>
      <dgm:t>
        <a:bodyPr/>
        <a:lstStyle/>
        <a:p>
          <a:pPr>
            <a:lnSpc>
              <a:spcPct val="100000"/>
            </a:lnSpc>
            <a:defRPr b="1"/>
          </a:pPr>
          <a:endParaRPr lang="en-US"/>
        </a:p>
      </dgm:t>
    </dgm:pt>
    <dgm:pt modelId="{038F9408-AF0C-4AA3-B894-6452C07472F8}">
      <dgm:prSet custT="1"/>
      <dgm:spPr/>
      <dgm:t>
        <a:bodyPr/>
        <a:lstStyle/>
        <a:p>
          <a:pPr>
            <a:lnSpc>
              <a:spcPct val="100000"/>
            </a:lnSpc>
          </a:pPr>
          <a:r>
            <a:rPr lang="en-US" sz="1400" b="0" i="0" dirty="0"/>
            <a:t>Simulates real-world cyberattacks to uncover exploitable weaknesses and improve system defenses.</a:t>
          </a:r>
          <a:endParaRPr lang="en-US" sz="1400" dirty="0"/>
        </a:p>
      </dgm:t>
    </dgm:pt>
    <dgm:pt modelId="{AED4C37E-177D-4E06-B65D-E031DC18FB14}" type="parTrans" cxnId="{4AA58CB5-DFAA-43C3-9B58-3215F16E9B5A}">
      <dgm:prSet/>
      <dgm:spPr/>
      <dgm:t>
        <a:bodyPr/>
        <a:lstStyle/>
        <a:p>
          <a:endParaRPr lang="en-US"/>
        </a:p>
      </dgm:t>
    </dgm:pt>
    <dgm:pt modelId="{9E0E7497-A482-4B33-872A-99C14A4C55B9}" type="sibTrans" cxnId="{4AA58CB5-DFAA-43C3-9B58-3215F16E9B5A}">
      <dgm:prSet/>
      <dgm:spPr/>
      <dgm:t>
        <a:bodyPr/>
        <a:lstStyle/>
        <a:p>
          <a:endParaRPr lang="en-US"/>
        </a:p>
      </dgm:t>
    </dgm:pt>
    <dgm:pt modelId="{C43B1D93-A119-49B0-B885-F0E0E66494B2}">
      <dgm:prSet custT="1"/>
      <dgm:spPr/>
      <dgm:t>
        <a:bodyPr/>
        <a:lstStyle/>
        <a:p>
          <a:pPr>
            <a:lnSpc>
              <a:spcPct val="100000"/>
            </a:lnSpc>
            <a:defRPr b="1"/>
          </a:pPr>
          <a:r>
            <a:rPr lang="en-US" sz="1600" b="1" i="0" dirty="0"/>
            <a:t>Compliance</a:t>
          </a:r>
          <a:endParaRPr lang="en-US" sz="1600" b="1" dirty="0"/>
        </a:p>
      </dgm:t>
    </dgm:pt>
    <dgm:pt modelId="{DED6DB54-434C-43DB-83E7-684CEB490479}" type="parTrans" cxnId="{068EE829-3CF4-479D-AFB5-E87DA03834C4}">
      <dgm:prSet/>
      <dgm:spPr/>
      <dgm:t>
        <a:bodyPr/>
        <a:lstStyle/>
        <a:p>
          <a:endParaRPr lang="en-US"/>
        </a:p>
      </dgm:t>
    </dgm:pt>
    <dgm:pt modelId="{6F746091-382A-4897-9467-78309FBCAEC4}" type="sibTrans" cxnId="{068EE829-3CF4-479D-AFB5-E87DA03834C4}">
      <dgm:prSet/>
      <dgm:spPr/>
      <dgm:t>
        <a:bodyPr/>
        <a:lstStyle/>
        <a:p>
          <a:endParaRPr lang="en-US"/>
        </a:p>
      </dgm:t>
    </dgm:pt>
    <dgm:pt modelId="{18A17558-A19E-4D82-841C-D5851545E2DF}">
      <dgm:prSet custT="1"/>
      <dgm:spPr/>
      <dgm:t>
        <a:bodyPr/>
        <a:lstStyle/>
        <a:p>
          <a:pPr>
            <a:lnSpc>
              <a:spcPct val="100000"/>
            </a:lnSpc>
          </a:pPr>
          <a:r>
            <a:rPr lang="en-US" sz="1400" b="0" i="0" dirty="0"/>
            <a:t>compliance testing ensures regulatory adherence like PCI DSS and GDPR.</a:t>
          </a:r>
          <a:endParaRPr lang="en-US" sz="1400" dirty="0"/>
        </a:p>
      </dgm:t>
    </dgm:pt>
    <dgm:pt modelId="{FAFA66A8-4A56-432A-BFD3-2599B49CE9C1}" type="parTrans" cxnId="{081B0747-991A-4DDF-A77F-1D6837267518}">
      <dgm:prSet/>
      <dgm:spPr/>
      <dgm:t>
        <a:bodyPr/>
        <a:lstStyle/>
        <a:p>
          <a:endParaRPr lang="en-US"/>
        </a:p>
      </dgm:t>
    </dgm:pt>
    <dgm:pt modelId="{D84B2CEF-0682-4832-8A00-32822EA1D4F2}" type="sibTrans" cxnId="{081B0747-991A-4DDF-A77F-1D6837267518}">
      <dgm:prSet/>
      <dgm:spPr/>
      <dgm:t>
        <a:bodyPr/>
        <a:lstStyle/>
        <a:p>
          <a:endParaRPr lang="en-US"/>
        </a:p>
      </dgm:t>
    </dgm:pt>
    <dgm:pt modelId="{6E28E08C-2C4A-46C6-83F2-8D71D9F1AC4D}">
      <dgm:prSet custT="1"/>
      <dgm:spPr/>
      <dgm:t>
        <a:bodyPr/>
        <a:lstStyle/>
        <a:p>
          <a:pPr marL="0" lvl="0" algn="l" defTabSz="622300">
            <a:lnSpc>
              <a:spcPct val="100000"/>
            </a:lnSpc>
            <a:spcBef>
              <a:spcPct val="0"/>
            </a:spcBef>
            <a:spcAft>
              <a:spcPct val="35000"/>
            </a:spcAft>
            <a:buNone/>
          </a:pPr>
          <a:r>
            <a:rPr lang="en-US" sz="1400" b="0" i="0" kern="1200" dirty="0">
              <a:solidFill>
                <a:prstClr val="black">
                  <a:hueOff val="0"/>
                  <a:satOff val="0"/>
                  <a:lumOff val="0"/>
                  <a:alphaOff val="0"/>
                </a:prstClr>
              </a:solidFill>
              <a:latin typeface="Aptos" panose="02110004020202020204"/>
              <a:ea typeface="+mn-ea"/>
              <a:cs typeface="+mn-cs"/>
            </a:rPr>
            <a:t>Application Scanning</a:t>
          </a:r>
        </a:p>
      </dgm:t>
    </dgm:pt>
    <dgm:pt modelId="{50F636F1-00A2-428D-93F4-78DC1D75C98E}" type="parTrans" cxnId="{AB73B10E-FD58-481B-97A1-8F8594081793}">
      <dgm:prSet/>
      <dgm:spPr/>
      <dgm:t>
        <a:bodyPr/>
        <a:lstStyle/>
        <a:p>
          <a:endParaRPr lang="en-US"/>
        </a:p>
      </dgm:t>
    </dgm:pt>
    <dgm:pt modelId="{98EA1E54-B5FA-403D-A6AB-140D8D7360E4}" type="sibTrans" cxnId="{AB73B10E-FD58-481B-97A1-8F8594081793}">
      <dgm:prSet/>
      <dgm:spPr/>
      <dgm:t>
        <a:bodyPr/>
        <a:lstStyle/>
        <a:p>
          <a:endParaRPr lang="en-US"/>
        </a:p>
      </dgm:t>
    </dgm:pt>
    <dgm:pt modelId="{49FBE514-F59A-4715-8BEF-39F0CD481475}">
      <dgm:prSet custT="1"/>
      <dgm:spPr/>
      <dgm:t>
        <a:bodyPr/>
        <a:lstStyle/>
        <a:p>
          <a:pPr marL="0" lvl="0" algn="l" defTabSz="622300">
            <a:lnSpc>
              <a:spcPct val="100000"/>
            </a:lnSpc>
            <a:spcBef>
              <a:spcPct val="0"/>
            </a:spcBef>
            <a:spcAft>
              <a:spcPct val="35000"/>
            </a:spcAft>
            <a:buNone/>
          </a:pPr>
          <a:r>
            <a:rPr lang="en-US" sz="1400" b="0" i="0" kern="1200" dirty="0">
              <a:solidFill>
                <a:prstClr val="black">
                  <a:hueOff val="0"/>
                  <a:satOff val="0"/>
                  <a:lumOff val="0"/>
                  <a:alphaOff val="0"/>
                </a:prstClr>
              </a:solidFill>
              <a:latin typeface="Aptos" panose="02110004020202020204"/>
              <a:ea typeface="+mn-ea"/>
              <a:cs typeface="+mn-cs"/>
            </a:rPr>
            <a:t>Open Source Scanning</a:t>
          </a:r>
        </a:p>
      </dgm:t>
    </dgm:pt>
    <dgm:pt modelId="{599C9948-82A3-41FF-A77E-4F271E15D3FE}" type="parTrans" cxnId="{3249C421-D82D-494D-999D-1268E944DD72}">
      <dgm:prSet/>
      <dgm:spPr/>
      <dgm:t>
        <a:bodyPr/>
        <a:lstStyle/>
        <a:p>
          <a:endParaRPr lang="en-US"/>
        </a:p>
      </dgm:t>
    </dgm:pt>
    <dgm:pt modelId="{BF38FF26-FBE2-44A3-B1FA-A8510AD6AB54}" type="sibTrans" cxnId="{3249C421-D82D-494D-999D-1268E944DD72}">
      <dgm:prSet/>
      <dgm:spPr/>
      <dgm:t>
        <a:bodyPr/>
        <a:lstStyle/>
        <a:p>
          <a:endParaRPr lang="en-US"/>
        </a:p>
      </dgm:t>
    </dgm:pt>
    <dgm:pt modelId="{52CD7020-B4E2-4B47-B6A5-DC4E3E6A8692}">
      <dgm:prSet custT="1"/>
      <dgm:spPr/>
      <dgm:t>
        <a:bodyPr/>
        <a:lstStyle/>
        <a:p>
          <a:pPr marL="0" lvl="0" algn="l" defTabSz="622300">
            <a:lnSpc>
              <a:spcPct val="100000"/>
            </a:lnSpc>
            <a:spcBef>
              <a:spcPct val="0"/>
            </a:spcBef>
            <a:spcAft>
              <a:spcPct val="35000"/>
            </a:spcAft>
            <a:buNone/>
          </a:pPr>
          <a:r>
            <a:rPr lang="en-US" sz="1400" b="0" i="0" kern="1200" dirty="0">
              <a:solidFill>
                <a:prstClr val="black">
                  <a:hueOff val="0"/>
                  <a:satOff val="0"/>
                  <a:lumOff val="0"/>
                  <a:alphaOff val="0"/>
                </a:prstClr>
              </a:solidFill>
              <a:latin typeface="Aptos" panose="02110004020202020204"/>
              <a:ea typeface="+mn-ea"/>
              <a:cs typeface="+mn-cs"/>
            </a:rPr>
            <a:t>Container Scanning </a:t>
          </a:r>
        </a:p>
      </dgm:t>
    </dgm:pt>
    <dgm:pt modelId="{ADB99119-27E3-4A6A-982C-FA231793969F}" type="parTrans" cxnId="{E2AE17B3-7596-47EE-8652-E1AB1C3AB653}">
      <dgm:prSet/>
      <dgm:spPr/>
      <dgm:t>
        <a:bodyPr/>
        <a:lstStyle/>
        <a:p>
          <a:endParaRPr lang="en-US"/>
        </a:p>
      </dgm:t>
    </dgm:pt>
    <dgm:pt modelId="{1F3F84F2-0DB1-44CB-A308-A4B78D3977E1}" type="sibTrans" cxnId="{E2AE17B3-7596-47EE-8652-E1AB1C3AB653}">
      <dgm:prSet/>
      <dgm:spPr/>
      <dgm:t>
        <a:bodyPr/>
        <a:lstStyle/>
        <a:p>
          <a:endParaRPr lang="en-US"/>
        </a:p>
      </dgm:t>
    </dgm:pt>
    <dgm:pt modelId="{46875A43-C5E4-4CF8-98E6-B2786D96FA0A}">
      <dgm:prSet custT="1"/>
      <dgm:spPr/>
      <dgm:t>
        <a:bodyPr/>
        <a:lstStyle/>
        <a:p>
          <a:pPr marL="0" lvl="0" algn="l" defTabSz="622300">
            <a:lnSpc>
              <a:spcPct val="100000"/>
            </a:lnSpc>
            <a:spcBef>
              <a:spcPct val="0"/>
            </a:spcBef>
            <a:spcAft>
              <a:spcPct val="35000"/>
            </a:spcAft>
            <a:buNone/>
          </a:pPr>
          <a:endParaRPr lang="en-US" sz="1400" b="0" i="0" kern="1200" dirty="0">
            <a:solidFill>
              <a:prstClr val="black">
                <a:hueOff val="0"/>
                <a:satOff val="0"/>
                <a:lumOff val="0"/>
                <a:alphaOff val="0"/>
              </a:prstClr>
            </a:solidFill>
            <a:latin typeface="Aptos" panose="02110004020202020204"/>
            <a:ea typeface="+mn-ea"/>
            <a:cs typeface="+mn-cs"/>
          </a:endParaRPr>
        </a:p>
        <a:p>
          <a:pPr marL="0" lvl="0" algn="l" defTabSz="622300">
            <a:lnSpc>
              <a:spcPct val="100000"/>
            </a:lnSpc>
            <a:spcBef>
              <a:spcPct val="0"/>
            </a:spcBef>
            <a:spcAft>
              <a:spcPct val="35000"/>
            </a:spcAft>
            <a:buNone/>
          </a:pPr>
          <a:endParaRPr lang="en-US" sz="1400" b="0" i="0" kern="1200" dirty="0">
            <a:solidFill>
              <a:prstClr val="black">
                <a:hueOff val="0"/>
                <a:satOff val="0"/>
                <a:lumOff val="0"/>
                <a:alphaOff val="0"/>
              </a:prstClr>
            </a:solidFill>
            <a:latin typeface="Aptos" panose="02110004020202020204"/>
            <a:ea typeface="+mn-ea"/>
            <a:cs typeface="+mn-cs"/>
          </a:endParaRPr>
        </a:p>
        <a:p>
          <a:pPr marL="0" lvl="0" algn="l" defTabSz="622300">
            <a:lnSpc>
              <a:spcPct val="100000"/>
            </a:lnSpc>
            <a:spcBef>
              <a:spcPct val="0"/>
            </a:spcBef>
            <a:spcAft>
              <a:spcPct val="35000"/>
            </a:spcAft>
            <a:buNone/>
          </a:pPr>
          <a:endParaRPr lang="en-US" sz="1400" kern="1200" dirty="0"/>
        </a:p>
      </dgm:t>
    </dgm:pt>
    <dgm:pt modelId="{99BEB8D5-5BD2-4DEB-BFA1-22A75F4DC009}" type="parTrans" cxnId="{1BF3A816-7E8F-48A6-ADB7-4EB8F6502810}">
      <dgm:prSet/>
      <dgm:spPr/>
      <dgm:t>
        <a:bodyPr/>
        <a:lstStyle/>
        <a:p>
          <a:endParaRPr lang="en-US"/>
        </a:p>
      </dgm:t>
    </dgm:pt>
    <dgm:pt modelId="{023699E9-E232-45B1-99B7-C87485152B67}" type="sibTrans" cxnId="{1BF3A816-7E8F-48A6-ADB7-4EB8F6502810}">
      <dgm:prSet/>
      <dgm:spPr/>
      <dgm:t>
        <a:bodyPr/>
        <a:lstStyle/>
        <a:p>
          <a:endParaRPr lang="en-US"/>
        </a:p>
      </dgm:t>
    </dgm:pt>
    <dgm:pt modelId="{06B84B57-9528-4B0F-A58B-1238714A7935}" type="pres">
      <dgm:prSet presAssocID="{9F3C6D5C-57C3-4BD9-B3B0-3783B27286B6}" presName="Name0" presStyleCnt="0">
        <dgm:presLayoutVars>
          <dgm:dir/>
          <dgm:resizeHandles val="exact"/>
        </dgm:presLayoutVars>
      </dgm:prSet>
      <dgm:spPr/>
    </dgm:pt>
    <dgm:pt modelId="{553CA1C4-50AF-429D-B3AE-A34BDB8C7FA0}" type="pres">
      <dgm:prSet presAssocID="{9ACDFA12-E0EE-4349-81E0-ECAB18C29C11}" presName="compNode" presStyleCnt="0"/>
      <dgm:spPr/>
    </dgm:pt>
    <dgm:pt modelId="{3249B8DA-816E-4CA9-B67E-D5001DC3C2BB}" type="pres">
      <dgm:prSet presAssocID="{9ACDFA12-E0EE-4349-81E0-ECAB18C29C11}" presName="pictRect" presStyleLbl="revTx" presStyleIdx="0" presStyleCnt="8">
        <dgm:presLayoutVars>
          <dgm:chMax val="0"/>
          <dgm:bulletEnabled/>
        </dgm:presLayoutVars>
      </dgm:prSet>
      <dgm:spPr/>
    </dgm:pt>
    <dgm:pt modelId="{7CE118B2-EFCF-4502-813C-513178ACD664}" type="pres">
      <dgm:prSet presAssocID="{9ACDFA12-E0EE-4349-81E0-ECAB18C29C11}" presName="textRect" presStyleLbl="revTx" presStyleIdx="1" presStyleCnt="8">
        <dgm:presLayoutVars>
          <dgm:bulletEnabled/>
        </dgm:presLayoutVars>
      </dgm:prSet>
      <dgm:spPr/>
    </dgm:pt>
    <dgm:pt modelId="{178F57A6-BE43-4789-9CCC-DDFA1F9AE006}" type="pres">
      <dgm:prSet presAssocID="{0D43AA96-629D-427F-838B-716B8724DDEC}" presName="sibTrans" presStyleLbl="sibTrans2D1" presStyleIdx="0" presStyleCnt="0"/>
      <dgm:spPr/>
    </dgm:pt>
    <dgm:pt modelId="{F09198D2-5239-4812-8844-805CC039BA2E}" type="pres">
      <dgm:prSet presAssocID="{7706232A-AB88-4594-87EC-8D4F004118DE}" presName="compNode" presStyleCnt="0"/>
      <dgm:spPr/>
    </dgm:pt>
    <dgm:pt modelId="{D2122387-2E58-42F5-B3F3-8D65EDD8A8B2}" type="pres">
      <dgm:prSet presAssocID="{7706232A-AB88-4594-87EC-8D4F004118DE}" presName="pictRect" presStyleLbl="revTx" presStyleIdx="2" presStyleCnt="8">
        <dgm:presLayoutVars>
          <dgm:chMax val="0"/>
          <dgm:bulletEnabled/>
        </dgm:presLayoutVars>
      </dgm:prSet>
      <dgm:spPr/>
    </dgm:pt>
    <dgm:pt modelId="{CDF0EECC-B225-41EB-A371-A95425BEA45F}" type="pres">
      <dgm:prSet presAssocID="{7706232A-AB88-4594-87EC-8D4F004118DE}" presName="textRect" presStyleLbl="revTx" presStyleIdx="3" presStyleCnt="8">
        <dgm:presLayoutVars>
          <dgm:bulletEnabled/>
        </dgm:presLayoutVars>
      </dgm:prSet>
      <dgm:spPr/>
    </dgm:pt>
    <dgm:pt modelId="{A32EC88E-9165-441D-AC4B-CB4C5C00C9AF}" type="pres">
      <dgm:prSet presAssocID="{078C6F95-7C4F-4D32-800A-EC92BD084D07}" presName="sibTrans" presStyleLbl="sibTrans2D1" presStyleIdx="0" presStyleCnt="0"/>
      <dgm:spPr/>
    </dgm:pt>
    <dgm:pt modelId="{99738791-C6AD-4234-943A-002E49C0D3F6}" type="pres">
      <dgm:prSet presAssocID="{919E0160-B639-4C72-82F8-2ACB64C4CFF4}" presName="compNode" presStyleCnt="0"/>
      <dgm:spPr/>
    </dgm:pt>
    <dgm:pt modelId="{F0721FD1-4DA5-4B17-B0AD-9D5585E409A3}" type="pres">
      <dgm:prSet presAssocID="{919E0160-B639-4C72-82F8-2ACB64C4CFF4}" presName="pictRect" presStyleLbl="revTx" presStyleIdx="4" presStyleCnt="8">
        <dgm:presLayoutVars>
          <dgm:chMax val="0"/>
          <dgm:bulletEnabled/>
        </dgm:presLayoutVars>
      </dgm:prSet>
      <dgm:spPr/>
    </dgm:pt>
    <dgm:pt modelId="{C34445F7-7F06-4A88-952D-A7735413994D}" type="pres">
      <dgm:prSet presAssocID="{919E0160-B639-4C72-82F8-2ACB64C4CFF4}" presName="textRect" presStyleLbl="revTx" presStyleIdx="5" presStyleCnt="8">
        <dgm:presLayoutVars>
          <dgm:bulletEnabled/>
        </dgm:presLayoutVars>
      </dgm:prSet>
      <dgm:spPr/>
    </dgm:pt>
    <dgm:pt modelId="{0FB0DE37-7F7D-446C-9F18-AC3F2EF8ED2A}" type="pres">
      <dgm:prSet presAssocID="{E74B4173-1551-4494-BD3D-BE40C20730B4}" presName="sibTrans" presStyleLbl="sibTrans2D1" presStyleIdx="0" presStyleCnt="0"/>
      <dgm:spPr/>
    </dgm:pt>
    <dgm:pt modelId="{5260D730-C2EA-4AD4-A55A-767ED89AD7C8}" type="pres">
      <dgm:prSet presAssocID="{C43B1D93-A119-49B0-B885-F0E0E66494B2}" presName="compNode" presStyleCnt="0"/>
      <dgm:spPr/>
    </dgm:pt>
    <dgm:pt modelId="{345F4D80-B85B-4F58-9EFD-987A58D13455}" type="pres">
      <dgm:prSet presAssocID="{C43B1D93-A119-49B0-B885-F0E0E66494B2}" presName="pictRect" presStyleLbl="revTx" presStyleIdx="6" presStyleCnt="8">
        <dgm:presLayoutVars>
          <dgm:chMax val="0"/>
          <dgm:bulletEnabled/>
        </dgm:presLayoutVars>
      </dgm:prSet>
      <dgm:spPr/>
    </dgm:pt>
    <dgm:pt modelId="{2EF44933-2169-4A37-8CB8-4D3C4231126A}" type="pres">
      <dgm:prSet presAssocID="{C43B1D93-A119-49B0-B885-F0E0E66494B2}" presName="textRect" presStyleLbl="revTx" presStyleIdx="7" presStyleCnt="8">
        <dgm:presLayoutVars>
          <dgm:bulletEnabled/>
        </dgm:presLayoutVars>
      </dgm:prSet>
      <dgm:spPr/>
    </dgm:pt>
  </dgm:ptLst>
  <dgm:cxnLst>
    <dgm:cxn modelId="{E83F2900-065D-4EF1-B7BA-896BD50ED1F8}" type="presOf" srcId="{0D43AA96-629D-427F-838B-716B8724DDEC}" destId="{178F57A6-BE43-4789-9CCC-DDFA1F9AE006}" srcOrd="0" destOrd="0" presId="urn:microsoft.com/office/officeart/2024/3/layout/hArchList1"/>
    <dgm:cxn modelId="{7563A507-0027-4200-B4CF-E13237D5580D}" srcId="{9F3C6D5C-57C3-4BD9-B3B0-3783B27286B6}" destId="{7706232A-AB88-4594-87EC-8D4F004118DE}" srcOrd="1" destOrd="0" parTransId="{DAE31C80-814E-4B79-B3A3-5D258203E8C6}" sibTransId="{078C6F95-7C4F-4D32-800A-EC92BD084D07}"/>
    <dgm:cxn modelId="{AB73B10E-FD58-481B-97A1-8F8594081793}" srcId="{9ACDFA12-E0EE-4349-81E0-ECAB18C29C11}" destId="{6E28E08C-2C4A-46C6-83F2-8D71D9F1AC4D}" srcOrd="1" destOrd="0" parTransId="{50F636F1-00A2-428D-93F4-78DC1D75C98E}" sibTransId="{98EA1E54-B5FA-403D-A6AB-140D8D7360E4}"/>
    <dgm:cxn modelId="{1BF3A816-7E8F-48A6-ADB7-4EB8F6502810}" srcId="{9ACDFA12-E0EE-4349-81E0-ECAB18C29C11}" destId="{46875A43-C5E4-4CF8-98E6-B2786D96FA0A}" srcOrd="4" destOrd="0" parTransId="{99BEB8D5-5BD2-4DEB-BFA1-22A75F4DC009}" sibTransId="{023699E9-E232-45B1-99B7-C87485152B67}"/>
    <dgm:cxn modelId="{3249C421-D82D-494D-999D-1268E944DD72}" srcId="{9ACDFA12-E0EE-4349-81E0-ECAB18C29C11}" destId="{49FBE514-F59A-4715-8BEF-39F0CD481475}" srcOrd="2" destOrd="0" parTransId="{599C9948-82A3-41FF-A77E-4F271E15D3FE}" sibTransId="{BF38FF26-FBE2-44A3-B1FA-A8510AD6AB54}"/>
    <dgm:cxn modelId="{2D094C23-28DB-42E0-97D9-3AEC8169EE56}" type="presOf" srcId="{B8BA10AD-7CFA-4B7A-9C80-1525F29E8734}" destId="{7CE118B2-EFCF-4502-813C-513178ACD664}" srcOrd="0" destOrd="0" presId="urn:microsoft.com/office/officeart/2024/3/layout/hArchList1"/>
    <dgm:cxn modelId="{90D8B127-F6C6-455E-8132-AEC2DA3650FB}" srcId="{9F3C6D5C-57C3-4BD9-B3B0-3783B27286B6}" destId="{9ACDFA12-E0EE-4349-81E0-ECAB18C29C11}" srcOrd="0" destOrd="0" parTransId="{7FC2E2CC-3051-427D-97BD-E86C579F52CB}" sibTransId="{0D43AA96-629D-427F-838B-716B8724DDEC}"/>
    <dgm:cxn modelId="{068EE829-3CF4-479D-AFB5-E87DA03834C4}" srcId="{9F3C6D5C-57C3-4BD9-B3B0-3783B27286B6}" destId="{C43B1D93-A119-49B0-B885-F0E0E66494B2}" srcOrd="3" destOrd="0" parTransId="{DED6DB54-434C-43DB-83E7-684CEB490479}" sibTransId="{6F746091-382A-4897-9467-78309FBCAEC4}"/>
    <dgm:cxn modelId="{C87AFD35-4B73-48EB-AE3F-684748088E09}" type="presOf" srcId="{7706232A-AB88-4594-87EC-8D4F004118DE}" destId="{D2122387-2E58-42F5-B3F3-8D65EDD8A8B2}" srcOrd="0" destOrd="0" presId="urn:microsoft.com/office/officeart/2024/3/layout/hArchList1"/>
    <dgm:cxn modelId="{4EDD4264-6C50-481C-9B76-52110BF97589}" type="presOf" srcId="{919E0160-B639-4C72-82F8-2ACB64C4CFF4}" destId="{F0721FD1-4DA5-4B17-B0AD-9D5585E409A3}" srcOrd="0" destOrd="0" presId="urn:microsoft.com/office/officeart/2024/3/layout/hArchList1"/>
    <dgm:cxn modelId="{5DBEBF45-5D8B-4689-9B01-BB33FA38F214}" type="presOf" srcId="{038F9408-AF0C-4AA3-B894-6452C07472F8}" destId="{C34445F7-7F06-4A88-952D-A7735413994D}" srcOrd="0" destOrd="0" presId="urn:microsoft.com/office/officeart/2024/3/layout/hArchList1"/>
    <dgm:cxn modelId="{1FBAEE65-FEAE-4BEF-A71A-15CBA1F030DE}" srcId="{9ACDFA12-E0EE-4349-81E0-ECAB18C29C11}" destId="{B8BA10AD-7CFA-4B7A-9C80-1525F29E8734}" srcOrd="0" destOrd="0" parTransId="{B6F06A09-878E-4A0B-B2AB-DB3F68C92F71}" sibTransId="{5D70AD35-F4D1-457C-81A1-574DB6B68A3E}"/>
    <dgm:cxn modelId="{081B0747-991A-4DDF-A77F-1D6837267518}" srcId="{C43B1D93-A119-49B0-B885-F0E0E66494B2}" destId="{18A17558-A19E-4D82-841C-D5851545E2DF}" srcOrd="0" destOrd="0" parTransId="{FAFA66A8-4A56-432A-BFD3-2599B49CE9C1}" sibTransId="{D84B2CEF-0682-4832-8A00-32822EA1D4F2}"/>
    <dgm:cxn modelId="{D8DBD44A-78F4-4E5C-9640-335E66E29C25}" type="presOf" srcId="{E74B4173-1551-4494-BD3D-BE40C20730B4}" destId="{0FB0DE37-7F7D-446C-9F18-AC3F2EF8ED2A}" srcOrd="0" destOrd="0" presId="urn:microsoft.com/office/officeart/2024/3/layout/hArchList1"/>
    <dgm:cxn modelId="{2FF17579-B3EF-4ACF-8728-25815726A317}" type="presOf" srcId="{078C6F95-7C4F-4D32-800A-EC92BD084D07}" destId="{A32EC88E-9165-441D-AC4B-CB4C5C00C9AF}" srcOrd="0" destOrd="0" presId="urn:microsoft.com/office/officeart/2024/3/layout/hArchList1"/>
    <dgm:cxn modelId="{90B1DB8B-D1EE-4AC8-9E76-84B7AA1D55D4}" srcId="{7706232A-AB88-4594-87EC-8D4F004118DE}" destId="{3CDF7D96-22D3-4047-ACE4-03602E14E53A}" srcOrd="0" destOrd="0" parTransId="{908E9591-9F49-4429-AF04-8944C9D54971}" sibTransId="{E4ED7791-EDCE-46EC-949C-2C975D617C0A}"/>
    <dgm:cxn modelId="{01067B8F-D3BE-4A6B-A8E4-A4638E5E8186}" type="presOf" srcId="{49FBE514-F59A-4715-8BEF-39F0CD481475}" destId="{7CE118B2-EFCF-4502-813C-513178ACD664}" srcOrd="0" destOrd="2" presId="urn:microsoft.com/office/officeart/2024/3/layout/hArchList1"/>
    <dgm:cxn modelId="{50C78E91-F389-41D4-B87B-233EF0CCFFAB}" type="presOf" srcId="{52CD7020-B4E2-4B47-B6A5-DC4E3E6A8692}" destId="{7CE118B2-EFCF-4502-813C-513178ACD664}" srcOrd="0" destOrd="3" presId="urn:microsoft.com/office/officeart/2024/3/layout/hArchList1"/>
    <dgm:cxn modelId="{04D18298-C12C-4287-8200-73E6755A5118}" type="presOf" srcId="{9ACDFA12-E0EE-4349-81E0-ECAB18C29C11}" destId="{3249B8DA-816E-4CA9-B67E-D5001DC3C2BB}" srcOrd="0" destOrd="0" presId="urn:microsoft.com/office/officeart/2024/3/layout/hArchList1"/>
    <dgm:cxn modelId="{E2AE17B3-7596-47EE-8652-E1AB1C3AB653}" srcId="{9ACDFA12-E0EE-4349-81E0-ECAB18C29C11}" destId="{52CD7020-B4E2-4B47-B6A5-DC4E3E6A8692}" srcOrd="3" destOrd="0" parTransId="{ADB99119-27E3-4A6A-982C-FA231793969F}" sibTransId="{1F3F84F2-0DB1-44CB-A308-A4B78D3977E1}"/>
    <dgm:cxn modelId="{D08504B5-40C2-42B5-A74B-2EE016ADE896}" srcId="{9F3C6D5C-57C3-4BD9-B3B0-3783B27286B6}" destId="{919E0160-B639-4C72-82F8-2ACB64C4CFF4}" srcOrd="2" destOrd="0" parTransId="{33F8E500-2E61-42D2-8CF0-C8D503ADD933}" sibTransId="{E74B4173-1551-4494-BD3D-BE40C20730B4}"/>
    <dgm:cxn modelId="{4AA58CB5-DFAA-43C3-9B58-3215F16E9B5A}" srcId="{919E0160-B639-4C72-82F8-2ACB64C4CFF4}" destId="{038F9408-AF0C-4AA3-B894-6452C07472F8}" srcOrd="0" destOrd="0" parTransId="{AED4C37E-177D-4E06-B65D-E031DC18FB14}" sibTransId="{9E0E7497-A482-4B33-872A-99C14A4C55B9}"/>
    <dgm:cxn modelId="{95A37FBD-417C-4994-B3AC-6747E8F073FC}" type="presOf" srcId="{6E28E08C-2C4A-46C6-83F2-8D71D9F1AC4D}" destId="{7CE118B2-EFCF-4502-813C-513178ACD664}" srcOrd="0" destOrd="1" presId="urn:microsoft.com/office/officeart/2024/3/layout/hArchList1"/>
    <dgm:cxn modelId="{EC98D2C4-7B25-476B-9B1B-A1AB4223F333}" type="presOf" srcId="{9F3C6D5C-57C3-4BD9-B3B0-3783B27286B6}" destId="{06B84B57-9528-4B0F-A58B-1238714A7935}" srcOrd="0" destOrd="0" presId="urn:microsoft.com/office/officeart/2024/3/layout/hArchList1"/>
    <dgm:cxn modelId="{BBCD9AE8-E8C2-4944-A240-239E5DEBAB20}" type="presOf" srcId="{18A17558-A19E-4D82-841C-D5851545E2DF}" destId="{2EF44933-2169-4A37-8CB8-4D3C4231126A}" srcOrd="0" destOrd="0" presId="urn:microsoft.com/office/officeart/2024/3/layout/hArchList1"/>
    <dgm:cxn modelId="{393195ED-53A2-4CE5-B897-015BD173D5E5}" type="presOf" srcId="{C43B1D93-A119-49B0-B885-F0E0E66494B2}" destId="{345F4D80-B85B-4F58-9EFD-987A58D13455}" srcOrd="0" destOrd="0" presId="urn:microsoft.com/office/officeart/2024/3/layout/hArchList1"/>
    <dgm:cxn modelId="{BAB54BF2-15E6-453C-B1C6-A78921FFA074}" type="presOf" srcId="{46875A43-C5E4-4CF8-98E6-B2786D96FA0A}" destId="{7CE118B2-EFCF-4502-813C-513178ACD664}" srcOrd="0" destOrd="4" presId="urn:microsoft.com/office/officeart/2024/3/layout/hArchList1"/>
    <dgm:cxn modelId="{287F0AF8-8F95-4BF3-8B7C-4AB06862FF98}" type="presOf" srcId="{3CDF7D96-22D3-4047-ACE4-03602E14E53A}" destId="{CDF0EECC-B225-41EB-A371-A95425BEA45F}" srcOrd="0" destOrd="0" presId="urn:microsoft.com/office/officeart/2024/3/layout/hArchList1"/>
    <dgm:cxn modelId="{BB2BAEFB-AAA1-4693-AB23-B0BC532F6F49}" type="presParOf" srcId="{06B84B57-9528-4B0F-A58B-1238714A7935}" destId="{553CA1C4-50AF-429D-B3AE-A34BDB8C7FA0}" srcOrd="0" destOrd="0" presId="urn:microsoft.com/office/officeart/2024/3/layout/hArchList1"/>
    <dgm:cxn modelId="{B13555BE-BABE-4D33-90C6-292B7031577D}" type="presParOf" srcId="{553CA1C4-50AF-429D-B3AE-A34BDB8C7FA0}" destId="{3249B8DA-816E-4CA9-B67E-D5001DC3C2BB}" srcOrd="0" destOrd="0" presId="urn:microsoft.com/office/officeart/2024/3/layout/hArchList1"/>
    <dgm:cxn modelId="{2D371111-697D-4B6A-9D38-295C3B25D63A}" type="presParOf" srcId="{553CA1C4-50AF-429D-B3AE-A34BDB8C7FA0}" destId="{7CE118B2-EFCF-4502-813C-513178ACD664}" srcOrd="1" destOrd="0" presId="urn:microsoft.com/office/officeart/2024/3/layout/hArchList1"/>
    <dgm:cxn modelId="{A5162D31-DC5C-49D3-880E-6EAB175CF21D}" type="presParOf" srcId="{06B84B57-9528-4B0F-A58B-1238714A7935}" destId="{178F57A6-BE43-4789-9CCC-DDFA1F9AE006}" srcOrd="1" destOrd="0" presId="urn:microsoft.com/office/officeart/2024/3/layout/hArchList1"/>
    <dgm:cxn modelId="{14269ECB-66A5-4C0E-A5AC-B0383876B128}" type="presParOf" srcId="{06B84B57-9528-4B0F-A58B-1238714A7935}" destId="{F09198D2-5239-4812-8844-805CC039BA2E}" srcOrd="2" destOrd="0" presId="urn:microsoft.com/office/officeart/2024/3/layout/hArchList1"/>
    <dgm:cxn modelId="{5B16393F-E64B-409B-835A-204FEF7BA5DF}" type="presParOf" srcId="{F09198D2-5239-4812-8844-805CC039BA2E}" destId="{D2122387-2E58-42F5-B3F3-8D65EDD8A8B2}" srcOrd="0" destOrd="0" presId="urn:microsoft.com/office/officeart/2024/3/layout/hArchList1"/>
    <dgm:cxn modelId="{F7834ED9-BD2C-49D9-9CA5-80AE6B024C0B}" type="presParOf" srcId="{F09198D2-5239-4812-8844-805CC039BA2E}" destId="{CDF0EECC-B225-41EB-A371-A95425BEA45F}" srcOrd="1" destOrd="0" presId="urn:microsoft.com/office/officeart/2024/3/layout/hArchList1"/>
    <dgm:cxn modelId="{3A60B922-FBDD-4EF4-858F-0D33EF2847CB}" type="presParOf" srcId="{06B84B57-9528-4B0F-A58B-1238714A7935}" destId="{A32EC88E-9165-441D-AC4B-CB4C5C00C9AF}" srcOrd="3" destOrd="0" presId="urn:microsoft.com/office/officeart/2024/3/layout/hArchList1"/>
    <dgm:cxn modelId="{DCA6EB2D-9A96-4FFC-83B2-541E5445B9D3}" type="presParOf" srcId="{06B84B57-9528-4B0F-A58B-1238714A7935}" destId="{99738791-C6AD-4234-943A-002E49C0D3F6}" srcOrd="4" destOrd="0" presId="urn:microsoft.com/office/officeart/2024/3/layout/hArchList1"/>
    <dgm:cxn modelId="{E4255C4D-82F5-4528-BB49-9F58BB8DB52B}" type="presParOf" srcId="{99738791-C6AD-4234-943A-002E49C0D3F6}" destId="{F0721FD1-4DA5-4B17-B0AD-9D5585E409A3}" srcOrd="0" destOrd="0" presId="urn:microsoft.com/office/officeart/2024/3/layout/hArchList1"/>
    <dgm:cxn modelId="{CCD6EFA3-F3D7-41F8-859C-83A8EF69455C}" type="presParOf" srcId="{99738791-C6AD-4234-943A-002E49C0D3F6}" destId="{C34445F7-7F06-4A88-952D-A7735413994D}" srcOrd="1" destOrd="0" presId="urn:microsoft.com/office/officeart/2024/3/layout/hArchList1"/>
    <dgm:cxn modelId="{A54D82F8-4C12-46CA-86A4-64ABDE77C820}" type="presParOf" srcId="{06B84B57-9528-4B0F-A58B-1238714A7935}" destId="{0FB0DE37-7F7D-446C-9F18-AC3F2EF8ED2A}" srcOrd="5" destOrd="0" presId="urn:microsoft.com/office/officeart/2024/3/layout/hArchList1"/>
    <dgm:cxn modelId="{46746063-BBF0-4BF4-BE4F-CA2724F9C7D0}" type="presParOf" srcId="{06B84B57-9528-4B0F-A58B-1238714A7935}" destId="{5260D730-C2EA-4AD4-A55A-767ED89AD7C8}" srcOrd="6" destOrd="0" presId="urn:microsoft.com/office/officeart/2024/3/layout/hArchList1"/>
    <dgm:cxn modelId="{8F662EFD-808E-4198-8DCC-35A1F86C9E76}" type="presParOf" srcId="{5260D730-C2EA-4AD4-A55A-767ED89AD7C8}" destId="{345F4D80-B85B-4F58-9EFD-987A58D13455}" srcOrd="0" destOrd="0" presId="urn:microsoft.com/office/officeart/2024/3/layout/hArchList1"/>
    <dgm:cxn modelId="{546ABE52-6293-4BDD-AC6E-AAF683A22204}" type="presParOf" srcId="{5260D730-C2EA-4AD4-A55A-767ED89AD7C8}" destId="{2EF44933-2169-4A37-8CB8-4D3C4231126A}" srcOrd="1" destOrd="0" presId="urn:microsoft.com/office/officeart/2024/3/layout/hArc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6532A61E-DDA4-4067-AB1A-97EEF648CA9F}" type="doc">
      <dgm:prSet loTypeId="urn:microsoft.com/office/officeart/2024/3/layout/verticalVisualTextBlock1" loCatId="Picture" qsTypeId="urn:microsoft.com/office/officeart/2005/8/quickstyle/simple4" qsCatId="simple" csTypeId="urn:microsoft.com/office/officeart/2005/8/colors/accent0_1" csCatId="mainScheme" phldr="1"/>
      <dgm:spPr/>
      <dgm:t>
        <a:bodyPr/>
        <a:lstStyle/>
        <a:p>
          <a:endParaRPr lang="en-US"/>
        </a:p>
      </dgm:t>
    </dgm:pt>
    <dgm:pt modelId="{830EFA38-C228-4980-8BB8-3D91ABD2DB7E}">
      <dgm:prSet/>
      <dgm:spPr/>
      <dgm:t>
        <a:bodyPr/>
        <a:lstStyle/>
        <a:p>
          <a:pPr>
            <a:lnSpc>
              <a:spcPct val="100000"/>
            </a:lnSpc>
            <a:defRPr b="1"/>
          </a:pPr>
          <a:r>
            <a:rPr lang="en-US" dirty="0"/>
            <a:t>Vulnerability Detection</a:t>
          </a:r>
        </a:p>
      </dgm:t>
    </dgm:pt>
    <dgm:pt modelId="{9D27324F-53F1-4575-8BDE-CAC0B343FE0D}" type="parTrans" cxnId="{70DCDE8B-CAA4-471C-A3B3-0D4D6F23B765}">
      <dgm:prSet/>
      <dgm:spPr/>
      <dgm:t>
        <a:bodyPr/>
        <a:lstStyle/>
        <a:p>
          <a:endParaRPr lang="en-US"/>
        </a:p>
      </dgm:t>
    </dgm:pt>
    <dgm:pt modelId="{D35F555E-B123-4495-83A9-D6C3E5AC12FE}" type="sibTrans" cxnId="{70DCDE8B-CAA4-471C-A3B3-0D4D6F23B765}">
      <dgm:prSet/>
      <dgm:spPr/>
      <dgm:t>
        <a:bodyPr/>
        <a:lstStyle/>
        <a:p>
          <a:pPr>
            <a:lnSpc>
              <a:spcPct val="100000"/>
            </a:lnSpc>
            <a:defRPr b="1"/>
          </a:pPr>
          <a:endParaRPr lang="en-US"/>
        </a:p>
      </dgm:t>
    </dgm:pt>
    <dgm:pt modelId="{5127BA73-46A5-4D0C-8D64-A652C1F702D6}">
      <dgm:prSet/>
      <dgm:spPr/>
      <dgm:t>
        <a:bodyPr/>
        <a:lstStyle/>
        <a:p>
          <a:pPr>
            <a:lnSpc>
              <a:spcPct val="100000"/>
            </a:lnSpc>
          </a:pPr>
          <a:r>
            <a:rPr lang="en-US" dirty="0"/>
            <a:t>Security scanning finds vulnerabilities in container images before deployment, helping prevent exploits and attacks in production.</a:t>
          </a:r>
        </a:p>
      </dgm:t>
    </dgm:pt>
    <dgm:pt modelId="{F4A50461-51F9-43E2-B876-10100883737F}" type="parTrans" cxnId="{E5FD375A-9301-45F8-897E-C8DF12D229F2}">
      <dgm:prSet/>
      <dgm:spPr/>
      <dgm:t>
        <a:bodyPr/>
        <a:lstStyle/>
        <a:p>
          <a:endParaRPr lang="en-US"/>
        </a:p>
      </dgm:t>
    </dgm:pt>
    <dgm:pt modelId="{C76A330F-8B2E-4030-8CA5-51C457708648}" type="sibTrans" cxnId="{E5FD375A-9301-45F8-897E-C8DF12D229F2}">
      <dgm:prSet/>
      <dgm:spPr/>
      <dgm:t>
        <a:bodyPr/>
        <a:lstStyle/>
        <a:p>
          <a:endParaRPr lang="en-US"/>
        </a:p>
      </dgm:t>
    </dgm:pt>
    <dgm:pt modelId="{43A1B24C-3120-4573-B58C-FD9CACA36F77}">
      <dgm:prSet/>
      <dgm:spPr/>
      <dgm:t>
        <a:bodyPr/>
        <a:lstStyle/>
        <a:p>
          <a:pPr>
            <a:lnSpc>
              <a:spcPct val="100000"/>
            </a:lnSpc>
            <a:defRPr b="1"/>
          </a:pPr>
          <a:r>
            <a:rPr lang="en-US" dirty="0"/>
            <a:t>Automated Security Checks and Continuous Image Analysis</a:t>
          </a:r>
        </a:p>
      </dgm:t>
    </dgm:pt>
    <dgm:pt modelId="{CCC57816-775E-4A8E-84D9-E5C6A74389AC}" type="parTrans" cxnId="{5E83B7C5-E8B7-4D59-9E2B-104ACC281B6E}">
      <dgm:prSet/>
      <dgm:spPr/>
      <dgm:t>
        <a:bodyPr/>
        <a:lstStyle/>
        <a:p>
          <a:endParaRPr lang="en-US"/>
        </a:p>
      </dgm:t>
    </dgm:pt>
    <dgm:pt modelId="{049C5E72-1DFA-41BE-A5C2-935167D999C5}" type="sibTrans" cxnId="{5E83B7C5-E8B7-4D59-9E2B-104ACC281B6E}">
      <dgm:prSet/>
      <dgm:spPr/>
      <dgm:t>
        <a:bodyPr/>
        <a:lstStyle/>
        <a:p>
          <a:pPr>
            <a:lnSpc>
              <a:spcPct val="100000"/>
            </a:lnSpc>
            <a:defRPr b="1"/>
          </a:pPr>
          <a:endParaRPr lang="en-US"/>
        </a:p>
      </dgm:t>
    </dgm:pt>
    <dgm:pt modelId="{738EE679-85A0-44A2-8FC1-B5F56516F02C}">
      <dgm:prSet/>
      <dgm:spPr/>
      <dgm:t>
        <a:bodyPr/>
        <a:lstStyle/>
        <a:p>
          <a:pPr>
            <a:lnSpc>
              <a:spcPct val="100000"/>
            </a:lnSpc>
          </a:pPr>
          <a:r>
            <a:rPr lang="en-US" dirty="0"/>
            <a:t>Automated tools identify outdated components, misconfigurations, and known flaws to ensure secure container builds.</a:t>
          </a:r>
        </a:p>
      </dgm:t>
    </dgm:pt>
    <dgm:pt modelId="{55BBD89B-A029-4188-A543-9B05C9877F5B}" type="parTrans" cxnId="{285BF73A-D32B-44DF-8B3C-C08A294EA051}">
      <dgm:prSet/>
      <dgm:spPr/>
      <dgm:t>
        <a:bodyPr/>
        <a:lstStyle/>
        <a:p>
          <a:endParaRPr lang="en-US"/>
        </a:p>
      </dgm:t>
    </dgm:pt>
    <dgm:pt modelId="{E6B8E9A8-19CB-4C98-AE62-BF95CE5F404E}" type="sibTrans" cxnId="{285BF73A-D32B-44DF-8B3C-C08A294EA051}">
      <dgm:prSet/>
      <dgm:spPr/>
      <dgm:t>
        <a:bodyPr/>
        <a:lstStyle/>
        <a:p>
          <a:endParaRPr lang="en-US"/>
        </a:p>
      </dgm:t>
    </dgm:pt>
    <dgm:pt modelId="{330B1E7E-F258-412D-A1F7-78D7D9F5FAC7}">
      <dgm:prSet/>
      <dgm:spPr/>
      <dgm:t>
        <a:bodyPr/>
        <a:lstStyle/>
        <a:p>
          <a:pPr>
            <a:lnSpc>
              <a:spcPct val="100000"/>
            </a:lnSpc>
            <a:defRPr b="1"/>
          </a:pPr>
          <a:r>
            <a:rPr lang="en-US" dirty="0"/>
            <a:t>Major Container Scanning Tools</a:t>
          </a:r>
        </a:p>
      </dgm:t>
    </dgm:pt>
    <dgm:pt modelId="{50603197-A582-4D75-A321-80E771903FFB}" type="parTrans" cxnId="{2F10ADF2-4445-461D-BA51-3283A34BAF07}">
      <dgm:prSet/>
      <dgm:spPr/>
      <dgm:t>
        <a:bodyPr/>
        <a:lstStyle/>
        <a:p>
          <a:endParaRPr lang="en-US"/>
        </a:p>
      </dgm:t>
    </dgm:pt>
    <dgm:pt modelId="{FD2C5BE2-F7BE-499D-BC06-A3135A92D825}" type="sibTrans" cxnId="{2F10ADF2-4445-461D-BA51-3283A34BAF07}">
      <dgm:prSet/>
      <dgm:spPr/>
      <dgm:t>
        <a:bodyPr/>
        <a:lstStyle/>
        <a:p>
          <a:endParaRPr lang="en-US"/>
        </a:p>
      </dgm:t>
    </dgm:pt>
    <dgm:pt modelId="{FB247F8C-CC38-41F6-80BE-79D43D62536D}">
      <dgm:prSet/>
      <dgm:spPr/>
      <dgm:t>
        <a:bodyPr/>
        <a:lstStyle/>
        <a:p>
          <a:pPr>
            <a:lnSpc>
              <a:spcPct val="100000"/>
            </a:lnSpc>
          </a:pPr>
          <a:r>
            <a:rPr lang="en-US" b="0" i="0" dirty="0"/>
            <a:t>Top container scanning tools include Sysdig Secure, Docker Scout that provide comprehensive security and runtime protection, often suited for large enterprises and DevOps</a:t>
          </a:r>
          <a:endParaRPr lang="en-US" dirty="0"/>
        </a:p>
      </dgm:t>
    </dgm:pt>
    <dgm:pt modelId="{071E6BB3-4B2C-4F9E-8645-2146877755F2}" type="parTrans" cxnId="{CB909428-42CD-4A2A-9529-1031660D1EA4}">
      <dgm:prSet/>
      <dgm:spPr/>
      <dgm:t>
        <a:bodyPr/>
        <a:lstStyle/>
        <a:p>
          <a:endParaRPr lang="en-US"/>
        </a:p>
      </dgm:t>
    </dgm:pt>
    <dgm:pt modelId="{022C20CB-0037-4CC4-B027-CE8884F4AAD1}" type="sibTrans" cxnId="{CB909428-42CD-4A2A-9529-1031660D1EA4}">
      <dgm:prSet/>
      <dgm:spPr/>
      <dgm:t>
        <a:bodyPr/>
        <a:lstStyle/>
        <a:p>
          <a:endParaRPr lang="en-US"/>
        </a:p>
      </dgm:t>
    </dgm:pt>
    <dgm:pt modelId="{2D1105A7-0A69-4330-8482-3969368504C3}" type="pres">
      <dgm:prSet presAssocID="{6532A61E-DDA4-4067-AB1A-97EEF648CA9F}" presName="Root" presStyleCnt="0">
        <dgm:presLayoutVars>
          <dgm:dir/>
          <dgm:resizeHandles val="exact"/>
        </dgm:presLayoutVars>
      </dgm:prSet>
      <dgm:spPr/>
    </dgm:pt>
    <dgm:pt modelId="{DA37F7CF-7F1D-40C5-8F9F-EC269431258B}" type="pres">
      <dgm:prSet presAssocID="{830EFA38-C228-4980-8BB8-3D91ABD2DB7E}" presName="Composite" presStyleCnt="0"/>
      <dgm:spPr/>
    </dgm:pt>
    <dgm:pt modelId="{79785A16-E84C-4CDE-A0B2-1A8E229C26D9}" type="pres">
      <dgm:prSet presAssocID="{830EFA38-C228-4980-8BB8-3D91ABD2DB7E}" presName="Picture" presStyleLbl="nod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l="18201" r="25546" b="-6"/>
          <a:stretch/>
        </a:blipFill>
      </dgm:spPr>
      <dgm:extLst>
        <a:ext uri="{E40237B7-FDA0-4F09-8148-C483321AD2D9}">
          <dgm14:cNvPr xmlns:dgm14="http://schemas.microsoft.com/office/drawing/2010/diagram" id="0" name="" descr="Hands holding a digital tablet showing artificial intelligence recognition on warehouse security computer screen. Machine learning person and object detection."/>
        </a:ext>
      </dgm:extLst>
    </dgm:pt>
    <dgm:pt modelId="{C321A471-4164-4FC7-861E-54E9A3E37D1E}" type="pres">
      <dgm:prSet presAssocID="{830EFA38-C228-4980-8BB8-3D91ABD2DB7E}" presName="Subtitle" presStyleLbl="revTx" presStyleIdx="0" presStyleCnt="6">
        <dgm:presLayoutVars>
          <dgm:chMax val="0"/>
          <dgm:bulletEnabled/>
        </dgm:presLayoutVars>
      </dgm:prSet>
      <dgm:spPr/>
    </dgm:pt>
    <dgm:pt modelId="{6FB00B34-66CD-48F3-B5DD-47CC6B57E377}" type="pres">
      <dgm:prSet presAssocID="{830EFA38-C228-4980-8BB8-3D91ABD2DB7E}" presName="Description" presStyleLbl="revTx" presStyleIdx="1" presStyleCnt="6">
        <dgm:presLayoutVars>
          <dgm:bulletEnabled/>
        </dgm:presLayoutVars>
      </dgm:prSet>
      <dgm:spPr/>
    </dgm:pt>
    <dgm:pt modelId="{1DC658E0-DBAE-48C0-871E-4E64F177D5CA}" type="pres">
      <dgm:prSet presAssocID="{D35F555E-B123-4495-83A9-D6C3E5AC12FE}" presName="sibTrans" presStyleLbl="sibTrans2D1" presStyleIdx="0" presStyleCnt="0"/>
      <dgm:spPr/>
    </dgm:pt>
    <dgm:pt modelId="{9C38023F-913F-4DEA-83F4-9F44D7665B3D}" type="pres">
      <dgm:prSet presAssocID="{43A1B24C-3120-4573-B58C-FD9CACA36F77}" presName="Composite" presStyleCnt="0"/>
      <dgm:spPr/>
    </dgm:pt>
    <dgm:pt modelId="{D0AE7B2E-5D64-490E-AF99-C856BC2D134E}" type="pres">
      <dgm:prSet presAssocID="{43A1B24C-3120-4573-B58C-FD9CACA36F77}" presName="Picture" presStyleLbl="nod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l="13102" r="20149" b="2"/>
          <a:stretch/>
        </a:blipFill>
      </dgm:spPr>
      <dgm:extLst>
        <a:ext uri="{E40237B7-FDA0-4F09-8148-C483321AD2D9}">
          <dgm14:cNvPr xmlns:dgm14="http://schemas.microsoft.com/office/drawing/2010/diagram" id="0" name="" descr="Warehouse worker loading truck with forklift."/>
        </a:ext>
      </dgm:extLst>
    </dgm:pt>
    <dgm:pt modelId="{308F591E-763B-4E4A-97E6-89EF31F0425E}" type="pres">
      <dgm:prSet presAssocID="{43A1B24C-3120-4573-B58C-FD9CACA36F77}" presName="Subtitle" presStyleLbl="revTx" presStyleIdx="2" presStyleCnt="6">
        <dgm:presLayoutVars>
          <dgm:chMax val="0"/>
          <dgm:bulletEnabled/>
        </dgm:presLayoutVars>
      </dgm:prSet>
      <dgm:spPr/>
    </dgm:pt>
    <dgm:pt modelId="{635993A3-D48A-4D95-97D0-4E7AC6F9B1B2}" type="pres">
      <dgm:prSet presAssocID="{43A1B24C-3120-4573-B58C-FD9CACA36F77}" presName="Description" presStyleLbl="revTx" presStyleIdx="3" presStyleCnt="6">
        <dgm:presLayoutVars>
          <dgm:bulletEnabled/>
        </dgm:presLayoutVars>
      </dgm:prSet>
      <dgm:spPr/>
    </dgm:pt>
    <dgm:pt modelId="{059D00E5-DC9C-4955-A826-FC4215E365DB}" type="pres">
      <dgm:prSet presAssocID="{049C5E72-1DFA-41BE-A5C2-935167D999C5}" presName="sibTrans" presStyleLbl="sibTrans2D1" presStyleIdx="0" presStyleCnt="0"/>
      <dgm:spPr/>
    </dgm:pt>
    <dgm:pt modelId="{03777E60-48B3-46F6-B5ED-F10382315E27}" type="pres">
      <dgm:prSet presAssocID="{330B1E7E-F258-412D-A1F7-78D7D9F5FAC7}" presName="Composite" presStyleCnt="0"/>
      <dgm:spPr/>
    </dgm:pt>
    <dgm:pt modelId="{9F90774D-C1CC-4F9F-B8E3-181BC6A12222}" type="pres">
      <dgm:prSet presAssocID="{330B1E7E-F258-412D-A1F7-78D7D9F5FAC7}" presName="Picture" presStyleLbl="nod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l="41359" r="2388" b="-6"/>
          <a:stretch/>
        </a:blipFill>
      </dgm:spPr>
      <dgm:extLst>
        <a:ext uri="{E40237B7-FDA0-4F09-8148-C483321AD2D9}">
          <dgm14:cNvPr xmlns:dgm14="http://schemas.microsoft.com/office/drawing/2010/diagram" id="0" name="" descr="Internet Cyber Security digital concept"/>
        </a:ext>
      </dgm:extLst>
    </dgm:pt>
    <dgm:pt modelId="{E877BF5C-4F74-4E27-94A7-9031CCE86878}" type="pres">
      <dgm:prSet presAssocID="{330B1E7E-F258-412D-A1F7-78D7D9F5FAC7}" presName="Subtitle" presStyleLbl="revTx" presStyleIdx="4" presStyleCnt="6">
        <dgm:presLayoutVars>
          <dgm:chMax val="0"/>
          <dgm:bulletEnabled/>
        </dgm:presLayoutVars>
      </dgm:prSet>
      <dgm:spPr/>
    </dgm:pt>
    <dgm:pt modelId="{C998ECAE-F184-43A3-80C8-A98E68A43E9D}" type="pres">
      <dgm:prSet presAssocID="{330B1E7E-F258-412D-A1F7-78D7D9F5FAC7}" presName="Description" presStyleLbl="revTx" presStyleIdx="5" presStyleCnt="6">
        <dgm:presLayoutVars>
          <dgm:bulletEnabled/>
        </dgm:presLayoutVars>
      </dgm:prSet>
      <dgm:spPr/>
    </dgm:pt>
  </dgm:ptLst>
  <dgm:cxnLst>
    <dgm:cxn modelId="{91AD5004-A2EA-4DC3-A4CC-4F2890435EFB}" type="presOf" srcId="{5127BA73-46A5-4D0C-8D64-A652C1F702D6}" destId="{6FB00B34-66CD-48F3-B5DD-47CC6B57E377}" srcOrd="0" destOrd="0" presId="urn:microsoft.com/office/officeart/2024/3/layout/verticalVisualTextBlock1"/>
    <dgm:cxn modelId="{80E3C907-3576-4749-9FD4-746C59A23BE3}" type="presOf" srcId="{830EFA38-C228-4980-8BB8-3D91ABD2DB7E}" destId="{C321A471-4164-4FC7-861E-54E9A3E37D1E}" srcOrd="0" destOrd="0" presId="urn:microsoft.com/office/officeart/2024/3/layout/verticalVisualTextBlock1"/>
    <dgm:cxn modelId="{CB909428-42CD-4A2A-9529-1031660D1EA4}" srcId="{330B1E7E-F258-412D-A1F7-78D7D9F5FAC7}" destId="{FB247F8C-CC38-41F6-80BE-79D43D62536D}" srcOrd="0" destOrd="0" parTransId="{071E6BB3-4B2C-4F9E-8645-2146877755F2}" sibTransId="{022C20CB-0037-4CC4-B027-CE8884F4AAD1}"/>
    <dgm:cxn modelId="{285BF73A-D32B-44DF-8B3C-C08A294EA051}" srcId="{43A1B24C-3120-4573-B58C-FD9CACA36F77}" destId="{738EE679-85A0-44A2-8FC1-B5F56516F02C}" srcOrd="0" destOrd="0" parTransId="{55BBD89B-A029-4188-A543-9B05C9877F5B}" sibTransId="{E6B8E9A8-19CB-4C98-AE62-BF95CE5F404E}"/>
    <dgm:cxn modelId="{AE6DE158-3AEF-429E-86CF-33B150D22A00}" type="presOf" srcId="{738EE679-85A0-44A2-8FC1-B5F56516F02C}" destId="{635993A3-D48A-4D95-97D0-4E7AC6F9B1B2}" srcOrd="0" destOrd="0" presId="urn:microsoft.com/office/officeart/2024/3/layout/verticalVisualTextBlock1"/>
    <dgm:cxn modelId="{E5FD375A-9301-45F8-897E-C8DF12D229F2}" srcId="{830EFA38-C228-4980-8BB8-3D91ABD2DB7E}" destId="{5127BA73-46A5-4D0C-8D64-A652C1F702D6}" srcOrd="0" destOrd="0" parTransId="{F4A50461-51F9-43E2-B876-10100883737F}" sibTransId="{C76A330F-8B2E-4030-8CA5-51C457708648}"/>
    <dgm:cxn modelId="{02254F7C-5F9A-4DB6-84F6-AC150C5559B8}" type="presOf" srcId="{FB247F8C-CC38-41F6-80BE-79D43D62536D}" destId="{C998ECAE-F184-43A3-80C8-A98E68A43E9D}" srcOrd="0" destOrd="0" presId="urn:microsoft.com/office/officeart/2024/3/layout/verticalVisualTextBlock1"/>
    <dgm:cxn modelId="{70DCDE8B-CAA4-471C-A3B3-0D4D6F23B765}" srcId="{6532A61E-DDA4-4067-AB1A-97EEF648CA9F}" destId="{830EFA38-C228-4980-8BB8-3D91ABD2DB7E}" srcOrd="0" destOrd="0" parTransId="{9D27324F-53F1-4575-8BDE-CAC0B343FE0D}" sibTransId="{D35F555E-B123-4495-83A9-D6C3E5AC12FE}"/>
    <dgm:cxn modelId="{37F0CC8D-B788-472F-B650-1327B4469D12}" type="presOf" srcId="{049C5E72-1DFA-41BE-A5C2-935167D999C5}" destId="{059D00E5-DC9C-4955-A826-FC4215E365DB}" srcOrd="0" destOrd="0" presId="urn:microsoft.com/office/officeart/2024/3/layout/verticalVisualTextBlock1"/>
    <dgm:cxn modelId="{CE95C297-7A36-4EF6-BF7F-C643B58FBB85}" type="presOf" srcId="{D35F555E-B123-4495-83A9-D6C3E5AC12FE}" destId="{1DC658E0-DBAE-48C0-871E-4E64F177D5CA}" srcOrd="0" destOrd="0" presId="urn:microsoft.com/office/officeart/2024/3/layout/verticalVisualTextBlock1"/>
    <dgm:cxn modelId="{5E83B7C5-E8B7-4D59-9E2B-104ACC281B6E}" srcId="{6532A61E-DDA4-4067-AB1A-97EEF648CA9F}" destId="{43A1B24C-3120-4573-B58C-FD9CACA36F77}" srcOrd="1" destOrd="0" parTransId="{CCC57816-775E-4A8E-84D9-E5C6A74389AC}" sibTransId="{049C5E72-1DFA-41BE-A5C2-935167D999C5}"/>
    <dgm:cxn modelId="{2B009BCA-10E9-4F11-9212-A3DA4D1AE4C6}" type="presOf" srcId="{43A1B24C-3120-4573-B58C-FD9CACA36F77}" destId="{308F591E-763B-4E4A-97E6-89EF31F0425E}" srcOrd="0" destOrd="0" presId="urn:microsoft.com/office/officeart/2024/3/layout/verticalVisualTextBlock1"/>
    <dgm:cxn modelId="{0C6137DE-A88F-48B3-A646-EA5A4A4A242A}" type="presOf" srcId="{330B1E7E-F258-412D-A1F7-78D7D9F5FAC7}" destId="{E877BF5C-4F74-4E27-94A7-9031CCE86878}" srcOrd="0" destOrd="0" presId="urn:microsoft.com/office/officeart/2024/3/layout/verticalVisualTextBlock1"/>
    <dgm:cxn modelId="{2F10ADF2-4445-461D-BA51-3283A34BAF07}" srcId="{6532A61E-DDA4-4067-AB1A-97EEF648CA9F}" destId="{330B1E7E-F258-412D-A1F7-78D7D9F5FAC7}" srcOrd="2" destOrd="0" parTransId="{50603197-A582-4D75-A321-80E771903FFB}" sibTransId="{FD2C5BE2-F7BE-499D-BC06-A3135A92D825}"/>
    <dgm:cxn modelId="{1C8F0FF5-0899-4A69-B2B7-552B35CFB5F6}" type="presOf" srcId="{6532A61E-DDA4-4067-AB1A-97EEF648CA9F}" destId="{2D1105A7-0A69-4330-8482-3969368504C3}" srcOrd="0" destOrd="0" presId="urn:microsoft.com/office/officeart/2024/3/layout/verticalVisualTextBlock1"/>
    <dgm:cxn modelId="{EFA1B738-54EE-4816-BE25-ED9005ACD0DA}" type="presParOf" srcId="{2D1105A7-0A69-4330-8482-3969368504C3}" destId="{DA37F7CF-7F1D-40C5-8F9F-EC269431258B}" srcOrd="0" destOrd="0" presId="urn:microsoft.com/office/officeart/2024/3/layout/verticalVisualTextBlock1"/>
    <dgm:cxn modelId="{D5F36C56-742D-4434-A305-170F37928880}" type="presParOf" srcId="{DA37F7CF-7F1D-40C5-8F9F-EC269431258B}" destId="{79785A16-E84C-4CDE-A0B2-1A8E229C26D9}" srcOrd="0" destOrd="0" presId="urn:microsoft.com/office/officeart/2024/3/layout/verticalVisualTextBlock1"/>
    <dgm:cxn modelId="{A565A701-F5AE-40B8-8C8B-3189B72BB714}" type="presParOf" srcId="{DA37F7CF-7F1D-40C5-8F9F-EC269431258B}" destId="{C321A471-4164-4FC7-861E-54E9A3E37D1E}" srcOrd="1" destOrd="0" presId="urn:microsoft.com/office/officeart/2024/3/layout/verticalVisualTextBlock1"/>
    <dgm:cxn modelId="{F0A462FB-0670-4992-8A52-377F85A894AA}" type="presParOf" srcId="{DA37F7CF-7F1D-40C5-8F9F-EC269431258B}" destId="{6FB00B34-66CD-48F3-B5DD-47CC6B57E377}" srcOrd="2" destOrd="0" presId="urn:microsoft.com/office/officeart/2024/3/layout/verticalVisualTextBlock1"/>
    <dgm:cxn modelId="{635CCD9E-3AE1-4EA6-A22A-272E5D25F1C3}" type="presParOf" srcId="{2D1105A7-0A69-4330-8482-3969368504C3}" destId="{1DC658E0-DBAE-48C0-871E-4E64F177D5CA}" srcOrd="1" destOrd="0" presId="urn:microsoft.com/office/officeart/2024/3/layout/verticalVisualTextBlock1"/>
    <dgm:cxn modelId="{8323C903-9BC7-4438-9C28-EFD15CA01011}" type="presParOf" srcId="{2D1105A7-0A69-4330-8482-3969368504C3}" destId="{9C38023F-913F-4DEA-83F4-9F44D7665B3D}" srcOrd="2" destOrd="0" presId="urn:microsoft.com/office/officeart/2024/3/layout/verticalVisualTextBlock1"/>
    <dgm:cxn modelId="{61435A05-7503-4BF3-BD8F-351E1B0FCEB7}" type="presParOf" srcId="{9C38023F-913F-4DEA-83F4-9F44D7665B3D}" destId="{D0AE7B2E-5D64-490E-AF99-C856BC2D134E}" srcOrd="0" destOrd="0" presId="urn:microsoft.com/office/officeart/2024/3/layout/verticalVisualTextBlock1"/>
    <dgm:cxn modelId="{1ED8DCB1-D4C8-4F9E-9DD8-CBAB82EE9665}" type="presParOf" srcId="{9C38023F-913F-4DEA-83F4-9F44D7665B3D}" destId="{308F591E-763B-4E4A-97E6-89EF31F0425E}" srcOrd="1" destOrd="0" presId="urn:microsoft.com/office/officeart/2024/3/layout/verticalVisualTextBlock1"/>
    <dgm:cxn modelId="{F5C16937-7DCD-4112-BA7B-9ACFC8621276}" type="presParOf" srcId="{9C38023F-913F-4DEA-83F4-9F44D7665B3D}" destId="{635993A3-D48A-4D95-97D0-4E7AC6F9B1B2}" srcOrd="2" destOrd="0" presId="urn:microsoft.com/office/officeart/2024/3/layout/verticalVisualTextBlock1"/>
    <dgm:cxn modelId="{33E94EE7-1DAD-46BE-AB42-CDB6FB7FCEA9}" type="presParOf" srcId="{2D1105A7-0A69-4330-8482-3969368504C3}" destId="{059D00E5-DC9C-4955-A826-FC4215E365DB}" srcOrd="3" destOrd="0" presId="urn:microsoft.com/office/officeart/2024/3/layout/verticalVisualTextBlock1"/>
    <dgm:cxn modelId="{6F0FED77-CC7F-4824-A6B7-5D3C3DCAD512}" type="presParOf" srcId="{2D1105A7-0A69-4330-8482-3969368504C3}" destId="{03777E60-48B3-46F6-B5ED-F10382315E27}" srcOrd="4" destOrd="0" presId="urn:microsoft.com/office/officeart/2024/3/layout/verticalVisualTextBlock1"/>
    <dgm:cxn modelId="{0DB37C85-5189-4427-8CB0-BDFD09B5BB85}" type="presParOf" srcId="{03777E60-48B3-46F6-B5ED-F10382315E27}" destId="{9F90774D-C1CC-4F9F-B8E3-181BC6A12222}" srcOrd="0" destOrd="0" presId="urn:microsoft.com/office/officeart/2024/3/layout/verticalVisualTextBlock1"/>
    <dgm:cxn modelId="{D44FC22F-5FD8-4A31-BDC6-FB7893DDB5DA}" type="presParOf" srcId="{03777E60-48B3-46F6-B5ED-F10382315E27}" destId="{E877BF5C-4F74-4E27-94A7-9031CCE86878}" srcOrd="1" destOrd="0" presId="urn:microsoft.com/office/officeart/2024/3/layout/verticalVisualTextBlock1"/>
    <dgm:cxn modelId="{A3D568C9-B640-43EA-85AC-693AE1902735}" type="presParOf" srcId="{03777E60-48B3-46F6-B5ED-F10382315E27}" destId="{C998ECAE-F184-43A3-80C8-A98E68A43E9D}" srcOrd="2" destOrd="0" presId="urn:microsoft.com/office/officeart/2024/3/layout/verticalVisualTextBlock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7E427ADA-56A2-4C4B-8265-C961CF03DCDD}" type="doc">
      <dgm:prSet loTypeId="urn:microsoft.com/office/officeart/2024/3/layout/verticalVisualTextBlock1" loCatId="Picture" qsTypeId="urn:microsoft.com/office/officeart/2005/8/quickstyle/simple4" qsCatId="simple" csTypeId="urn:microsoft.com/office/officeart/2005/8/colors/accent0_2" csCatId="mainScheme" phldr="1"/>
      <dgm:spPr/>
      <dgm:t>
        <a:bodyPr/>
        <a:lstStyle/>
        <a:p>
          <a:endParaRPr lang="en-US"/>
        </a:p>
      </dgm:t>
    </dgm:pt>
    <dgm:pt modelId="{C9B6F2BA-E9C9-4BEB-A636-A89D7AD3565B}">
      <dgm:prSet/>
      <dgm:spPr/>
      <dgm:t>
        <a:bodyPr/>
        <a:lstStyle/>
        <a:p>
          <a:pPr>
            <a:lnSpc>
              <a:spcPct val="100000"/>
            </a:lnSpc>
            <a:defRPr b="1"/>
          </a:pPr>
          <a:r>
            <a:rPr lang="en-US" dirty="0"/>
            <a:t>Workflow Integration</a:t>
          </a:r>
        </a:p>
      </dgm:t>
    </dgm:pt>
    <dgm:pt modelId="{87D54F98-5256-4A66-A452-0B38CE84CE03}" type="parTrans" cxnId="{7D0A2688-A8A1-4A71-99D4-F2B43F1636B3}">
      <dgm:prSet/>
      <dgm:spPr/>
      <dgm:t>
        <a:bodyPr/>
        <a:lstStyle/>
        <a:p>
          <a:endParaRPr lang="en-US"/>
        </a:p>
      </dgm:t>
    </dgm:pt>
    <dgm:pt modelId="{8B1352FC-5F43-490C-82B0-1AE2DFA192CD}" type="sibTrans" cxnId="{7D0A2688-A8A1-4A71-99D4-F2B43F1636B3}">
      <dgm:prSet/>
      <dgm:spPr/>
      <dgm:t>
        <a:bodyPr/>
        <a:lstStyle/>
        <a:p>
          <a:pPr>
            <a:lnSpc>
              <a:spcPct val="100000"/>
            </a:lnSpc>
            <a:defRPr b="1"/>
          </a:pPr>
          <a:endParaRPr lang="en-US"/>
        </a:p>
      </dgm:t>
    </dgm:pt>
    <dgm:pt modelId="{08135F36-3802-40F4-A386-43D713CF1875}">
      <dgm:prSet/>
      <dgm:spPr/>
      <dgm:t>
        <a:bodyPr/>
        <a:lstStyle/>
        <a:p>
          <a:pPr>
            <a:lnSpc>
              <a:spcPct val="100000"/>
            </a:lnSpc>
          </a:pPr>
          <a:r>
            <a:rPr lang="en-US" dirty="0"/>
            <a:t>Integrating SAST tools into established development workflows and Pipelines can be difficult and may slow release cycles.</a:t>
          </a:r>
        </a:p>
      </dgm:t>
    </dgm:pt>
    <dgm:pt modelId="{1CE70588-2EA8-41D4-9C14-EF8CC1018322}" type="parTrans" cxnId="{51B1DFBF-A9DC-44E7-86BE-11431D9E8F5C}">
      <dgm:prSet/>
      <dgm:spPr/>
      <dgm:t>
        <a:bodyPr/>
        <a:lstStyle/>
        <a:p>
          <a:endParaRPr lang="en-US"/>
        </a:p>
      </dgm:t>
    </dgm:pt>
    <dgm:pt modelId="{10A4FE37-E010-45DB-B5FC-BDB0A63BB8F0}" type="sibTrans" cxnId="{51B1DFBF-A9DC-44E7-86BE-11431D9E8F5C}">
      <dgm:prSet/>
      <dgm:spPr/>
      <dgm:t>
        <a:bodyPr/>
        <a:lstStyle/>
        <a:p>
          <a:endParaRPr lang="en-US"/>
        </a:p>
      </dgm:t>
    </dgm:pt>
    <dgm:pt modelId="{1A3322D1-5DC6-4A00-BD1B-6BEA02F59B3D}">
      <dgm:prSet/>
      <dgm:spPr/>
      <dgm:t>
        <a:bodyPr/>
        <a:lstStyle/>
        <a:p>
          <a:pPr>
            <a:lnSpc>
              <a:spcPct val="100000"/>
            </a:lnSpc>
            <a:defRPr b="1"/>
          </a:pPr>
          <a:r>
            <a:rPr lang="en-US" dirty="0"/>
            <a:t>Managing False Positives</a:t>
          </a:r>
        </a:p>
      </dgm:t>
    </dgm:pt>
    <dgm:pt modelId="{7C5AD6E8-2DED-4942-9678-6AF7516D0609}" type="parTrans" cxnId="{96E278F3-F4F4-4CDA-943F-E4695FCE75C7}">
      <dgm:prSet/>
      <dgm:spPr/>
      <dgm:t>
        <a:bodyPr/>
        <a:lstStyle/>
        <a:p>
          <a:endParaRPr lang="en-US"/>
        </a:p>
      </dgm:t>
    </dgm:pt>
    <dgm:pt modelId="{27036D84-834C-461A-A39C-0B3CFEDF7097}" type="sibTrans" cxnId="{96E278F3-F4F4-4CDA-943F-E4695FCE75C7}">
      <dgm:prSet/>
      <dgm:spPr/>
      <dgm:t>
        <a:bodyPr/>
        <a:lstStyle/>
        <a:p>
          <a:pPr>
            <a:lnSpc>
              <a:spcPct val="100000"/>
            </a:lnSpc>
            <a:defRPr b="1"/>
          </a:pPr>
          <a:endParaRPr lang="en-US"/>
        </a:p>
      </dgm:t>
    </dgm:pt>
    <dgm:pt modelId="{E1C1A534-645B-4DF9-9E51-225A4209C46C}">
      <dgm:prSet/>
      <dgm:spPr/>
      <dgm:t>
        <a:bodyPr/>
        <a:lstStyle/>
        <a:p>
          <a:pPr>
            <a:lnSpc>
              <a:spcPct val="100000"/>
            </a:lnSpc>
          </a:pPr>
          <a:r>
            <a:rPr lang="en-US" dirty="0"/>
            <a:t>SAST tools often produce false positives, making it challenging for teams to priorities and address real security issues.</a:t>
          </a:r>
        </a:p>
      </dgm:t>
    </dgm:pt>
    <dgm:pt modelId="{B084E47F-B0A2-4464-A6D7-7CC24B307633}" type="parTrans" cxnId="{5566D8AF-D8ED-4490-98CB-757E318DEFA2}">
      <dgm:prSet/>
      <dgm:spPr/>
      <dgm:t>
        <a:bodyPr/>
        <a:lstStyle/>
        <a:p>
          <a:endParaRPr lang="en-US"/>
        </a:p>
      </dgm:t>
    </dgm:pt>
    <dgm:pt modelId="{ACE0EC62-0E41-45D5-A8E3-200AC2B91BB4}" type="sibTrans" cxnId="{5566D8AF-D8ED-4490-98CB-757E318DEFA2}">
      <dgm:prSet/>
      <dgm:spPr/>
      <dgm:t>
        <a:bodyPr/>
        <a:lstStyle/>
        <a:p>
          <a:endParaRPr lang="en-US"/>
        </a:p>
      </dgm:t>
    </dgm:pt>
    <dgm:pt modelId="{08D80E0F-14D3-4CB3-B303-F4D1ABE62986}">
      <dgm:prSet/>
      <dgm:spPr/>
      <dgm:t>
        <a:bodyPr/>
        <a:lstStyle/>
        <a:p>
          <a:pPr>
            <a:lnSpc>
              <a:spcPct val="100000"/>
            </a:lnSpc>
            <a:defRPr b="1"/>
          </a:pPr>
          <a:r>
            <a:rPr lang="en-US" dirty="0"/>
            <a:t>Adapting to Evolving Codebases</a:t>
          </a:r>
        </a:p>
      </dgm:t>
    </dgm:pt>
    <dgm:pt modelId="{5CB2E90D-7471-48FE-9414-3D8CEA27E7A3}" type="parTrans" cxnId="{FE322FA6-E9A8-4ED1-8527-5DE6382CF87F}">
      <dgm:prSet/>
      <dgm:spPr/>
      <dgm:t>
        <a:bodyPr/>
        <a:lstStyle/>
        <a:p>
          <a:endParaRPr lang="en-US"/>
        </a:p>
      </dgm:t>
    </dgm:pt>
    <dgm:pt modelId="{8D5E4D65-4A22-42CA-ADE1-9AFA99452BCA}" type="sibTrans" cxnId="{FE322FA6-E9A8-4ED1-8527-5DE6382CF87F}">
      <dgm:prSet/>
      <dgm:spPr/>
      <dgm:t>
        <a:bodyPr/>
        <a:lstStyle/>
        <a:p>
          <a:endParaRPr lang="en-US"/>
        </a:p>
      </dgm:t>
    </dgm:pt>
    <dgm:pt modelId="{9F0EC9DF-13DE-4ADA-8A4D-7EEA1B16E6A1}">
      <dgm:prSet/>
      <dgm:spPr/>
      <dgm:t>
        <a:bodyPr/>
        <a:lstStyle/>
        <a:p>
          <a:pPr>
            <a:lnSpc>
              <a:spcPct val="100000"/>
            </a:lnSpc>
          </a:pPr>
          <a:r>
            <a:rPr lang="en-US" dirty="0"/>
            <a:t>Rapidly changing codebases and new programming languages can reduce the effectiveness of SAST solutions.</a:t>
          </a:r>
        </a:p>
      </dgm:t>
    </dgm:pt>
    <dgm:pt modelId="{81798498-1C27-4538-A722-E0B0CD86D296}" type="parTrans" cxnId="{D18270B0-D9B3-4113-A4A1-678BB78AC7BA}">
      <dgm:prSet/>
      <dgm:spPr/>
      <dgm:t>
        <a:bodyPr/>
        <a:lstStyle/>
        <a:p>
          <a:endParaRPr lang="en-US"/>
        </a:p>
      </dgm:t>
    </dgm:pt>
    <dgm:pt modelId="{39DA7618-2BF6-48F8-A41E-DF2D653349B1}" type="sibTrans" cxnId="{D18270B0-D9B3-4113-A4A1-678BB78AC7BA}">
      <dgm:prSet/>
      <dgm:spPr/>
      <dgm:t>
        <a:bodyPr/>
        <a:lstStyle/>
        <a:p>
          <a:endParaRPr lang="en-US"/>
        </a:p>
      </dgm:t>
    </dgm:pt>
    <dgm:pt modelId="{A0763B34-E93A-462A-A3E0-D18A37217422}" type="pres">
      <dgm:prSet presAssocID="{7E427ADA-56A2-4C4B-8265-C961CF03DCDD}" presName="Root" presStyleCnt="0">
        <dgm:presLayoutVars>
          <dgm:dir/>
          <dgm:resizeHandles val="exact"/>
        </dgm:presLayoutVars>
      </dgm:prSet>
      <dgm:spPr/>
    </dgm:pt>
    <dgm:pt modelId="{09049293-1674-4317-8056-994A152FC40D}" type="pres">
      <dgm:prSet presAssocID="{C9B6F2BA-E9C9-4BEB-A636-A89D7AD3565B}" presName="Composite" presStyleCnt="0"/>
      <dgm:spPr/>
    </dgm:pt>
    <dgm:pt modelId="{2D2A360A-C3B0-4C0D-9EAB-2766A5D146F5}" type="pres">
      <dgm:prSet presAssocID="{C9B6F2BA-E9C9-4BEB-A636-A89D7AD3565B}" presName="Picture" presStyleLbl="nod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l="11740" r="12254" b="-8"/>
          <a:stretch/>
        </a:blipFill>
      </dgm:spPr>
      <dgm:extLst>
        <a:ext uri="{E40237B7-FDA0-4F09-8148-C483321AD2D9}">
          <dgm14:cNvPr xmlns:dgm14="http://schemas.microsoft.com/office/drawing/2010/diagram" id="0" name="" descr="Circle of grey cubes connected in a hub-and-spokes manner. Similar concepts with blue cubes:"/>
        </a:ext>
      </dgm:extLst>
    </dgm:pt>
    <dgm:pt modelId="{DB838DE3-19B0-499A-854B-F91563FDA9CD}" type="pres">
      <dgm:prSet presAssocID="{C9B6F2BA-E9C9-4BEB-A636-A89D7AD3565B}" presName="Subtitle" presStyleLbl="revTx" presStyleIdx="0" presStyleCnt="6">
        <dgm:presLayoutVars>
          <dgm:chMax val="0"/>
          <dgm:bulletEnabled/>
        </dgm:presLayoutVars>
      </dgm:prSet>
      <dgm:spPr/>
    </dgm:pt>
    <dgm:pt modelId="{C75E4714-D13F-4A9A-A0E3-5BE723AD1717}" type="pres">
      <dgm:prSet presAssocID="{C9B6F2BA-E9C9-4BEB-A636-A89D7AD3565B}" presName="Description" presStyleLbl="revTx" presStyleIdx="1" presStyleCnt="6">
        <dgm:presLayoutVars>
          <dgm:bulletEnabled/>
        </dgm:presLayoutVars>
      </dgm:prSet>
      <dgm:spPr/>
    </dgm:pt>
    <dgm:pt modelId="{D7737364-D6CE-4F6B-B8E1-1F8F0439B772}" type="pres">
      <dgm:prSet presAssocID="{8B1352FC-5F43-490C-82B0-1AE2DFA192CD}" presName="sibTrans" presStyleLbl="sibTrans2D1" presStyleIdx="0" presStyleCnt="0"/>
      <dgm:spPr/>
    </dgm:pt>
    <dgm:pt modelId="{635C7F0B-629F-417A-8B08-3E63CD587B8A}" type="pres">
      <dgm:prSet presAssocID="{1A3322D1-5DC6-4A00-BD1B-6BEA02F59B3D}" presName="Composite" presStyleCnt="0"/>
      <dgm:spPr/>
    </dgm:pt>
    <dgm:pt modelId="{97E2887C-D474-4D97-A801-048FC58879D9}" type="pres">
      <dgm:prSet presAssocID="{1A3322D1-5DC6-4A00-BD1B-6BEA02F59B3D}" presName="Picture" presStyleLbl="nod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l="21975" r="14022" b="-5"/>
          <a:stretch/>
        </a:blipFill>
      </dgm:spPr>
      <dgm:extLst>
        <a:ext uri="{E40237B7-FDA0-4F09-8148-C483321AD2D9}">
          <dgm14:cNvPr xmlns:dgm14="http://schemas.microsoft.com/office/drawing/2010/diagram" id="0" name="" descr="Golden exclamation point symbol on dark background"/>
        </a:ext>
      </dgm:extLst>
    </dgm:pt>
    <dgm:pt modelId="{8B99C920-7EBC-4FE1-848B-0EA744EE171D}" type="pres">
      <dgm:prSet presAssocID="{1A3322D1-5DC6-4A00-BD1B-6BEA02F59B3D}" presName="Subtitle" presStyleLbl="revTx" presStyleIdx="2" presStyleCnt="6">
        <dgm:presLayoutVars>
          <dgm:chMax val="0"/>
          <dgm:bulletEnabled/>
        </dgm:presLayoutVars>
      </dgm:prSet>
      <dgm:spPr/>
    </dgm:pt>
    <dgm:pt modelId="{27E95C3F-21E1-4B14-B621-32275771D6EE}" type="pres">
      <dgm:prSet presAssocID="{1A3322D1-5DC6-4A00-BD1B-6BEA02F59B3D}" presName="Description" presStyleLbl="revTx" presStyleIdx="3" presStyleCnt="6">
        <dgm:presLayoutVars>
          <dgm:bulletEnabled/>
        </dgm:presLayoutVars>
      </dgm:prSet>
      <dgm:spPr/>
    </dgm:pt>
    <dgm:pt modelId="{39BCD3D8-6F23-48E1-AAB3-71A6C90E6BE1}" type="pres">
      <dgm:prSet presAssocID="{27036D84-834C-461A-A39C-0B3CFEDF7097}" presName="sibTrans" presStyleLbl="sibTrans2D1" presStyleIdx="0" presStyleCnt="0"/>
      <dgm:spPr/>
    </dgm:pt>
    <dgm:pt modelId="{A3628996-4412-4E1F-8198-0FBC86A4CFC5}" type="pres">
      <dgm:prSet presAssocID="{08D80E0F-14D3-4CB3-B303-F4D1ABE62986}" presName="Composite" presStyleCnt="0"/>
      <dgm:spPr/>
    </dgm:pt>
    <dgm:pt modelId="{BEA9CEFB-2A36-44CB-A52C-C58A88BDA53C}" type="pres">
      <dgm:prSet presAssocID="{08D80E0F-14D3-4CB3-B303-F4D1ABE62986}" presName="Picture" presStyleLbl="nod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r="33251" b="2"/>
          <a:stretch/>
        </a:blipFill>
      </dgm:spPr>
      <dgm:extLst>
        <a:ext uri="{E40237B7-FDA0-4F09-8148-C483321AD2D9}">
          <dgm14:cNvPr xmlns:dgm14="http://schemas.microsoft.com/office/drawing/2010/diagram" id="0" name="" descr="Computer script on a screen"/>
        </a:ext>
      </dgm:extLst>
    </dgm:pt>
    <dgm:pt modelId="{AA568BC9-AD0F-4886-AD86-BA37CADF7F3D}" type="pres">
      <dgm:prSet presAssocID="{08D80E0F-14D3-4CB3-B303-F4D1ABE62986}" presName="Subtitle" presStyleLbl="revTx" presStyleIdx="4" presStyleCnt="6">
        <dgm:presLayoutVars>
          <dgm:chMax val="0"/>
          <dgm:bulletEnabled/>
        </dgm:presLayoutVars>
      </dgm:prSet>
      <dgm:spPr/>
    </dgm:pt>
    <dgm:pt modelId="{6240DBB6-4F18-49A7-BB44-ACB0D8FA5709}" type="pres">
      <dgm:prSet presAssocID="{08D80E0F-14D3-4CB3-B303-F4D1ABE62986}" presName="Description" presStyleLbl="revTx" presStyleIdx="5" presStyleCnt="6">
        <dgm:presLayoutVars>
          <dgm:bulletEnabled/>
        </dgm:presLayoutVars>
      </dgm:prSet>
      <dgm:spPr/>
    </dgm:pt>
  </dgm:ptLst>
  <dgm:cxnLst>
    <dgm:cxn modelId="{0A2F6112-2AD1-44B1-A979-C2A54118C78A}" type="presOf" srcId="{C9B6F2BA-E9C9-4BEB-A636-A89D7AD3565B}" destId="{DB838DE3-19B0-499A-854B-F91563FDA9CD}" srcOrd="0" destOrd="0" presId="urn:microsoft.com/office/officeart/2024/3/layout/verticalVisualTextBlock1"/>
    <dgm:cxn modelId="{E0865331-B878-4A61-90BE-8D1021867A38}" type="presOf" srcId="{E1C1A534-645B-4DF9-9E51-225A4209C46C}" destId="{27E95C3F-21E1-4B14-B621-32275771D6EE}" srcOrd="0" destOrd="0" presId="urn:microsoft.com/office/officeart/2024/3/layout/verticalVisualTextBlock1"/>
    <dgm:cxn modelId="{AA5E8F6E-9FB0-4FF6-8A1C-BC338F2C57D3}" type="presOf" srcId="{27036D84-834C-461A-A39C-0B3CFEDF7097}" destId="{39BCD3D8-6F23-48E1-AAB3-71A6C90E6BE1}" srcOrd="0" destOrd="0" presId="urn:microsoft.com/office/officeart/2024/3/layout/verticalVisualTextBlock1"/>
    <dgm:cxn modelId="{B5C2CB5A-8FA8-4795-9F6E-B3179A1EA341}" type="presOf" srcId="{7E427ADA-56A2-4C4B-8265-C961CF03DCDD}" destId="{A0763B34-E93A-462A-A3E0-D18A37217422}" srcOrd="0" destOrd="0" presId="urn:microsoft.com/office/officeart/2024/3/layout/verticalVisualTextBlock1"/>
    <dgm:cxn modelId="{7D0A2688-A8A1-4A71-99D4-F2B43F1636B3}" srcId="{7E427ADA-56A2-4C4B-8265-C961CF03DCDD}" destId="{C9B6F2BA-E9C9-4BEB-A636-A89D7AD3565B}" srcOrd="0" destOrd="0" parTransId="{87D54F98-5256-4A66-A452-0B38CE84CE03}" sibTransId="{8B1352FC-5F43-490C-82B0-1AE2DFA192CD}"/>
    <dgm:cxn modelId="{FE322FA6-E9A8-4ED1-8527-5DE6382CF87F}" srcId="{7E427ADA-56A2-4C4B-8265-C961CF03DCDD}" destId="{08D80E0F-14D3-4CB3-B303-F4D1ABE62986}" srcOrd="2" destOrd="0" parTransId="{5CB2E90D-7471-48FE-9414-3D8CEA27E7A3}" sibTransId="{8D5E4D65-4A22-42CA-ADE1-9AFA99452BCA}"/>
    <dgm:cxn modelId="{A5066FAB-6849-421C-94D9-56BA6D80A404}" type="presOf" srcId="{1A3322D1-5DC6-4A00-BD1B-6BEA02F59B3D}" destId="{8B99C920-7EBC-4FE1-848B-0EA744EE171D}" srcOrd="0" destOrd="0" presId="urn:microsoft.com/office/officeart/2024/3/layout/verticalVisualTextBlock1"/>
    <dgm:cxn modelId="{5566D8AF-D8ED-4490-98CB-757E318DEFA2}" srcId="{1A3322D1-5DC6-4A00-BD1B-6BEA02F59B3D}" destId="{E1C1A534-645B-4DF9-9E51-225A4209C46C}" srcOrd="0" destOrd="0" parTransId="{B084E47F-B0A2-4464-A6D7-7CC24B307633}" sibTransId="{ACE0EC62-0E41-45D5-A8E3-200AC2B91BB4}"/>
    <dgm:cxn modelId="{D18270B0-D9B3-4113-A4A1-678BB78AC7BA}" srcId="{08D80E0F-14D3-4CB3-B303-F4D1ABE62986}" destId="{9F0EC9DF-13DE-4ADA-8A4D-7EEA1B16E6A1}" srcOrd="0" destOrd="0" parTransId="{81798498-1C27-4538-A722-E0B0CD86D296}" sibTransId="{39DA7618-2BF6-48F8-A41E-DF2D653349B1}"/>
    <dgm:cxn modelId="{EA0DC4BB-6AF5-4CDA-BFE9-EB28730EDC82}" type="presOf" srcId="{08135F36-3802-40F4-A386-43D713CF1875}" destId="{C75E4714-D13F-4A9A-A0E3-5BE723AD1717}" srcOrd="0" destOrd="0" presId="urn:microsoft.com/office/officeart/2024/3/layout/verticalVisualTextBlock1"/>
    <dgm:cxn modelId="{51B1DFBF-A9DC-44E7-86BE-11431D9E8F5C}" srcId="{C9B6F2BA-E9C9-4BEB-A636-A89D7AD3565B}" destId="{08135F36-3802-40F4-A386-43D713CF1875}" srcOrd="0" destOrd="0" parTransId="{1CE70588-2EA8-41D4-9C14-EF8CC1018322}" sibTransId="{10A4FE37-E010-45DB-B5FC-BDB0A63BB8F0}"/>
    <dgm:cxn modelId="{311012CB-0D0D-48EC-B984-C7972D9EE103}" type="presOf" srcId="{9F0EC9DF-13DE-4ADA-8A4D-7EEA1B16E6A1}" destId="{6240DBB6-4F18-49A7-BB44-ACB0D8FA5709}" srcOrd="0" destOrd="0" presId="urn:microsoft.com/office/officeart/2024/3/layout/verticalVisualTextBlock1"/>
    <dgm:cxn modelId="{AE6D1BCC-6D40-478C-BB47-B817C7A6F361}" type="presOf" srcId="{8B1352FC-5F43-490C-82B0-1AE2DFA192CD}" destId="{D7737364-D6CE-4F6B-B8E1-1F8F0439B772}" srcOrd="0" destOrd="0" presId="urn:microsoft.com/office/officeart/2024/3/layout/verticalVisualTextBlock1"/>
    <dgm:cxn modelId="{96E278F3-F4F4-4CDA-943F-E4695FCE75C7}" srcId="{7E427ADA-56A2-4C4B-8265-C961CF03DCDD}" destId="{1A3322D1-5DC6-4A00-BD1B-6BEA02F59B3D}" srcOrd="1" destOrd="0" parTransId="{7C5AD6E8-2DED-4942-9678-6AF7516D0609}" sibTransId="{27036D84-834C-461A-A39C-0B3CFEDF7097}"/>
    <dgm:cxn modelId="{AC0D1BF9-6080-4A87-AC46-977989D1B733}" type="presOf" srcId="{08D80E0F-14D3-4CB3-B303-F4D1ABE62986}" destId="{AA568BC9-AD0F-4886-AD86-BA37CADF7F3D}" srcOrd="0" destOrd="0" presId="urn:microsoft.com/office/officeart/2024/3/layout/verticalVisualTextBlock1"/>
    <dgm:cxn modelId="{2E939701-0AEB-4F16-80BA-3A2444132726}" type="presParOf" srcId="{A0763B34-E93A-462A-A3E0-D18A37217422}" destId="{09049293-1674-4317-8056-994A152FC40D}" srcOrd="0" destOrd="0" presId="urn:microsoft.com/office/officeart/2024/3/layout/verticalVisualTextBlock1"/>
    <dgm:cxn modelId="{4B3556D9-B08A-4E50-8A57-46E81C091AFB}" type="presParOf" srcId="{09049293-1674-4317-8056-994A152FC40D}" destId="{2D2A360A-C3B0-4C0D-9EAB-2766A5D146F5}" srcOrd="0" destOrd="0" presId="urn:microsoft.com/office/officeart/2024/3/layout/verticalVisualTextBlock1"/>
    <dgm:cxn modelId="{13500989-0028-4A93-85E7-1C59972D77EE}" type="presParOf" srcId="{09049293-1674-4317-8056-994A152FC40D}" destId="{DB838DE3-19B0-499A-854B-F91563FDA9CD}" srcOrd="1" destOrd="0" presId="urn:microsoft.com/office/officeart/2024/3/layout/verticalVisualTextBlock1"/>
    <dgm:cxn modelId="{37C7F7C9-86FC-4A83-ACC8-89396D993750}" type="presParOf" srcId="{09049293-1674-4317-8056-994A152FC40D}" destId="{C75E4714-D13F-4A9A-A0E3-5BE723AD1717}" srcOrd="2" destOrd="0" presId="urn:microsoft.com/office/officeart/2024/3/layout/verticalVisualTextBlock1"/>
    <dgm:cxn modelId="{B66E0F67-0E5E-4AB0-85AA-A1D5800BE0DC}" type="presParOf" srcId="{A0763B34-E93A-462A-A3E0-D18A37217422}" destId="{D7737364-D6CE-4F6B-B8E1-1F8F0439B772}" srcOrd="1" destOrd="0" presId="urn:microsoft.com/office/officeart/2024/3/layout/verticalVisualTextBlock1"/>
    <dgm:cxn modelId="{E250ABB7-8FEE-466C-A22A-C2D068BFA80B}" type="presParOf" srcId="{A0763B34-E93A-462A-A3E0-D18A37217422}" destId="{635C7F0B-629F-417A-8B08-3E63CD587B8A}" srcOrd="2" destOrd="0" presId="urn:microsoft.com/office/officeart/2024/3/layout/verticalVisualTextBlock1"/>
    <dgm:cxn modelId="{55B894DA-880A-4AC2-8FD8-833F538CD78A}" type="presParOf" srcId="{635C7F0B-629F-417A-8B08-3E63CD587B8A}" destId="{97E2887C-D474-4D97-A801-048FC58879D9}" srcOrd="0" destOrd="0" presId="urn:microsoft.com/office/officeart/2024/3/layout/verticalVisualTextBlock1"/>
    <dgm:cxn modelId="{09E36BFA-330E-4FEB-A684-C891A4C7A654}" type="presParOf" srcId="{635C7F0B-629F-417A-8B08-3E63CD587B8A}" destId="{8B99C920-7EBC-4FE1-848B-0EA744EE171D}" srcOrd="1" destOrd="0" presId="urn:microsoft.com/office/officeart/2024/3/layout/verticalVisualTextBlock1"/>
    <dgm:cxn modelId="{DC33931E-4963-4A2C-BABD-AE16D1D58961}" type="presParOf" srcId="{635C7F0B-629F-417A-8B08-3E63CD587B8A}" destId="{27E95C3F-21E1-4B14-B621-32275771D6EE}" srcOrd="2" destOrd="0" presId="urn:microsoft.com/office/officeart/2024/3/layout/verticalVisualTextBlock1"/>
    <dgm:cxn modelId="{E0A8A23B-5621-4736-AAB2-78E28DB80075}" type="presParOf" srcId="{A0763B34-E93A-462A-A3E0-D18A37217422}" destId="{39BCD3D8-6F23-48E1-AAB3-71A6C90E6BE1}" srcOrd="3" destOrd="0" presId="urn:microsoft.com/office/officeart/2024/3/layout/verticalVisualTextBlock1"/>
    <dgm:cxn modelId="{1BA98117-A882-463B-B09E-621382399D3A}" type="presParOf" srcId="{A0763B34-E93A-462A-A3E0-D18A37217422}" destId="{A3628996-4412-4E1F-8198-0FBC86A4CFC5}" srcOrd="4" destOrd="0" presId="urn:microsoft.com/office/officeart/2024/3/layout/verticalVisualTextBlock1"/>
    <dgm:cxn modelId="{81FAEF88-B943-4C0F-9CAF-B7D270793507}" type="presParOf" srcId="{A3628996-4412-4E1F-8198-0FBC86A4CFC5}" destId="{BEA9CEFB-2A36-44CB-A52C-C58A88BDA53C}" srcOrd="0" destOrd="0" presId="urn:microsoft.com/office/officeart/2024/3/layout/verticalVisualTextBlock1"/>
    <dgm:cxn modelId="{40F3B63B-7812-4789-A49C-C1EEF6C811AB}" type="presParOf" srcId="{A3628996-4412-4E1F-8198-0FBC86A4CFC5}" destId="{AA568BC9-AD0F-4886-AD86-BA37CADF7F3D}" srcOrd="1" destOrd="0" presId="urn:microsoft.com/office/officeart/2024/3/layout/verticalVisualTextBlock1"/>
    <dgm:cxn modelId="{D228528A-DE2C-4B3F-B648-F6F76B636C8C}" type="presParOf" srcId="{A3628996-4412-4E1F-8198-0FBC86A4CFC5}" destId="{6240DBB6-4F18-49A7-BB44-ACB0D8FA5709}" srcOrd="2" destOrd="0" presId="urn:microsoft.com/office/officeart/2024/3/layout/verticalVisualTextBlock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C290B2B4-F0BE-4D7B-8616-4532C2331057}" type="doc">
      <dgm:prSet loTypeId="urn:microsoft.com/office/officeart/2024/3/layout/verticalVisualTextBlock1" loCatId="Picture" qsTypeId="urn:microsoft.com/office/officeart/2005/8/quickstyle/simple4" qsCatId="simple" csTypeId="urn:microsoft.com/office/officeart/2005/8/colors/accent0_3" csCatId="mainScheme" phldr="1"/>
      <dgm:spPr/>
      <dgm:t>
        <a:bodyPr/>
        <a:lstStyle/>
        <a:p>
          <a:endParaRPr lang="en-US"/>
        </a:p>
      </dgm:t>
    </dgm:pt>
    <dgm:pt modelId="{7E87C26F-A1E1-4B0B-8D6D-719C195E115F}">
      <dgm:prSet/>
      <dgm:spPr/>
      <dgm:t>
        <a:bodyPr/>
        <a:lstStyle/>
        <a:p>
          <a:pPr>
            <a:lnSpc>
              <a:spcPct val="100000"/>
            </a:lnSpc>
            <a:defRPr b="1"/>
          </a:pPr>
          <a:r>
            <a:rPr lang="en-US" dirty="0"/>
            <a:t>Purpose of PCI DSS</a:t>
          </a:r>
        </a:p>
      </dgm:t>
    </dgm:pt>
    <dgm:pt modelId="{215752B7-3DE2-4BCC-A537-83A9BDC75AC4}" type="parTrans" cxnId="{E960D875-9C0A-4581-8E9B-46A5480E04A2}">
      <dgm:prSet/>
      <dgm:spPr/>
      <dgm:t>
        <a:bodyPr/>
        <a:lstStyle/>
        <a:p>
          <a:endParaRPr lang="en-US"/>
        </a:p>
      </dgm:t>
    </dgm:pt>
    <dgm:pt modelId="{2B734A0C-710C-4CCB-AD4F-C9F691F276EE}" type="sibTrans" cxnId="{E960D875-9C0A-4581-8E9B-46A5480E04A2}">
      <dgm:prSet/>
      <dgm:spPr/>
      <dgm:t>
        <a:bodyPr/>
        <a:lstStyle/>
        <a:p>
          <a:pPr>
            <a:lnSpc>
              <a:spcPct val="100000"/>
            </a:lnSpc>
            <a:defRPr b="1"/>
          </a:pPr>
          <a:endParaRPr lang="en-US"/>
        </a:p>
      </dgm:t>
    </dgm:pt>
    <dgm:pt modelId="{5E76DF99-B998-4804-93A4-1C44338A04B4}">
      <dgm:prSet/>
      <dgm:spPr/>
      <dgm:t>
        <a:bodyPr/>
        <a:lstStyle/>
        <a:p>
          <a:pPr>
            <a:lnSpc>
              <a:spcPct val="100000"/>
            </a:lnSpc>
          </a:pPr>
          <a:r>
            <a:rPr lang="en-US" dirty="0"/>
            <a:t>PCI DSS is established to protect cardholder data from theft and breaches, ensuring safe transactions worldwide.</a:t>
          </a:r>
        </a:p>
      </dgm:t>
    </dgm:pt>
    <dgm:pt modelId="{CC40991C-CAE2-42CC-8C3F-1208D78D2E09}" type="parTrans" cxnId="{1A9F3947-3711-4239-BDE7-A18606CB7E34}">
      <dgm:prSet/>
      <dgm:spPr/>
      <dgm:t>
        <a:bodyPr/>
        <a:lstStyle/>
        <a:p>
          <a:endParaRPr lang="en-US"/>
        </a:p>
      </dgm:t>
    </dgm:pt>
    <dgm:pt modelId="{6C66491C-6313-41EB-BD44-5F72341BD63F}" type="sibTrans" cxnId="{1A9F3947-3711-4239-BDE7-A18606CB7E34}">
      <dgm:prSet/>
      <dgm:spPr/>
      <dgm:t>
        <a:bodyPr/>
        <a:lstStyle/>
        <a:p>
          <a:endParaRPr lang="en-US"/>
        </a:p>
      </dgm:t>
    </dgm:pt>
    <dgm:pt modelId="{BA623937-447B-4931-8B99-B0AE5EC33AB3}">
      <dgm:prSet/>
      <dgm:spPr/>
      <dgm:t>
        <a:bodyPr/>
        <a:lstStyle/>
        <a:p>
          <a:pPr>
            <a:lnSpc>
              <a:spcPct val="100000"/>
            </a:lnSpc>
            <a:defRPr b="1"/>
          </a:pPr>
          <a:r>
            <a:rPr lang="en-US" dirty="0"/>
            <a:t>Security Requirements</a:t>
          </a:r>
        </a:p>
      </dgm:t>
    </dgm:pt>
    <dgm:pt modelId="{165526E2-F729-4E7A-AFA3-AE334C488B0A}" type="parTrans" cxnId="{FFA54E9A-3CED-4B42-82A5-0C8BC866605E}">
      <dgm:prSet/>
      <dgm:spPr/>
      <dgm:t>
        <a:bodyPr/>
        <a:lstStyle/>
        <a:p>
          <a:endParaRPr lang="en-US"/>
        </a:p>
      </dgm:t>
    </dgm:pt>
    <dgm:pt modelId="{8FF9DB61-56BA-4A40-8AE3-2A9EF7049CB8}" type="sibTrans" cxnId="{FFA54E9A-3CED-4B42-82A5-0C8BC866605E}">
      <dgm:prSet/>
      <dgm:spPr/>
      <dgm:t>
        <a:bodyPr/>
        <a:lstStyle/>
        <a:p>
          <a:pPr>
            <a:lnSpc>
              <a:spcPct val="100000"/>
            </a:lnSpc>
            <a:defRPr b="1"/>
          </a:pPr>
          <a:endParaRPr lang="en-US"/>
        </a:p>
      </dgm:t>
    </dgm:pt>
    <dgm:pt modelId="{321E62B9-ACA0-40EF-B0A5-412900697A7A}">
      <dgm:prSet/>
      <dgm:spPr/>
      <dgm:t>
        <a:bodyPr/>
        <a:lstStyle/>
        <a:p>
          <a:pPr>
            <a:lnSpc>
              <a:spcPct val="100000"/>
            </a:lnSpc>
          </a:pPr>
          <a:r>
            <a:rPr lang="en-US" dirty="0"/>
            <a:t>The standard outlines strict requirements for security management, policies, and operational procedures to prevent data breaches.</a:t>
          </a:r>
        </a:p>
      </dgm:t>
    </dgm:pt>
    <dgm:pt modelId="{8B609083-5251-4A8B-A7F5-725C8E155D0D}" type="parTrans" cxnId="{8754BCD7-1728-4931-99CA-35B2364789D5}">
      <dgm:prSet/>
      <dgm:spPr/>
      <dgm:t>
        <a:bodyPr/>
        <a:lstStyle/>
        <a:p>
          <a:endParaRPr lang="en-US"/>
        </a:p>
      </dgm:t>
    </dgm:pt>
    <dgm:pt modelId="{7BF4E1E5-9FE4-4521-98B8-345D9B8C9D3D}" type="sibTrans" cxnId="{8754BCD7-1728-4931-99CA-35B2364789D5}">
      <dgm:prSet/>
      <dgm:spPr/>
      <dgm:t>
        <a:bodyPr/>
        <a:lstStyle/>
        <a:p>
          <a:endParaRPr lang="en-US"/>
        </a:p>
      </dgm:t>
    </dgm:pt>
    <dgm:pt modelId="{178FD12D-C8C2-4BF3-9664-5102F8269086}">
      <dgm:prSet/>
      <dgm:spPr/>
      <dgm:t>
        <a:bodyPr/>
        <a:lstStyle/>
        <a:p>
          <a:pPr>
            <a:lnSpc>
              <a:spcPct val="100000"/>
            </a:lnSpc>
            <a:defRPr b="1"/>
          </a:pPr>
          <a:r>
            <a:rPr lang="en-US" dirty="0"/>
            <a:t>Mandatory Compliance</a:t>
          </a:r>
        </a:p>
      </dgm:t>
    </dgm:pt>
    <dgm:pt modelId="{A2660B70-17EB-4D94-9BF0-C0C8A3DB9A6C}" type="parTrans" cxnId="{0A784E3C-D80A-4D8B-8878-6A4633BCA897}">
      <dgm:prSet/>
      <dgm:spPr/>
      <dgm:t>
        <a:bodyPr/>
        <a:lstStyle/>
        <a:p>
          <a:endParaRPr lang="en-US"/>
        </a:p>
      </dgm:t>
    </dgm:pt>
    <dgm:pt modelId="{97579EFF-E88C-4951-97E7-47BDD3640EC1}" type="sibTrans" cxnId="{0A784E3C-D80A-4D8B-8878-6A4633BCA897}">
      <dgm:prSet/>
      <dgm:spPr/>
      <dgm:t>
        <a:bodyPr/>
        <a:lstStyle/>
        <a:p>
          <a:endParaRPr lang="en-US"/>
        </a:p>
      </dgm:t>
    </dgm:pt>
    <dgm:pt modelId="{C07C82C0-78E2-42F8-A0E5-801B1438A47B}">
      <dgm:prSet/>
      <dgm:spPr/>
      <dgm:t>
        <a:bodyPr/>
        <a:lstStyle/>
        <a:p>
          <a:pPr>
            <a:lnSpc>
              <a:spcPct val="100000"/>
            </a:lnSpc>
          </a:pPr>
          <a:r>
            <a:rPr lang="en-US" dirty="0"/>
            <a:t>All organizations handling payment card information must comply with PCI DSS, safeguarding transactions and building customer trust.</a:t>
          </a:r>
        </a:p>
      </dgm:t>
    </dgm:pt>
    <dgm:pt modelId="{CB1D7897-CEC2-42A6-8427-AF5E361A0F9F}" type="parTrans" cxnId="{62A9D9C2-D35F-4476-94A3-8ED21C929825}">
      <dgm:prSet/>
      <dgm:spPr/>
      <dgm:t>
        <a:bodyPr/>
        <a:lstStyle/>
        <a:p>
          <a:endParaRPr lang="en-US"/>
        </a:p>
      </dgm:t>
    </dgm:pt>
    <dgm:pt modelId="{61014285-1D48-45D7-B24B-B4E1F22900E3}" type="sibTrans" cxnId="{62A9D9C2-D35F-4476-94A3-8ED21C929825}">
      <dgm:prSet/>
      <dgm:spPr/>
      <dgm:t>
        <a:bodyPr/>
        <a:lstStyle/>
        <a:p>
          <a:endParaRPr lang="en-US"/>
        </a:p>
      </dgm:t>
    </dgm:pt>
    <dgm:pt modelId="{3734627A-9E1D-4986-B276-7CE762357405}" type="pres">
      <dgm:prSet presAssocID="{C290B2B4-F0BE-4D7B-8616-4532C2331057}" presName="Root" presStyleCnt="0">
        <dgm:presLayoutVars>
          <dgm:dir/>
          <dgm:resizeHandles val="exact"/>
        </dgm:presLayoutVars>
      </dgm:prSet>
      <dgm:spPr/>
    </dgm:pt>
    <dgm:pt modelId="{60C23CD8-689F-4AC8-88CE-F7D6BC0EF42A}" type="pres">
      <dgm:prSet presAssocID="{7E87C26F-A1E1-4B0B-8D6D-719C195E115F}" presName="Composite" presStyleCnt="0"/>
      <dgm:spPr/>
    </dgm:pt>
    <dgm:pt modelId="{0835F09C-6701-409E-B374-A35B60C24DAD}" type="pres">
      <dgm:prSet presAssocID="{7E87C26F-A1E1-4B0B-8D6D-719C195E115F}" presName="Picture" presStyleLbl="nod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l="3056" r="21946" b="3"/>
          <a:stretch/>
        </a:blipFill>
      </dgm:spPr>
      <dgm:extLst>
        <a:ext uri="{E40237B7-FDA0-4F09-8148-C483321AD2D9}">
          <dgm14:cNvPr xmlns:dgm14="http://schemas.microsoft.com/office/drawing/2010/diagram" id="0" name="" descr="Network security cyber data protection encryption safety"/>
        </a:ext>
      </dgm:extLst>
    </dgm:pt>
    <dgm:pt modelId="{78A63A35-8F26-4B0B-B494-E6689710CF68}" type="pres">
      <dgm:prSet presAssocID="{7E87C26F-A1E1-4B0B-8D6D-719C195E115F}" presName="Subtitle" presStyleLbl="revTx" presStyleIdx="0" presStyleCnt="6">
        <dgm:presLayoutVars>
          <dgm:chMax val="0"/>
          <dgm:bulletEnabled/>
        </dgm:presLayoutVars>
      </dgm:prSet>
      <dgm:spPr/>
    </dgm:pt>
    <dgm:pt modelId="{5E063838-F81D-46A1-AC8E-AF32579B9E76}" type="pres">
      <dgm:prSet presAssocID="{7E87C26F-A1E1-4B0B-8D6D-719C195E115F}" presName="Description" presStyleLbl="revTx" presStyleIdx="1" presStyleCnt="6">
        <dgm:presLayoutVars>
          <dgm:bulletEnabled/>
        </dgm:presLayoutVars>
      </dgm:prSet>
      <dgm:spPr/>
    </dgm:pt>
    <dgm:pt modelId="{1BA8F67A-DC19-475C-944F-305B62DA756B}" type="pres">
      <dgm:prSet presAssocID="{2B734A0C-710C-4CCB-AD4F-C9F691F276EE}" presName="sibTrans" presStyleLbl="sibTrans2D1" presStyleIdx="0" presStyleCnt="0"/>
      <dgm:spPr/>
    </dgm:pt>
    <dgm:pt modelId="{688B0CFE-1BC6-49DF-B945-F10B07DBFE9D}" type="pres">
      <dgm:prSet presAssocID="{BA623937-447B-4931-8B99-B0AE5EC33AB3}" presName="Composite" presStyleCnt="0"/>
      <dgm:spPr/>
    </dgm:pt>
    <dgm:pt modelId="{0223A1CE-374A-4335-ACEA-54BFF55EB218}" type="pres">
      <dgm:prSet presAssocID="{BA623937-447B-4931-8B99-B0AE5EC33AB3}" presName="Picture" presStyleLbl="nod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l="25000" r="2" b="3"/>
          <a:stretch/>
        </a:blipFill>
      </dgm:spPr>
      <dgm:extLst>
        <a:ext uri="{E40237B7-FDA0-4F09-8148-C483321AD2D9}">
          <dgm14:cNvPr xmlns:dgm14="http://schemas.microsoft.com/office/drawing/2010/diagram" id="0" name="" descr="Correct check box digital concept"/>
        </a:ext>
      </dgm:extLst>
    </dgm:pt>
    <dgm:pt modelId="{39804EE0-C509-47D9-9B6C-78E2CB4142E4}" type="pres">
      <dgm:prSet presAssocID="{BA623937-447B-4931-8B99-B0AE5EC33AB3}" presName="Subtitle" presStyleLbl="revTx" presStyleIdx="2" presStyleCnt="6">
        <dgm:presLayoutVars>
          <dgm:chMax val="0"/>
          <dgm:bulletEnabled/>
        </dgm:presLayoutVars>
      </dgm:prSet>
      <dgm:spPr/>
    </dgm:pt>
    <dgm:pt modelId="{73C02DCB-8FE7-4BDE-9BA2-7D58CF6D8A72}" type="pres">
      <dgm:prSet presAssocID="{BA623937-447B-4931-8B99-B0AE5EC33AB3}" presName="Description" presStyleLbl="revTx" presStyleIdx="3" presStyleCnt="6">
        <dgm:presLayoutVars>
          <dgm:bulletEnabled/>
        </dgm:presLayoutVars>
      </dgm:prSet>
      <dgm:spPr/>
    </dgm:pt>
    <dgm:pt modelId="{D45D6648-B39E-4597-963E-F5738B1EB199}" type="pres">
      <dgm:prSet presAssocID="{8FF9DB61-56BA-4A40-8AE3-2A9EF7049CB8}" presName="sibTrans" presStyleLbl="sibTrans2D1" presStyleIdx="0" presStyleCnt="0"/>
      <dgm:spPr/>
    </dgm:pt>
    <dgm:pt modelId="{49A32746-816D-4848-A5F9-A28F62619DB2}" type="pres">
      <dgm:prSet presAssocID="{178FD12D-C8C2-4BF3-9664-5102F8269086}" presName="Composite" presStyleCnt="0"/>
      <dgm:spPr/>
    </dgm:pt>
    <dgm:pt modelId="{6B0E272B-2411-44C3-B577-2123BB767F55}" type="pres">
      <dgm:prSet presAssocID="{178FD12D-C8C2-4BF3-9664-5102F8269086}" presName="Picture" presStyleLbl="nod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l="34138" r="7358" b="-6"/>
          <a:stretch/>
        </a:blipFill>
      </dgm:spPr>
      <dgm:extLst>
        <a:ext uri="{E40237B7-FDA0-4F09-8148-C483321AD2D9}">
          <dgm14:cNvPr xmlns:dgm14="http://schemas.microsoft.com/office/drawing/2010/diagram" id="0" name="" descr="A credit card machine used for chip and pin transactions... Other images in this series..."/>
        </a:ext>
      </dgm:extLst>
    </dgm:pt>
    <dgm:pt modelId="{9D0020F2-EC82-4494-A3BB-6AC52EAE5045}" type="pres">
      <dgm:prSet presAssocID="{178FD12D-C8C2-4BF3-9664-5102F8269086}" presName="Subtitle" presStyleLbl="revTx" presStyleIdx="4" presStyleCnt="6">
        <dgm:presLayoutVars>
          <dgm:chMax val="0"/>
          <dgm:bulletEnabled/>
        </dgm:presLayoutVars>
      </dgm:prSet>
      <dgm:spPr/>
    </dgm:pt>
    <dgm:pt modelId="{1010BFD8-4B2D-4481-A4AA-18FAD2455FB1}" type="pres">
      <dgm:prSet presAssocID="{178FD12D-C8C2-4BF3-9664-5102F8269086}" presName="Description" presStyleLbl="revTx" presStyleIdx="5" presStyleCnt="6">
        <dgm:presLayoutVars>
          <dgm:bulletEnabled/>
        </dgm:presLayoutVars>
      </dgm:prSet>
      <dgm:spPr/>
    </dgm:pt>
  </dgm:ptLst>
  <dgm:cxnLst>
    <dgm:cxn modelId="{43FE4534-9B4D-4FA9-9646-02CF1B194699}" type="presOf" srcId="{321E62B9-ACA0-40EF-B0A5-412900697A7A}" destId="{73C02DCB-8FE7-4BDE-9BA2-7D58CF6D8A72}" srcOrd="0" destOrd="0" presId="urn:microsoft.com/office/officeart/2024/3/layout/verticalVisualTextBlock1"/>
    <dgm:cxn modelId="{0A784E3C-D80A-4D8B-8878-6A4633BCA897}" srcId="{C290B2B4-F0BE-4D7B-8616-4532C2331057}" destId="{178FD12D-C8C2-4BF3-9664-5102F8269086}" srcOrd="2" destOrd="0" parTransId="{A2660B70-17EB-4D94-9BF0-C0C8A3DB9A6C}" sibTransId="{97579EFF-E88C-4951-97E7-47BDD3640EC1}"/>
    <dgm:cxn modelId="{F4FCBF40-F45E-48C3-9BBB-026A5F6C5CE5}" type="presOf" srcId="{5E76DF99-B998-4804-93A4-1C44338A04B4}" destId="{5E063838-F81D-46A1-AC8E-AF32579B9E76}" srcOrd="0" destOrd="0" presId="urn:microsoft.com/office/officeart/2024/3/layout/verticalVisualTextBlock1"/>
    <dgm:cxn modelId="{1A9F3947-3711-4239-BDE7-A18606CB7E34}" srcId="{7E87C26F-A1E1-4B0B-8D6D-719C195E115F}" destId="{5E76DF99-B998-4804-93A4-1C44338A04B4}" srcOrd="0" destOrd="0" parTransId="{CC40991C-CAE2-42CC-8C3F-1208D78D2E09}" sibTransId="{6C66491C-6313-41EB-BD44-5F72341BD63F}"/>
    <dgm:cxn modelId="{F8930C69-A216-4C56-A520-65A589257589}" type="presOf" srcId="{C07C82C0-78E2-42F8-A0E5-801B1438A47B}" destId="{1010BFD8-4B2D-4481-A4AA-18FAD2455FB1}" srcOrd="0" destOrd="0" presId="urn:microsoft.com/office/officeart/2024/3/layout/verticalVisualTextBlock1"/>
    <dgm:cxn modelId="{D5736275-5E8C-4F1D-BB53-F86541CF3CB1}" type="presOf" srcId="{178FD12D-C8C2-4BF3-9664-5102F8269086}" destId="{9D0020F2-EC82-4494-A3BB-6AC52EAE5045}" srcOrd="0" destOrd="0" presId="urn:microsoft.com/office/officeart/2024/3/layout/verticalVisualTextBlock1"/>
    <dgm:cxn modelId="{E960D875-9C0A-4581-8E9B-46A5480E04A2}" srcId="{C290B2B4-F0BE-4D7B-8616-4532C2331057}" destId="{7E87C26F-A1E1-4B0B-8D6D-719C195E115F}" srcOrd="0" destOrd="0" parTransId="{215752B7-3DE2-4BCC-A537-83A9BDC75AC4}" sibTransId="{2B734A0C-710C-4CCB-AD4F-C9F691F276EE}"/>
    <dgm:cxn modelId="{D1F3558E-4D40-4B0C-A903-26762C61BAFF}" type="presOf" srcId="{BA623937-447B-4931-8B99-B0AE5EC33AB3}" destId="{39804EE0-C509-47D9-9B6C-78E2CB4142E4}" srcOrd="0" destOrd="0" presId="urn:microsoft.com/office/officeart/2024/3/layout/verticalVisualTextBlock1"/>
    <dgm:cxn modelId="{FFA54E9A-3CED-4B42-82A5-0C8BC866605E}" srcId="{C290B2B4-F0BE-4D7B-8616-4532C2331057}" destId="{BA623937-447B-4931-8B99-B0AE5EC33AB3}" srcOrd="1" destOrd="0" parTransId="{165526E2-F729-4E7A-AFA3-AE334C488B0A}" sibTransId="{8FF9DB61-56BA-4A40-8AE3-2A9EF7049CB8}"/>
    <dgm:cxn modelId="{BA33A09E-ED10-495C-A93E-1192B511CD00}" type="presOf" srcId="{2B734A0C-710C-4CCB-AD4F-C9F691F276EE}" destId="{1BA8F67A-DC19-475C-944F-305B62DA756B}" srcOrd="0" destOrd="0" presId="urn:microsoft.com/office/officeart/2024/3/layout/verticalVisualTextBlock1"/>
    <dgm:cxn modelId="{62A9D9C2-D35F-4476-94A3-8ED21C929825}" srcId="{178FD12D-C8C2-4BF3-9664-5102F8269086}" destId="{C07C82C0-78E2-42F8-A0E5-801B1438A47B}" srcOrd="0" destOrd="0" parTransId="{CB1D7897-CEC2-42A6-8427-AF5E361A0F9F}" sibTransId="{61014285-1D48-45D7-B24B-B4E1F22900E3}"/>
    <dgm:cxn modelId="{CD3245C3-30A5-477B-A55E-9D8726012C12}" type="presOf" srcId="{7E87C26F-A1E1-4B0B-8D6D-719C195E115F}" destId="{78A63A35-8F26-4B0B-B494-E6689710CF68}" srcOrd="0" destOrd="0" presId="urn:microsoft.com/office/officeart/2024/3/layout/verticalVisualTextBlock1"/>
    <dgm:cxn modelId="{8754BCD7-1728-4931-99CA-35B2364789D5}" srcId="{BA623937-447B-4931-8B99-B0AE5EC33AB3}" destId="{321E62B9-ACA0-40EF-B0A5-412900697A7A}" srcOrd="0" destOrd="0" parTransId="{8B609083-5251-4A8B-A7F5-725C8E155D0D}" sibTransId="{7BF4E1E5-9FE4-4521-98B8-345D9B8C9D3D}"/>
    <dgm:cxn modelId="{85B83CEE-1DE0-4470-8AB6-BCCFB21080C7}" type="presOf" srcId="{8FF9DB61-56BA-4A40-8AE3-2A9EF7049CB8}" destId="{D45D6648-B39E-4597-963E-F5738B1EB199}" srcOrd="0" destOrd="0" presId="urn:microsoft.com/office/officeart/2024/3/layout/verticalVisualTextBlock1"/>
    <dgm:cxn modelId="{05078BF0-C92E-4017-9ED8-832E8A88848A}" type="presOf" srcId="{C290B2B4-F0BE-4D7B-8616-4532C2331057}" destId="{3734627A-9E1D-4986-B276-7CE762357405}" srcOrd="0" destOrd="0" presId="urn:microsoft.com/office/officeart/2024/3/layout/verticalVisualTextBlock1"/>
    <dgm:cxn modelId="{E001FA1F-906F-4A04-AD3B-F6E446DBC6A1}" type="presParOf" srcId="{3734627A-9E1D-4986-B276-7CE762357405}" destId="{60C23CD8-689F-4AC8-88CE-F7D6BC0EF42A}" srcOrd="0" destOrd="0" presId="urn:microsoft.com/office/officeart/2024/3/layout/verticalVisualTextBlock1"/>
    <dgm:cxn modelId="{46A105E7-A5A1-4810-93E4-62C75BDF57E2}" type="presParOf" srcId="{60C23CD8-689F-4AC8-88CE-F7D6BC0EF42A}" destId="{0835F09C-6701-409E-B374-A35B60C24DAD}" srcOrd="0" destOrd="0" presId="urn:microsoft.com/office/officeart/2024/3/layout/verticalVisualTextBlock1"/>
    <dgm:cxn modelId="{52FF2892-5AD3-4896-8871-F074F0B67FC5}" type="presParOf" srcId="{60C23CD8-689F-4AC8-88CE-F7D6BC0EF42A}" destId="{78A63A35-8F26-4B0B-B494-E6689710CF68}" srcOrd="1" destOrd="0" presId="urn:microsoft.com/office/officeart/2024/3/layout/verticalVisualTextBlock1"/>
    <dgm:cxn modelId="{7AF7F8EE-AE87-4AC3-B2AE-6CB4A7BA02A6}" type="presParOf" srcId="{60C23CD8-689F-4AC8-88CE-F7D6BC0EF42A}" destId="{5E063838-F81D-46A1-AC8E-AF32579B9E76}" srcOrd="2" destOrd="0" presId="urn:microsoft.com/office/officeart/2024/3/layout/verticalVisualTextBlock1"/>
    <dgm:cxn modelId="{1575B0AD-9CBC-485E-BC73-AE9457D47F0F}" type="presParOf" srcId="{3734627A-9E1D-4986-B276-7CE762357405}" destId="{1BA8F67A-DC19-475C-944F-305B62DA756B}" srcOrd="1" destOrd="0" presId="urn:microsoft.com/office/officeart/2024/3/layout/verticalVisualTextBlock1"/>
    <dgm:cxn modelId="{D60232B2-23E4-44F3-B739-8D0C63F92121}" type="presParOf" srcId="{3734627A-9E1D-4986-B276-7CE762357405}" destId="{688B0CFE-1BC6-49DF-B945-F10B07DBFE9D}" srcOrd="2" destOrd="0" presId="urn:microsoft.com/office/officeart/2024/3/layout/verticalVisualTextBlock1"/>
    <dgm:cxn modelId="{A4AAFDE1-8D0C-42A8-AE83-CCD865469B2C}" type="presParOf" srcId="{688B0CFE-1BC6-49DF-B945-F10B07DBFE9D}" destId="{0223A1CE-374A-4335-ACEA-54BFF55EB218}" srcOrd="0" destOrd="0" presId="urn:microsoft.com/office/officeart/2024/3/layout/verticalVisualTextBlock1"/>
    <dgm:cxn modelId="{E89026E7-47E0-4D90-A811-91864FA838DF}" type="presParOf" srcId="{688B0CFE-1BC6-49DF-B945-F10B07DBFE9D}" destId="{39804EE0-C509-47D9-9B6C-78E2CB4142E4}" srcOrd="1" destOrd="0" presId="urn:microsoft.com/office/officeart/2024/3/layout/verticalVisualTextBlock1"/>
    <dgm:cxn modelId="{465E961D-CC16-4A55-96B3-68CC35B87862}" type="presParOf" srcId="{688B0CFE-1BC6-49DF-B945-F10B07DBFE9D}" destId="{73C02DCB-8FE7-4BDE-9BA2-7D58CF6D8A72}" srcOrd="2" destOrd="0" presId="urn:microsoft.com/office/officeart/2024/3/layout/verticalVisualTextBlock1"/>
    <dgm:cxn modelId="{35D5B83A-BA10-43CE-9282-2878CD48FD61}" type="presParOf" srcId="{3734627A-9E1D-4986-B276-7CE762357405}" destId="{D45D6648-B39E-4597-963E-F5738B1EB199}" srcOrd="3" destOrd="0" presId="urn:microsoft.com/office/officeart/2024/3/layout/verticalVisualTextBlock1"/>
    <dgm:cxn modelId="{B0C824C4-3D6E-4278-B5CC-2C4825C33682}" type="presParOf" srcId="{3734627A-9E1D-4986-B276-7CE762357405}" destId="{49A32746-816D-4848-A5F9-A28F62619DB2}" srcOrd="4" destOrd="0" presId="urn:microsoft.com/office/officeart/2024/3/layout/verticalVisualTextBlock1"/>
    <dgm:cxn modelId="{A00B4AB4-3FFD-44B7-818E-3624B583E6CF}" type="presParOf" srcId="{49A32746-816D-4848-A5F9-A28F62619DB2}" destId="{6B0E272B-2411-44C3-B577-2123BB767F55}" srcOrd="0" destOrd="0" presId="urn:microsoft.com/office/officeart/2024/3/layout/verticalVisualTextBlock1"/>
    <dgm:cxn modelId="{724D2A00-BEA7-4332-8FAF-1518E4BE3CB8}" type="presParOf" srcId="{49A32746-816D-4848-A5F9-A28F62619DB2}" destId="{9D0020F2-EC82-4494-A3BB-6AC52EAE5045}" srcOrd="1" destOrd="0" presId="urn:microsoft.com/office/officeart/2024/3/layout/verticalVisualTextBlock1"/>
    <dgm:cxn modelId="{75A666D9-1139-448F-AD7F-10B1F2C3D38A}" type="presParOf" srcId="{49A32746-816D-4848-A5F9-A28F62619DB2}" destId="{1010BFD8-4B2D-4481-A4AA-18FAD2455FB1}" srcOrd="2" destOrd="0" presId="urn:microsoft.com/office/officeart/2024/3/layout/verticalVisualTextBlock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0B996240-D2C4-4A20-9A7E-E09C234B1A5C}" type="doc">
      <dgm:prSet loTypeId="urn:microsoft.com/office/officeart/2024/3/layout/verticalVisualTextBlock1" loCatId="Picture" qsTypeId="urn:microsoft.com/office/officeart/2005/8/quickstyle/simple4" qsCatId="simple" csTypeId="urn:microsoft.com/office/officeart/2005/8/colors/accent0_3" csCatId="mainScheme" phldr="1"/>
      <dgm:spPr/>
      <dgm:t>
        <a:bodyPr/>
        <a:lstStyle/>
        <a:p>
          <a:endParaRPr lang="en-US"/>
        </a:p>
      </dgm:t>
    </dgm:pt>
    <dgm:pt modelId="{88A599E7-5DFB-4943-A8B4-343631DBF3EF}">
      <dgm:prSet/>
      <dgm:spPr/>
      <dgm:t>
        <a:bodyPr/>
        <a:lstStyle/>
        <a:p>
          <a:pPr>
            <a:lnSpc>
              <a:spcPct val="100000"/>
            </a:lnSpc>
            <a:defRPr b="1"/>
          </a:pPr>
          <a:r>
            <a:rPr lang="en-US" dirty="0"/>
            <a:t>Types of PII Data</a:t>
          </a:r>
        </a:p>
      </dgm:t>
    </dgm:pt>
    <dgm:pt modelId="{579C7E8D-C5CC-4C6E-8759-A2587A76FBC6}" type="parTrans" cxnId="{06AEF6FB-F4AC-415E-B856-1D389FB693C4}">
      <dgm:prSet/>
      <dgm:spPr/>
      <dgm:t>
        <a:bodyPr/>
        <a:lstStyle/>
        <a:p>
          <a:endParaRPr lang="en-US"/>
        </a:p>
      </dgm:t>
    </dgm:pt>
    <dgm:pt modelId="{5C20D7D8-C080-4573-AA52-E3CD0501875D}" type="sibTrans" cxnId="{06AEF6FB-F4AC-415E-B856-1D389FB693C4}">
      <dgm:prSet/>
      <dgm:spPr/>
      <dgm:t>
        <a:bodyPr/>
        <a:lstStyle/>
        <a:p>
          <a:pPr>
            <a:lnSpc>
              <a:spcPct val="100000"/>
            </a:lnSpc>
            <a:defRPr b="1"/>
          </a:pPr>
          <a:endParaRPr lang="en-US"/>
        </a:p>
      </dgm:t>
    </dgm:pt>
    <dgm:pt modelId="{0128DD45-B8C1-4AC7-A143-BA4B7600D27B}">
      <dgm:prSet/>
      <dgm:spPr/>
      <dgm:t>
        <a:bodyPr/>
        <a:lstStyle/>
        <a:p>
          <a:pPr>
            <a:lnSpc>
              <a:spcPct val="100000"/>
            </a:lnSpc>
          </a:pPr>
          <a:r>
            <a:rPr lang="en-US" dirty="0"/>
            <a:t>PII includes information like full name, address, date of birth, and contact details, which can identify individuals.</a:t>
          </a:r>
        </a:p>
      </dgm:t>
    </dgm:pt>
    <dgm:pt modelId="{66F6BEDB-FE61-49FE-BF02-C8BA81F6C5AE}" type="parTrans" cxnId="{F6FE68AC-A2FD-4857-9482-E3F5767363D7}">
      <dgm:prSet/>
      <dgm:spPr/>
      <dgm:t>
        <a:bodyPr/>
        <a:lstStyle/>
        <a:p>
          <a:endParaRPr lang="en-US"/>
        </a:p>
      </dgm:t>
    </dgm:pt>
    <dgm:pt modelId="{140B028D-CD6A-4F04-8642-5E8844DD4595}" type="sibTrans" cxnId="{F6FE68AC-A2FD-4857-9482-E3F5767363D7}">
      <dgm:prSet/>
      <dgm:spPr/>
      <dgm:t>
        <a:bodyPr/>
        <a:lstStyle/>
        <a:p>
          <a:endParaRPr lang="en-US"/>
        </a:p>
      </dgm:t>
    </dgm:pt>
    <dgm:pt modelId="{54A6DF38-D515-4839-A043-286C7D444638}">
      <dgm:prSet/>
      <dgm:spPr/>
      <dgm:t>
        <a:bodyPr/>
        <a:lstStyle/>
        <a:p>
          <a:pPr>
            <a:lnSpc>
              <a:spcPct val="100000"/>
            </a:lnSpc>
            <a:defRPr b="1"/>
          </a:pPr>
          <a:r>
            <a:rPr lang="en-US" dirty="0"/>
            <a:t>Sensitive Identifiers</a:t>
          </a:r>
        </a:p>
      </dgm:t>
    </dgm:pt>
    <dgm:pt modelId="{CCC549A8-6AB7-4E61-AEF3-153DA695EB08}" type="parTrans" cxnId="{4F3A818B-D0F9-49ED-8A88-558DAE7731A1}">
      <dgm:prSet/>
      <dgm:spPr/>
      <dgm:t>
        <a:bodyPr/>
        <a:lstStyle/>
        <a:p>
          <a:endParaRPr lang="en-US"/>
        </a:p>
      </dgm:t>
    </dgm:pt>
    <dgm:pt modelId="{6940AA00-DD88-49EE-A6D4-CAC03A4CF248}" type="sibTrans" cxnId="{4F3A818B-D0F9-49ED-8A88-558DAE7731A1}">
      <dgm:prSet/>
      <dgm:spPr/>
      <dgm:t>
        <a:bodyPr/>
        <a:lstStyle/>
        <a:p>
          <a:pPr>
            <a:lnSpc>
              <a:spcPct val="100000"/>
            </a:lnSpc>
            <a:defRPr b="1"/>
          </a:pPr>
          <a:endParaRPr lang="en-US"/>
        </a:p>
      </dgm:t>
    </dgm:pt>
    <dgm:pt modelId="{A246A4E9-CDA9-419E-939B-A8F3FBC5AC72}">
      <dgm:prSet/>
      <dgm:spPr/>
      <dgm:t>
        <a:bodyPr/>
        <a:lstStyle/>
        <a:p>
          <a:pPr>
            <a:lnSpc>
              <a:spcPct val="100000"/>
            </a:lnSpc>
          </a:pPr>
          <a:r>
            <a:rPr lang="en-US" dirty="0"/>
            <a:t>National insurance numbers, passport details, and similar identifiers are sensitive and require special protection under regulations.</a:t>
          </a:r>
        </a:p>
      </dgm:t>
    </dgm:pt>
    <dgm:pt modelId="{87C9E3D2-553B-4630-9A2B-EF7FBB6F1B68}" type="parTrans" cxnId="{7A103406-4107-41FC-B093-F094861198F6}">
      <dgm:prSet/>
      <dgm:spPr/>
      <dgm:t>
        <a:bodyPr/>
        <a:lstStyle/>
        <a:p>
          <a:endParaRPr lang="en-US"/>
        </a:p>
      </dgm:t>
    </dgm:pt>
    <dgm:pt modelId="{39D07B86-0125-4794-8E61-77E81245E94F}" type="sibTrans" cxnId="{7A103406-4107-41FC-B093-F094861198F6}">
      <dgm:prSet/>
      <dgm:spPr/>
      <dgm:t>
        <a:bodyPr/>
        <a:lstStyle/>
        <a:p>
          <a:endParaRPr lang="en-US"/>
        </a:p>
      </dgm:t>
    </dgm:pt>
    <dgm:pt modelId="{EB66E41C-5F18-40A7-9E08-B37BE87D6C44}">
      <dgm:prSet/>
      <dgm:spPr/>
      <dgm:t>
        <a:bodyPr/>
        <a:lstStyle/>
        <a:p>
          <a:pPr>
            <a:lnSpc>
              <a:spcPct val="100000"/>
            </a:lnSpc>
            <a:defRPr b="1"/>
          </a:pPr>
          <a:r>
            <a:rPr lang="en-US" dirty="0"/>
            <a:t>Importance of Protecting PII</a:t>
          </a:r>
        </a:p>
      </dgm:t>
    </dgm:pt>
    <dgm:pt modelId="{9DE531E7-4726-4F2E-ABF6-4EAEFE9E4A0A}" type="parTrans" cxnId="{37D0B6B0-3F45-4378-A967-26A6034FC780}">
      <dgm:prSet/>
      <dgm:spPr/>
      <dgm:t>
        <a:bodyPr/>
        <a:lstStyle/>
        <a:p>
          <a:endParaRPr lang="en-US"/>
        </a:p>
      </dgm:t>
    </dgm:pt>
    <dgm:pt modelId="{E6E28A66-AC58-4AE3-AAC1-FE9B20EBD346}" type="sibTrans" cxnId="{37D0B6B0-3F45-4378-A967-26A6034FC780}">
      <dgm:prSet/>
      <dgm:spPr/>
      <dgm:t>
        <a:bodyPr/>
        <a:lstStyle/>
        <a:p>
          <a:endParaRPr lang="en-US"/>
        </a:p>
      </dgm:t>
    </dgm:pt>
    <dgm:pt modelId="{29D5BDE8-23F6-48A7-A1E2-1EA4B5B8FA6F}">
      <dgm:prSet/>
      <dgm:spPr/>
      <dgm:t>
        <a:bodyPr/>
        <a:lstStyle/>
        <a:p>
          <a:pPr>
            <a:lnSpc>
              <a:spcPct val="100000"/>
            </a:lnSpc>
          </a:pPr>
          <a:r>
            <a:rPr lang="en-US" dirty="0"/>
            <a:t>Safeguarding PII prevents identity theft, unauthorized access, and ensures compliance with data protection regulations.</a:t>
          </a:r>
        </a:p>
      </dgm:t>
    </dgm:pt>
    <dgm:pt modelId="{B3579F21-7622-4E6C-B487-19D78DFA170F}" type="parTrans" cxnId="{24B1BBF3-8F41-4F72-879C-A79D638520DF}">
      <dgm:prSet/>
      <dgm:spPr/>
      <dgm:t>
        <a:bodyPr/>
        <a:lstStyle/>
        <a:p>
          <a:endParaRPr lang="en-US"/>
        </a:p>
      </dgm:t>
    </dgm:pt>
    <dgm:pt modelId="{EC6D699E-3E8D-4A09-BC83-5A900DA69693}" type="sibTrans" cxnId="{24B1BBF3-8F41-4F72-879C-A79D638520DF}">
      <dgm:prSet/>
      <dgm:spPr/>
      <dgm:t>
        <a:bodyPr/>
        <a:lstStyle/>
        <a:p>
          <a:endParaRPr lang="en-US"/>
        </a:p>
      </dgm:t>
    </dgm:pt>
    <dgm:pt modelId="{2C169C67-F628-4856-9BFD-9882A5809A09}" type="pres">
      <dgm:prSet presAssocID="{0B996240-D2C4-4A20-9A7E-E09C234B1A5C}" presName="Root" presStyleCnt="0">
        <dgm:presLayoutVars>
          <dgm:dir/>
          <dgm:resizeHandles val="exact"/>
        </dgm:presLayoutVars>
      </dgm:prSet>
      <dgm:spPr/>
    </dgm:pt>
    <dgm:pt modelId="{9F87F7EC-5457-4472-A0B2-DA74AE0AE522}" type="pres">
      <dgm:prSet presAssocID="{88A599E7-5DFB-4943-A8B4-343631DBF3EF}" presName="Composite" presStyleCnt="0"/>
      <dgm:spPr/>
    </dgm:pt>
    <dgm:pt modelId="{5F904305-1465-4842-8EE4-D6A075CB2021}" type="pres">
      <dgm:prSet presAssocID="{88A599E7-5DFB-4943-A8B4-343631DBF3EF}" presName="Picture" presStyleLbl="nod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l="13189" r="20558" b="-4"/>
          <a:stretch/>
        </a:blipFill>
      </dgm:spPr>
      <dgm:extLst>
        <a:ext uri="{E40237B7-FDA0-4F09-8148-C483321AD2D9}">
          <dgm14:cNvPr xmlns:dgm14="http://schemas.microsoft.com/office/drawing/2010/diagram" id="0" name="" descr="A checklist for documents needed for travel."/>
        </a:ext>
      </dgm:extLst>
    </dgm:pt>
    <dgm:pt modelId="{553B6370-0297-4F91-8296-370B22D50364}" type="pres">
      <dgm:prSet presAssocID="{88A599E7-5DFB-4943-A8B4-343631DBF3EF}" presName="Subtitle" presStyleLbl="revTx" presStyleIdx="0" presStyleCnt="6">
        <dgm:presLayoutVars>
          <dgm:chMax val="0"/>
          <dgm:bulletEnabled/>
        </dgm:presLayoutVars>
      </dgm:prSet>
      <dgm:spPr/>
    </dgm:pt>
    <dgm:pt modelId="{715E1EC7-B4A1-49CF-A7C4-AADC8EE6F898}" type="pres">
      <dgm:prSet presAssocID="{88A599E7-5DFB-4943-A8B4-343631DBF3EF}" presName="Description" presStyleLbl="revTx" presStyleIdx="1" presStyleCnt="6">
        <dgm:presLayoutVars>
          <dgm:bulletEnabled/>
        </dgm:presLayoutVars>
      </dgm:prSet>
      <dgm:spPr/>
    </dgm:pt>
    <dgm:pt modelId="{DF3939BF-613C-4F43-BBF4-C93E2A28221C}" type="pres">
      <dgm:prSet presAssocID="{5C20D7D8-C080-4573-AA52-E3CD0501875D}" presName="sibTrans" presStyleLbl="sibTrans2D1" presStyleIdx="0" presStyleCnt="0"/>
      <dgm:spPr/>
    </dgm:pt>
    <dgm:pt modelId="{1CDF8C61-BDA4-454B-AC10-484A4084AD44}" type="pres">
      <dgm:prSet presAssocID="{54A6DF38-D515-4839-A043-286C7D444638}" presName="Composite" presStyleCnt="0"/>
      <dgm:spPr/>
    </dgm:pt>
    <dgm:pt modelId="{4AD60B2B-A0E9-4867-942F-2B82EECCB68C}" type="pres">
      <dgm:prSet presAssocID="{54A6DF38-D515-4839-A043-286C7D444638}" presName="Picture" presStyleLbl="nod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l="18030" r="15221" b="2"/>
          <a:stretch/>
        </a:blipFill>
      </dgm:spPr>
      <dgm:extLst>
        <a:ext uri="{E40237B7-FDA0-4F09-8148-C483321AD2D9}">
          <dgm14:cNvPr xmlns:dgm14="http://schemas.microsoft.com/office/drawing/2010/diagram" id="0" name="" descr="Padlock and a credit cards on white background."/>
        </a:ext>
      </dgm:extLst>
    </dgm:pt>
    <dgm:pt modelId="{71D9C839-62B3-465E-A8F8-AA388F14D83D}" type="pres">
      <dgm:prSet presAssocID="{54A6DF38-D515-4839-A043-286C7D444638}" presName="Subtitle" presStyleLbl="revTx" presStyleIdx="2" presStyleCnt="6">
        <dgm:presLayoutVars>
          <dgm:chMax val="0"/>
          <dgm:bulletEnabled/>
        </dgm:presLayoutVars>
      </dgm:prSet>
      <dgm:spPr/>
    </dgm:pt>
    <dgm:pt modelId="{63A6AED1-FBE8-46A5-B37E-F4DDD60DF3AC}" type="pres">
      <dgm:prSet presAssocID="{54A6DF38-D515-4839-A043-286C7D444638}" presName="Description" presStyleLbl="revTx" presStyleIdx="3" presStyleCnt="6">
        <dgm:presLayoutVars>
          <dgm:bulletEnabled/>
        </dgm:presLayoutVars>
      </dgm:prSet>
      <dgm:spPr/>
    </dgm:pt>
    <dgm:pt modelId="{9E22D474-F2CC-4B07-8DAC-FEE428D2B3EC}" type="pres">
      <dgm:prSet presAssocID="{6940AA00-DD88-49EE-A6D4-CAC03A4CF248}" presName="sibTrans" presStyleLbl="sibTrans2D1" presStyleIdx="0" presStyleCnt="0"/>
      <dgm:spPr/>
    </dgm:pt>
    <dgm:pt modelId="{4A7D622C-A78E-4314-A0A7-28D5DA40550A}" type="pres">
      <dgm:prSet presAssocID="{EB66E41C-5F18-40A7-9E08-B37BE87D6C44}" presName="Composite" presStyleCnt="0"/>
      <dgm:spPr/>
    </dgm:pt>
    <dgm:pt modelId="{89E18E1B-E5E9-41DD-97EE-952D168DBCF8}" type="pres">
      <dgm:prSet presAssocID="{EB66E41C-5F18-40A7-9E08-B37BE87D6C44}" presName="Picture" presStyleLbl="nod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r="33251" b="2"/>
          <a:stretch/>
        </a:blipFill>
      </dgm:spPr>
      <dgm:extLst>
        <a:ext uri="{E40237B7-FDA0-4F09-8148-C483321AD2D9}">
          <dgm14:cNvPr xmlns:dgm14="http://schemas.microsoft.com/office/drawing/2010/diagram" id="0" name="" descr="Padlock on stainless steal closed with over binary code, concept for computer security"/>
        </a:ext>
      </dgm:extLst>
    </dgm:pt>
    <dgm:pt modelId="{BB761FB5-5A52-40B3-A855-481A8CFB82BD}" type="pres">
      <dgm:prSet presAssocID="{EB66E41C-5F18-40A7-9E08-B37BE87D6C44}" presName="Subtitle" presStyleLbl="revTx" presStyleIdx="4" presStyleCnt="6">
        <dgm:presLayoutVars>
          <dgm:chMax val="0"/>
          <dgm:bulletEnabled/>
        </dgm:presLayoutVars>
      </dgm:prSet>
      <dgm:spPr/>
    </dgm:pt>
    <dgm:pt modelId="{5F61ED17-D379-4F39-BADE-4FA1EBD98C7A}" type="pres">
      <dgm:prSet presAssocID="{EB66E41C-5F18-40A7-9E08-B37BE87D6C44}" presName="Description" presStyleLbl="revTx" presStyleIdx="5" presStyleCnt="6">
        <dgm:presLayoutVars>
          <dgm:bulletEnabled/>
        </dgm:presLayoutVars>
      </dgm:prSet>
      <dgm:spPr/>
    </dgm:pt>
  </dgm:ptLst>
  <dgm:cxnLst>
    <dgm:cxn modelId="{C8115900-E4B6-4579-80F6-1808EA806417}" type="presOf" srcId="{29D5BDE8-23F6-48A7-A1E2-1EA4B5B8FA6F}" destId="{5F61ED17-D379-4F39-BADE-4FA1EBD98C7A}" srcOrd="0" destOrd="0" presId="urn:microsoft.com/office/officeart/2024/3/layout/verticalVisualTextBlock1"/>
    <dgm:cxn modelId="{7A103406-4107-41FC-B093-F094861198F6}" srcId="{54A6DF38-D515-4839-A043-286C7D444638}" destId="{A246A4E9-CDA9-419E-939B-A8F3FBC5AC72}" srcOrd="0" destOrd="0" parTransId="{87C9E3D2-553B-4630-9A2B-EF7FBB6F1B68}" sibTransId="{39D07B86-0125-4794-8E61-77E81245E94F}"/>
    <dgm:cxn modelId="{84781F3E-C539-4D72-A707-841C6128BAA7}" type="presOf" srcId="{5C20D7D8-C080-4573-AA52-E3CD0501875D}" destId="{DF3939BF-613C-4F43-BBF4-C93E2A28221C}" srcOrd="0" destOrd="0" presId="urn:microsoft.com/office/officeart/2024/3/layout/verticalVisualTextBlock1"/>
    <dgm:cxn modelId="{6FDD5284-946F-4AB2-84AF-55141969B951}" type="presOf" srcId="{6940AA00-DD88-49EE-A6D4-CAC03A4CF248}" destId="{9E22D474-F2CC-4B07-8DAC-FEE428D2B3EC}" srcOrd="0" destOrd="0" presId="urn:microsoft.com/office/officeart/2024/3/layout/verticalVisualTextBlock1"/>
    <dgm:cxn modelId="{4F3A818B-D0F9-49ED-8A88-558DAE7731A1}" srcId="{0B996240-D2C4-4A20-9A7E-E09C234B1A5C}" destId="{54A6DF38-D515-4839-A043-286C7D444638}" srcOrd="1" destOrd="0" parTransId="{CCC549A8-6AB7-4E61-AEF3-153DA695EB08}" sibTransId="{6940AA00-DD88-49EE-A6D4-CAC03A4CF248}"/>
    <dgm:cxn modelId="{C9E2C0AB-28C2-47C3-9E88-D0EEFBBC0FC0}" type="presOf" srcId="{54A6DF38-D515-4839-A043-286C7D444638}" destId="{71D9C839-62B3-465E-A8F8-AA388F14D83D}" srcOrd="0" destOrd="0" presId="urn:microsoft.com/office/officeart/2024/3/layout/verticalVisualTextBlock1"/>
    <dgm:cxn modelId="{F6FE68AC-A2FD-4857-9482-E3F5767363D7}" srcId="{88A599E7-5DFB-4943-A8B4-343631DBF3EF}" destId="{0128DD45-B8C1-4AC7-A143-BA4B7600D27B}" srcOrd="0" destOrd="0" parTransId="{66F6BEDB-FE61-49FE-BF02-C8BA81F6C5AE}" sibTransId="{140B028D-CD6A-4F04-8642-5E8844DD4595}"/>
    <dgm:cxn modelId="{37D0B6B0-3F45-4378-A967-26A6034FC780}" srcId="{0B996240-D2C4-4A20-9A7E-E09C234B1A5C}" destId="{EB66E41C-5F18-40A7-9E08-B37BE87D6C44}" srcOrd="2" destOrd="0" parTransId="{9DE531E7-4726-4F2E-ABF6-4EAEFE9E4A0A}" sibTransId="{E6E28A66-AC58-4AE3-AAC1-FE9B20EBD346}"/>
    <dgm:cxn modelId="{EB87E1B0-C92B-4476-8FE0-962515B4B4D3}" type="presOf" srcId="{0128DD45-B8C1-4AC7-A143-BA4B7600D27B}" destId="{715E1EC7-B4A1-49CF-A7C4-AADC8EE6F898}" srcOrd="0" destOrd="0" presId="urn:microsoft.com/office/officeart/2024/3/layout/verticalVisualTextBlock1"/>
    <dgm:cxn modelId="{5C3BE0B3-69AD-4A5F-9B00-40B800295166}" type="presOf" srcId="{EB66E41C-5F18-40A7-9E08-B37BE87D6C44}" destId="{BB761FB5-5A52-40B3-A855-481A8CFB82BD}" srcOrd="0" destOrd="0" presId="urn:microsoft.com/office/officeart/2024/3/layout/verticalVisualTextBlock1"/>
    <dgm:cxn modelId="{2F47A3D9-F05F-4F35-A4D3-E7D854FBB77C}" type="presOf" srcId="{A246A4E9-CDA9-419E-939B-A8F3FBC5AC72}" destId="{63A6AED1-FBE8-46A5-B37E-F4DDD60DF3AC}" srcOrd="0" destOrd="0" presId="urn:microsoft.com/office/officeart/2024/3/layout/verticalVisualTextBlock1"/>
    <dgm:cxn modelId="{4182E3D9-5C4C-477F-B36A-06F010C40685}" type="presOf" srcId="{0B996240-D2C4-4A20-9A7E-E09C234B1A5C}" destId="{2C169C67-F628-4856-9BFD-9882A5809A09}" srcOrd="0" destOrd="0" presId="urn:microsoft.com/office/officeart/2024/3/layout/verticalVisualTextBlock1"/>
    <dgm:cxn modelId="{7BAAEAE5-E0A6-485D-82B7-6E25303EAAB7}" type="presOf" srcId="{88A599E7-5DFB-4943-A8B4-343631DBF3EF}" destId="{553B6370-0297-4F91-8296-370B22D50364}" srcOrd="0" destOrd="0" presId="urn:microsoft.com/office/officeart/2024/3/layout/verticalVisualTextBlock1"/>
    <dgm:cxn modelId="{24B1BBF3-8F41-4F72-879C-A79D638520DF}" srcId="{EB66E41C-5F18-40A7-9E08-B37BE87D6C44}" destId="{29D5BDE8-23F6-48A7-A1E2-1EA4B5B8FA6F}" srcOrd="0" destOrd="0" parTransId="{B3579F21-7622-4E6C-B487-19D78DFA170F}" sibTransId="{EC6D699E-3E8D-4A09-BC83-5A900DA69693}"/>
    <dgm:cxn modelId="{06AEF6FB-F4AC-415E-B856-1D389FB693C4}" srcId="{0B996240-D2C4-4A20-9A7E-E09C234B1A5C}" destId="{88A599E7-5DFB-4943-A8B4-343631DBF3EF}" srcOrd="0" destOrd="0" parTransId="{579C7E8D-C5CC-4C6E-8759-A2587A76FBC6}" sibTransId="{5C20D7D8-C080-4573-AA52-E3CD0501875D}"/>
    <dgm:cxn modelId="{3AF97054-6232-40D1-9B2A-42ECCBACA840}" type="presParOf" srcId="{2C169C67-F628-4856-9BFD-9882A5809A09}" destId="{9F87F7EC-5457-4472-A0B2-DA74AE0AE522}" srcOrd="0" destOrd="0" presId="urn:microsoft.com/office/officeart/2024/3/layout/verticalVisualTextBlock1"/>
    <dgm:cxn modelId="{A900CEE4-9834-4B1A-A3FE-7E66C6B039C8}" type="presParOf" srcId="{9F87F7EC-5457-4472-A0B2-DA74AE0AE522}" destId="{5F904305-1465-4842-8EE4-D6A075CB2021}" srcOrd="0" destOrd="0" presId="urn:microsoft.com/office/officeart/2024/3/layout/verticalVisualTextBlock1"/>
    <dgm:cxn modelId="{EEDFD34D-1A2E-4395-A361-823CC00BA170}" type="presParOf" srcId="{9F87F7EC-5457-4472-A0B2-DA74AE0AE522}" destId="{553B6370-0297-4F91-8296-370B22D50364}" srcOrd="1" destOrd="0" presId="urn:microsoft.com/office/officeart/2024/3/layout/verticalVisualTextBlock1"/>
    <dgm:cxn modelId="{59E7F1A8-1A7D-4D56-BB1B-E6525E5602F7}" type="presParOf" srcId="{9F87F7EC-5457-4472-A0B2-DA74AE0AE522}" destId="{715E1EC7-B4A1-49CF-A7C4-AADC8EE6F898}" srcOrd="2" destOrd="0" presId="urn:microsoft.com/office/officeart/2024/3/layout/verticalVisualTextBlock1"/>
    <dgm:cxn modelId="{161250B8-87CC-49DF-ABF5-9ECDBF276730}" type="presParOf" srcId="{2C169C67-F628-4856-9BFD-9882A5809A09}" destId="{DF3939BF-613C-4F43-BBF4-C93E2A28221C}" srcOrd="1" destOrd="0" presId="urn:microsoft.com/office/officeart/2024/3/layout/verticalVisualTextBlock1"/>
    <dgm:cxn modelId="{00D0A43C-9813-45A5-B98E-E4BE45CCD332}" type="presParOf" srcId="{2C169C67-F628-4856-9BFD-9882A5809A09}" destId="{1CDF8C61-BDA4-454B-AC10-484A4084AD44}" srcOrd="2" destOrd="0" presId="urn:microsoft.com/office/officeart/2024/3/layout/verticalVisualTextBlock1"/>
    <dgm:cxn modelId="{DCF6F8F3-3F94-4719-A971-7A90205806B1}" type="presParOf" srcId="{1CDF8C61-BDA4-454B-AC10-484A4084AD44}" destId="{4AD60B2B-A0E9-4867-942F-2B82EECCB68C}" srcOrd="0" destOrd="0" presId="urn:microsoft.com/office/officeart/2024/3/layout/verticalVisualTextBlock1"/>
    <dgm:cxn modelId="{BAB1A8F9-498C-4054-B7D1-6BCD41179E9E}" type="presParOf" srcId="{1CDF8C61-BDA4-454B-AC10-484A4084AD44}" destId="{71D9C839-62B3-465E-A8F8-AA388F14D83D}" srcOrd="1" destOrd="0" presId="urn:microsoft.com/office/officeart/2024/3/layout/verticalVisualTextBlock1"/>
    <dgm:cxn modelId="{FB7DFCA0-1F14-466E-9302-F359327BC72F}" type="presParOf" srcId="{1CDF8C61-BDA4-454B-AC10-484A4084AD44}" destId="{63A6AED1-FBE8-46A5-B37E-F4DDD60DF3AC}" srcOrd="2" destOrd="0" presId="urn:microsoft.com/office/officeart/2024/3/layout/verticalVisualTextBlock1"/>
    <dgm:cxn modelId="{DE8175BB-3763-41E1-9B87-FB95D32B16EE}" type="presParOf" srcId="{2C169C67-F628-4856-9BFD-9882A5809A09}" destId="{9E22D474-F2CC-4B07-8DAC-FEE428D2B3EC}" srcOrd="3" destOrd="0" presId="urn:microsoft.com/office/officeart/2024/3/layout/verticalVisualTextBlock1"/>
    <dgm:cxn modelId="{0DEA85F4-34C7-44A7-AF8C-0E6BC17665A9}" type="presParOf" srcId="{2C169C67-F628-4856-9BFD-9882A5809A09}" destId="{4A7D622C-A78E-4314-A0A7-28D5DA40550A}" srcOrd="4" destOrd="0" presId="urn:microsoft.com/office/officeart/2024/3/layout/verticalVisualTextBlock1"/>
    <dgm:cxn modelId="{0EB69EBC-4A28-4E52-A415-539891478E57}" type="presParOf" srcId="{4A7D622C-A78E-4314-A0A7-28D5DA40550A}" destId="{89E18E1B-E5E9-41DD-97EE-952D168DBCF8}" srcOrd="0" destOrd="0" presId="urn:microsoft.com/office/officeart/2024/3/layout/verticalVisualTextBlock1"/>
    <dgm:cxn modelId="{70D7D33D-80E5-4D11-9DC0-AAF73EC00372}" type="presParOf" srcId="{4A7D622C-A78E-4314-A0A7-28D5DA40550A}" destId="{BB761FB5-5A52-40B3-A855-481A8CFB82BD}" srcOrd="1" destOrd="0" presId="urn:microsoft.com/office/officeart/2024/3/layout/verticalVisualTextBlock1"/>
    <dgm:cxn modelId="{C6DEECB4-8684-4292-8F3F-333B4C694C76}" type="presParOf" srcId="{4A7D622C-A78E-4314-A0A7-28D5DA40550A}" destId="{5F61ED17-D379-4F39-BADE-4FA1EBD98C7A}" srcOrd="2" destOrd="0" presId="urn:microsoft.com/office/officeart/2024/3/layout/verticalVisualTextBlock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967DE6C-9E96-4E08-B30B-99D714B820CE}">
      <dsp:nvSpPr>
        <dsp:cNvPr id="0" name=""/>
        <dsp:cNvSpPr/>
      </dsp:nvSpPr>
      <dsp:spPr>
        <a:xfrm>
          <a:off x="0" y="0"/>
          <a:ext cx="1854553" cy="1854553"/>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l="27232" r="16515" b="-6"/>
          <a:stretch/>
        </a:blipFill>
        <a:ln>
          <a:noFill/>
        </a:ln>
        <a:effectLst/>
      </dsp:spPr>
      <dsp:style>
        <a:lnRef idx="0">
          <a:scrgbClr r="0" g="0" b="0"/>
        </a:lnRef>
        <a:fillRef idx="3">
          <a:scrgbClr r="0" g="0" b="0"/>
        </a:fillRef>
        <a:effectRef idx="2">
          <a:scrgbClr r="0" g="0" b="0"/>
        </a:effectRef>
        <a:fontRef idx="minor">
          <a:schemeClr val="lt1"/>
        </a:fontRef>
      </dsp:style>
    </dsp:sp>
    <dsp:sp modelId="{E048E6F1-7756-43DB-B980-A967CD11299E}">
      <dsp:nvSpPr>
        <dsp:cNvPr id="0" name=""/>
        <dsp:cNvSpPr/>
      </dsp:nvSpPr>
      <dsp:spPr>
        <a:xfrm>
          <a:off x="2034553" y="0"/>
          <a:ext cx="4155226" cy="3700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dirty="0"/>
            <a:t>Assigning Permissions by Role</a:t>
          </a:r>
        </a:p>
      </dsp:txBody>
      <dsp:txXfrm>
        <a:off x="2034553" y="0"/>
        <a:ext cx="4155226" cy="370034"/>
      </dsp:txXfrm>
    </dsp:sp>
    <dsp:sp modelId="{45B01259-E141-4D8F-B983-DE6F06D88513}">
      <dsp:nvSpPr>
        <dsp:cNvPr id="0" name=""/>
        <dsp:cNvSpPr/>
      </dsp:nvSpPr>
      <dsp:spPr>
        <a:xfrm>
          <a:off x="2034553" y="370034"/>
          <a:ext cx="4155226" cy="14845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dirty="0"/>
            <a:t>Access permissions are granted based on user roles, making it easier to manage who can access specific resources.</a:t>
          </a:r>
        </a:p>
      </dsp:txBody>
      <dsp:txXfrm>
        <a:off x="2034553" y="370034"/>
        <a:ext cx="4155226" cy="1484518"/>
      </dsp:txXfrm>
    </dsp:sp>
    <dsp:sp modelId="{AF96BB86-5D9C-48CA-8F2A-1332818AEDB6}">
      <dsp:nvSpPr>
        <dsp:cNvPr id="0" name=""/>
        <dsp:cNvSpPr/>
      </dsp:nvSpPr>
      <dsp:spPr>
        <a:xfrm>
          <a:off x="0" y="2002917"/>
          <a:ext cx="1854553" cy="1854553"/>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l="7677" r="25574" b="2"/>
          <a:stretch/>
        </a:blipFill>
        <a:ln>
          <a:noFill/>
        </a:ln>
        <a:effectLst/>
      </dsp:spPr>
      <dsp:style>
        <a:lnRef idx="0">
          <a:scrgbClr r="0" g="0" b="0"/>
        </a:lnRef>
        <a:fillRef idx="3">
          <a:scrgbClr r="0" g="0" b="0"/>
        </a:fillRef>
        <a:effectRef idx="2">
          <a:scrgbClr r="0" g="0" b="0"/>
        </a:effectRef>
        <a:fontRef idx="minor">
          <a:schemeClr val="lt1"/>
        </a:fontRef>
      </dsp:style>
    </dsp:sp>
    <dsp:sp modelId="{8C03939F-5108-44F6-9317-EF2C51A62CE8}">
      <dsp:nvSpPr>
        <dsp:cNvPr id="0" name=""/>
        <dsp:cNvSpPr/>
      </dsp:nvSpPr>
      <dsp:spPr>
        <a:xfrm>
          <a:off x="2034553" y="2002917"/>
          <a:ext cx="4155226" cy="3700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dirty="0"/>
            <a:t>Simplified Security Management</a:t>
          </a:r>
        </a:p>
      </dsp:txBody>
      <dsp:txXfrm>
        <a:off x="2034553" y="2002917"/>
        <a:ext cx="4155226" cy="370034"/>
      </dsp:txXfrm>
    </dsp:sp>
    <dsp:sp modelId="{D542746A-B152-46E2-A1FC-AEACFAC69C0B}">
      <dsp:nvSpPr>
        <dsp:cNvPr id="0" name=""/>
        <dsp:cNvSpPr/>
      </dsp:nvSpPr>
      <dsp:spPr>
        <a:xfrm>
          <a:off x="2034553" y="2372952"/>
          <a:ext cx="4155226" cy="14845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dirty="0"/>
            <a:t>Grouping users and privileges by role streamlines security administration and reduces complexity in managing access.</a:t>
          </a:r>
        </a:p>
      </dsp:txBody>
      <dsp:txXfrm>
        <a:off x="2034553" y="2372952"/>
        <a:ext cx="4155226" cy="1484518"/>
      </dsp:txXfrm>
    </dsp:sp>
    <dsp:sp modelId="{3D437A96-FF12-4C07-9583-8B31596BF54E}">
      <dsp:nvSpPr>
        <dsp:cNvPr id="0" name=""/>
        <dsp:cNvSpPr/>
      </dsp:nvSpPr>
      <dsp:spPr>
        <a:xfrm>
          <a:off x="0" y="4005834"/>
          <a:ext cx="1854553" cy="1854553"/>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l="21334" r="10912" b="-5"/>
          <a:stretch/>
        </a:blipFill>
        <a:ln>
          <a:noFill/>
        </a:ln>
        <a:effectLst/>
      </dsp:spPr>
      <dsp:style>
        <a:lnRef idx="0">
          <a:scrgbClr r="0" g="0" b="0"/>
        </a:lnRef>
        <a:fillRef idx="3">
          <a:scrgbClr r="0" g="0" b="0"/>
        </a:fillRef>
        <a:effectRef idx="2">
          <a:scrgbClr r="0" g="0" b="0"/>
        </a:effectRef>
        <a:fontRef idx="minor">
          <a:schemeClr val="lt1"/>
        </a:fontRef>
      </dsp:style>
    </dsp:sp>
    <dsp:sp modelId="{C296A7ED-94C9-4D7F-A81C-690E02ED2D9E}">
      <dsp:nvSpPr>
        <dsp:cNvPr id="0" name=""/>
        <dsp:cNvSpPr/>
      </dsp:nvSpPr>
      <dsp:spPr>
        <a:xfrm>
          <a:off x="2034553" y="4005834"/>
          <a:ext cx="4155226" cy="3700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dirty="0"/>
            <a:t>Enhanced Data Protection</a:t>
          </a:r>
        </a:p>
      </dsp:txBody>
      <dsp:txXfrm>
        <a:off x="2034553" y="4005834"/>
        <a:ext cx="4155226" cy="370034"/>
      </dsp:txXfrm>
    </dsp:sp>
    <dsp:sp modelId="{F66975E5-1D73-48D3-8AEF-E55E114F0D89}">
      <dsp:nvSpPr>
        <dsp:cNvPr id="0" name=""/>
        <dsp:cNvSpPr/>
      </dsp:nvSpPr>
      <dsp:spPr>
        <a:xfrm>
          <a:off x="2034553" y="4375869"/>
          <a:ext cx="4155226" cy="14845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dirty="0"/>
            <a:t>Users only access resources needed for their roles, which helps prevent unauthorized actions and minimizes data breach risks.</a:t>
          </a:r>
        </a:p>
      </dsp:txBody>
      <dsp:txXfrm>
        <a:off x="2034553" y="4375869"/>
        <a:ext cx="4155226" cy="148451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47D2767-6C98-4ABB-BF15-F83763601831}">
      <dsp:nvSpPr>
        <dsp:cNvPr id="0" name=""/>
        <dsp:cNvSpPr/>
      </dsp:nvSpPr>
      <dsp:spPr>
        <a:xfrm>
          <a:off x="0" y="0"/>
          <a:ext cx="1854553" cy="1854553"/>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r="33251" b="2"/>
          <a:stretch/>
        </a:blipFill>
        <a:ln>
          <a:noFill/>
        </a:ln>
        <a:effectLst/>
      </dsp:spPr>
      <dsp:style>
        <a:lnRef idx="0">
          <a:scrgbClr r="0" g="0" b="0"/>
        </a:lnRef>
        <a:fillRef idx="3">
          <a:scrgbClr r="0" g="0" b="0"/>
        </a:fillRef>
        <a:effectRef idx="2">
          <a:scrgbClr r="0" g="0" b="0"/>
        </a:effectRef>
        <a:fontRef idx="minor">
          <a:schemeClr val="lt1"/>
        </a:fontRef>
      </dsp:style>
    </dsp:sp>
    <dsp:sp modelId="{A21130AE-8DE1-4358-9349-F4F0D5B1737F}">
      <dsp:nvSpPr>
        <dsp:cNvPr id="0" name=""/>
        <dsp:cNvSpPr/>
      </dsp:nvSpPr>
      <dsp:spPr>
        <a:xfrm>
          <a:off x="2034553" y="0"/>
          <a:ext cx="4155226" cy="3700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dirty="0"/>
            <a:t>Dual Transaction Oversight</a:t>
          </a:r>
        </a:p>
      </dsp:txBody>
      <dsp:txXfrm>
        <a:off x="2034553" y="0"/>
        <a:ext cx="4155226" cy="370034"/>
      </dsp:txXfrm>
    </dsp:sp>
    <dsp:sp modelId="{D790F124-ED87-4CAA-BE91-AD401C411D4A}">
      <dsp:nvSpPr>
        <dsp:cNvPr id="0" name=""/>
        <dsp:cNvSpPr/>
      </dsp:nvSpPr>
      <dsp:spPr>
        <a:xfrm>
          <a:off x="2034553" y="370034"/>
          <a:ext cx="4155226" cy="14845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dirty="0"/>
            <a:t>Maker initiates a transaction and checker reviews and approves it, ensuring thorough oversight and accountability.</a:t>
          </a:r>
        </a:p>
      </dsp:txBody>
      <dsp:txXfrm>
        <a:off x="2034553" y="370034"/>
        <a:ext cx="4155226" cy="1484518"/>
      </dsp:txXfrm>
    </dsp:sp>
    <dsp:sp modelId="{E8202C9E-D56E-435E-94CC-14FBB5C37034}">
      <dsp:nvSpPr>
        <dsp:cNvPr id="0" name=""/>
        <dsp:cNvSpPr/>
      </dsp:nvSpPr>
      <dsp:spPr>
        <a:xfrm>
          <a:off x="0" y="2002917"/>
          <a:ext cx="1854553" cy="1854553"/>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l="18644" r="14607" b="2"/>
          <a:stretch/>
        </a:blipFill>
        <a:ln>
          <a:noFill/>
        </a:ln>
        <a:effectLst/>
      </dsp:spPr>
      <dsp:style>
        <a:lnRef idx="0">
          <a:scrgbClr r="0" g="0" b="0"/>
        </a:lnRef>
        <a:fillRef idx="3">
          <a:scrgbClr r="0" g="0" b="0"/>
        </a:fillRef>
        <a:effectRef idx="2">
          <a:scrgbClr r="0" g="0" b="0"/>
        </a:effectRef>
        <a:fontRef idx="minor">
          <a:schemeClr val="lt1"/>
        </a:fontRef>
      </dsp:style>
    </dsp:sp>
    <dsp:sp modelId="{ACD52CDF-1D8F-4393-9B42-3325E81BC0D5}">
      <dsp:nvSpPr>
        <dsp:cNvPr id="0" name=""/>
        <dsp:cNvSpPr/>
      </dsp:nvSpPr>
      <dsp:spPr>
        <a:xfrm>
          <a:off x="2034553" y="2002917"/>
          <a:ext cx="4155226" cy="3700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dirty="0"/>
            <a:t>Error and Fraud Reduction</a:t>
          </a:r>
        </a:p>
      </dsp:txBody>
      <dsp:txXfrm>
        <a:off x="2034553" y="2002917"/>
        <a:ext cx="4155226" cy="370034"/>
      </dsp:txXfrm>
    </dsp:sp>
    <dsp:sp modelId="{029577C3-7EC2-4E26-BBC7-E36108034330}">
      <dsp:nvSpPr>
        <dsp:cNvPr id="0" name=""/>
        <dsp:cNvSpPr/>
      </dsp:nvSpPr>
      <dsp:spPr>
        <a:xfrm>
          <a:off x="2034553" y="2372952"/>
          <a:ext cx="4155226" cy="14845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dirty="0"/>
            <a:t>The process minimizes errors and prevents fraud by requiring authorization from two individuals for each transaction.</a:t>
          </a:r>
        </a:p>
      </dsp:txBody>
      <dsp:txXfrm>
        <a:off x="2034553" y="2372952"/>
        <a:ext cx="4155226" cy="1484518"/>
      </dsp:txXfrm>
    </dsp:sp>
    <dsp:sp modelId="{191724E1-07E3-4AB4-BB15-4AA651A1401B}">
      <dsp:nvSpPr>
        <dsp:cNvPr id="0" name=""/>
        <dsp:cNvSpPr/>
      </dsp:nvSpPr>
      <dsp:spPr>
        <a:xfrm>
          <a:off x="0" y="4005834"/>
          <a:ext cx="1854553" cy="1854553"/>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l="21644" r="11356"/>
          <a:stretch/>
        </a:blipFill>
        <a:ln>
          <a:noFill/>
        </a:ln>
        <a:effectLst/>
      </dsp:spPr>
      <dsp:style>
        <a:lnRef idx="0">
          <a:scrgbClr r="0" g="0" b="0"/>
        </a:lnRef>
        <a:fillRef idx="3">
          <a:scrgbClr r="0" g="0" b="0"/>
        </a:fillRef>
        <a:effectRef idx="2">
          <a:scrgbClr r="0" g="0" b="0"/>
        </a:effectRef>
        <a:fontRef idx="minor">
          <a:schemeClr val="lt1"/>
        </a:fontRef>
      </dsp:style>
    </dsp:sp>
    <dsp:sp modelId="{2F37FE9D-C879-42F5-8444-A70BC325E718}">
      <dsp:nvSpPr>
        <dsp:cNvPr id="0" name=""/>
        <dsp:cNvSpPr/>
      </dsp:nvSpPr>
      <dsp:spPr>
        <a:xfrm>
          <a:off x="2034553" y="4005834"/>
          <a:ext cx="4155226" cy="3700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dirty="0"/>
            <a:t>Critical Industry Application</a:t>
          </a:r>
        </a:p>
      </dsp:txBody>
      <dsp:txXfrm>
        <a:off x="2034553" y="4005834"/>
        <a:ext cx="4155226" cy="370034"/>
      </dsp:txXfrm>
    </dsp:sp>
    <dsp:sp modelId="{4CF52E59-0C27-4C2D-9D42-A63C8DF3DEA3}">
      <dsp:nvSpPr>
        <dsp:cNvPr id="0" name=""/>
        <dsp:cNvSpPr/>
      </dsp:nvSpPr>
      <dsp:spPr>
        <a:xfrm>
          <a:off x="2034553" y="4375869"/>
          <a:ext cx="4155226" cy="14845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dirty="0"/>
            <a:t>Commonly used in banking, specially for sensitive functions like Interest Rate Change or Product Config Changes etc..</a:t>
          </a:r>
        </a:p>
      </dsp:txBody>
      <dsp:txXfrm>
        <a:off x="2034553" y="4375869"/>
        <a:ext cx="4155226" cy="148451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8769519-8A19-4924-AC2F-60E5A1DACEE5}">
      <dsp:nvSpPr>
        <dsp:cNvPr id="0" name=""/>
        <dsp:cNvSpPr/>
      </dsp:nvSpPr>
      <dsp:spPr>
        <a:xfrm>
          <a:off x="0" y="0"/>
          <a:ext cx="1854553" cy="1854553"/>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l="9048" r="15954" b="3"/>
          <a:stretch/>
        </a:blipFill>
        <a:ln>
          <a:noFill/>
        </a:ln>
        <a:effectLst/>
      </dsp:spPr>
      <dsp:style>
        <a:lnRef idx="0">
          <a:scrgbClr r="0" g="0" b="0"/>
        </a:lnRef>
        <a:fillRef idx="3">
          <a:scrgbClr r="0" g="0" b="0"/>
        </a:fillRef>
        <a:effectRef idx="2">
          <a:scrgbClr r="0" g="0" b="0"/>
        </a:effectRef>
        <a:fontRef idx="minor">
          <a:schemeClr val="lt1"/>
        </a:fontRef>
      </dsp:style>
    </dsp:sp>
    <dsp:sp modelId="{7FD6F9FA-4C45-46EC-B9F2-33136F1A6CC3}">
      <dsp:nvSpPr>
        <dsp:cNvPr id="0" name=""/>
        <dsp:cNvSpPr/>
      </dsp:nvSpPr>
      <dsp:spPr>
        <a:xfrm>
          <a:off x="2034553" y="0"/>
          <a:ext cx="4155226" cy="3238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1590" rIns="21590" bIns="21590" numCol="1" spcCol="1270" anchor="t" anchorCtr="0">
          <a:noAutofit/>
        </a:bodyPr>
        <a:lstStyle/>
        <a:p>
          <a:pPr marL="0" lvl="0" indent="0" algn="l" defTabSz="755650">
            <a:lnSpc>
              <a:spcPct val="100000"/>
            </a:lnSpc>
            <a:spcBef>
              <a:spcPct val="0"/>
            </a:spcBef>
            <a:spcAft>
              <a:spcPct val="35000"/>
            </a:spcAft>
            <a:buNone/>
            <a:defRPr b="1"/>
          </a:pPr>
          <a:r>
            <a:rPr lang="en-US" sz="1700" kern="1200" dirty="0"/>
            <a:t>Attribute-Based Access Control</a:t>
          </a:r>
        </a:p>
      </dsp:txBody>
      <dsp:txXfrm>
        <a:off x="2034553" y="0"/>
        <a:ext cx="4155226" cy="323889"/>
      </dsp:txXfrm>
    </dsp:sp>
    <dsp:sp modelId="{43130366-CD0A-4693-9D3F-134C1D827354}">
      <dsp:nvSpPr>
        <dsp:cNvPr id="0" name=""/>
        <dsp:cNvSpPr/>
      </dsp:nvSpPr>
      <dsp:spPr>
        <a:xfrm>
          <a:off x="2034553" y="323889"/>
          <a:ext cx="4155226" cy="14845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6510" rIns="16510" bIns="16510" numCol="1" spcCol="1270" anchor="t" anchorCtr="0">
          <a:noAutofit/>
        </a:bodyPr>
        <a:lstStyle/>
        <a:p>
          <a:pPr marL="0" lvl="0" indent="0" algn="l" defTabSz="577850">
            <a:lnSpc>
              <a:spcPct val="100000"/>
            </a:lnSpc>
            <a:spcBef>
              <a:spcPct val="0"/>
            </a:spcBef>
            <a:spcAft>
              <a:spcPct val="35000"/>
            </a:spcAft>
            <a:buNone/>
          </a:pPr>
          <a:r>
            <a:rPr lang="en-US" sz="1300" kern="1200" dirty="0"/>
            <a:t>Value Based Authorization uses specific attributes such as Amount (e.g. Loan Amount or Transaction Amount) or location (e.g. when Branches are getting being closed or being sold) or Products (Special Products) or Customer Segments (e.g. VIP Customers like Royal Family) or Restricted Accounts (e.g. Owner has passed away) to grant access, not just user roles.</a:t>
          </a:r>
        </a:p>
      </dsp:txBody>
      <dsp:txXfrm>
        <a:off x="2034553" y="323889"/>
        <a:ext cx="4155226" cy="1484518"/>
      </dsp:txXfrm>
    </dsp:sp>
    <dsp:sp modelId="{69FD28E5-201A-4F08-8EA8-ACF79D7AF7CC}">
      <dsp:nvSpPr>
        <dsp:cNvPr id="0" name=""/>
        <dsp:cNvSpPr/>
      </dsp:nvSpPr>
      <dsp:spPr>
        <a:xfrm>
          <a:off x="0" y="2002917"/>
          <a:ext cx="1854553" cy="1854553"/>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r="40253" b="5"/>
          <a:stretch/>
        </a:blipFill>
        <a:ln>
          <a:noFill/>
        </a:ln>
        <a:effectLst/>
      </dsp:spPr>
      <dsp:style>
        <a:lnRef idx="0">
          <a:scrgbClr r="0" g="0" b="0"/>
        </a:lnRef>
        <a:fillRef idx="3">
          <a:scrgbClr r="0" g="0" b="0"/>
        </a:fillRef>
        <a:effectRef idx="2">
          <a:scrgbClr r="0" g="0" b="0"/>
        </a:effectRef>
        <a:fontRef idx="minor">
          <a:schemeClr val="lt1"/>
        </a:fontRef>
      </dsp:style>
    </dsp:sp>
    <dsp:sp modelId="{29D23C27-DC8D-4FF9-ACB3-8DA45FDE9B8E}">
      <dsp:nvSpPr>
        <dsp:cNvPr id="0" name=""/>
        <dsp:cNvSpPr/>
      </dsp:nvSpPr>
      <dsp:spPr>
        <a:xfrm>
          <a:off x="2034553" y="2002917"/>
          <a:ext cx="4155226" cy="3238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1590" rIns="21590" bIns="21590" numCol="1" spcCol="1270" anchor="t" anchorCtr="0">
          <a:noAutofit/>
        </a:bodyPr>
        <a:lstStyle/>
        <a:p>
          <a:pPr marL="0" lvl="0" indent="0" algn="l" defTabSz="755650">
            <a:lnSpc>
              <a:spcPct val="100000"/>
            </a:lnSpc>
            <a:spcBef>
              <a:spcPct val="0"/>
            </a:spcBef>
            <a:spcAft>
              <a:spcPct val="35000"/>
            </a:spcAft>
            <a:buNone/>
            <a:defRPr b="1"/>
          </a:pPr>
          <a:r>
            <a:rPr lang="en-US" sz="1700" kern="1200" dirty="0"/>
            <a:t>Fine-Grained Security</a:t>
          </a:r>
        </a:p>
      </dsp:txBody>
      <dsp:txXfrm>
        <a:off x="2034553" y="2002917"/>
        <a:ext cx="4155226" cy="323889"/>
      </dsp:txXfrm>
    </dsp:sp>
    <dsp:sp modelId="{94FB1CF6-8C30-4C5D-9D5F-7DE1FF13A9BF}">
      <dsp:nvSpPr>
        <dsp:cNvPr id="0" name=""/>
        <dsp:cNvSpPr/>
      </dsp:nvSpPr>
      <dsp:spPr>
        <a:xfrm>
          <a:off x="2034553" y="2326807"/>
          <a:ext cx="4155226" cy="15306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6510" rIns="16510" bIns="16510" numCol="1" spcCol="1270" anchor="t" anchorCtr="0">
          <a:noAutofit/>
        </a:bodyPr>
        <a:lstStyle/>
        <a:p>
          <a:pPr marL="0" lvl="0" indent="0" algn="l" defTabSz="577850">
            <a:lnSpc>
              <a:spcPct val="100000"/>
            </a:lnSpc>
            <a:spcBef>
              <a:spcPct val="0"/>
            </a:spcBef>
            <a:spcAft>
              <a:spcPct val="35000"/>
            </a:spcAft>
            <a:buNone/>
          </a:pPr>
          <a:r>
            <a:rPr lang="en-US" sz="1300" kern="1200" dirty="0"/>
            <a:t>This method allows for detailed and precise control, ensuring users meet exact criteria before approval.</a:t>
          </a:r>
        </a:p>
      </dsp:txBody>
      <dsp:txXfrm>
        <a:off x="2034553" y="2326807"/>
        <a:ext cx="4155226" cy="1530663"/>
      </dsp:txXfrm>
    </dsp:sp>
    <dsp:sp modelId="{FDB2C608-81BD-413B-91F5-FDF6D1164F1C}">
      <dsp:nvSpPr>
        <dsp:cNvPr id="0" name=""/>
        <dsp:cNvSpPr/>
      </dsp:nvSpPr>
      <dsp:spPr>
        <a:xfrm>
          <a:off x="0" y="4005834"/>
          <a:ext cx="1854553" cy="1854553"/>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l="12277" r="12725" b="3"/>
          <a:stretch/>
        </a:blipFill>
        <a:ln>
          <a:noFill/>
        </a:ln>
        <a:effectLst/>
      </dsp:spPr>
      <dsp:style>
        <a:lnRef idx="0">
          <a:scrgbClr r="0" g="0" b="0"/>
        </a:lnRef>
        <a:fillRef idx="3">
          <a:scrgbClr r="0" g="0" b="0"/>
        </a:fillRef>
        <a:effectRef idx="2">
          <a:scrgbClr r="0" g="0" b="0"/>
        </a:effectRef>
        <a:fontRef idx="minor">
          <a:schemeClr val="lt1"/>
        </a:fontRef>
      </dsp:style>
    </dsp:sp>
    <dsp:sp modelId="{4FBB4954-B4A3-45CA-B346-B24D232AD420}">
      <dsp:nvSpPr>
        <dsp:cNvPr id="0" name=""/>
        <dsp:cNvSpPr/>
      </dsp:nvSpPr>
      <dsp:spPr>
        <a:xfrm>
          <a:off x="2034553" y="4005834"/>
          <a:ext cx="4155226" cy="3238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1590" rIns="21590" bIns="21590" numCol="1" spcCol="1270" anchor="t" anchorCtr="0">
          <a:noAutofit/>
        </a:bodyPr>
        <a:lstStyle/>
        <a:p>
          <a:pPr marL="0" lvl="0" indent="0" algn="l" defTabSz="755650">
            <a:lnSpc>
              <a:spcPct val="100000"/>
            </a:lnSpc>
            <a:spcBef>
              <a:spcPct val="0"/>
            </a:spcBef>
            <a:spcAft>
              <a:spcPct val="35000"/>
            </a:spcAft>
            <a:buNone/>
            <a:defRPr b="1"/>
          </a:pPr>
          <a:r>
            <a:rPr lang="en-US" sz="1700" kern="1200" dirty="0"/>
            <a:t>Real-Time Data Consideration</a:t>
          </a:r>
        </a:p>
      </dsp:txBody>
      <dsp:txXfrm>
        <a:off x="2034553" y="4005834"/>
        <a:ext cx="4155226" cy="323889"/>
      </dsp:txXfrm>
    </dsp:sp>
    <dsp:sp modelId="{A6F50605-26EE-4C29-BD3B-4CAE24C631B3}">
      <dsp:nvSpPr>
        <dsp:cNvPr id="0" name=""/>
        <dsp:cNvSpPr/>
      </dsp:nvSpPr>
      <dsp:spPr>
        <a:xfrm>
          <a:off x="2034553" y="4329724"/>
          <a:ext cx="4155226" cy="15306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6510" rIns="16510" bIns="16510" numCol="1" spcCol="1270" anchor="t" anchorCtr="0">
          <a:noAutofit/>
        </a:bodyPr>
        <a:lstStyle/>
        <a:p>
          <a:pPr marL="0" lvl="0" indent="0" algn="l" defTabSz="577850">
            <a:lnSpc>
              <a:spcPct val="100000"/>
            </a:lnSpc>
            <a:spcBef>
              <a:spcPct val="0"/>
            </a:spcBef>
            <a:spcAft>
              <a:spcPct val="35000"/>
            </a:spcAft>
            <a:buNone/>
          </a:pPr>
          <a:r>
            <a:rPr lang="en-US" sz="1300" kern="1200" dirty="0"/>
            <a:t>Real-time information such as  Transaction Amount or Loan Amount can influence access decisions dynamically.</a:t>
          </a:r>
        </a:p>
      </dsp:txBody>
      <dsp:txXfrm>
        <a:off x="2034553" y="4329724"/>
        <a:ext cx="4155226" cy="153066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96E3D6D-015F-4169-9ADD-E42848F8A74B}">
      <dsp:nvSpPr>
        <dsp:cNvPr id="0" name=""/>
        <dsp:cNvSpPr/>
      </dsp:nvSpPr>
      <dsp:spPr>
        <a:xfrm>
          <a:off x="0" y="0"/>
          <a:ext cx="1854553" cy="1854553"/>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l="12308" r="20943" b="2"/>
          <a:stretch/>
        </a:blipFill>
        <a:ln>
          <a:noFill/>
        </a:ln>
        <a:effectLst/>
      </dsp:spPr>
      <dsp:style>
        <a:lnRef idx="0">
          <a:scrgbClr r="0" g="0" b="0"/>
        </a:lnRef>
        <a:fillRef idx="3">
          <a:scrgbClr r="0" g="0" b="0"/>
        </a:fillRef>
        <a:effectRef idx="2">
          <a:scrgbClr r="0" g="0" b="0"/>
        </a:effectRef>
        <a:fontRef idx="minor">
          <a:schemeClr val="lt1"/>
        </a:fontRef>
      </dsp:style>
    </dsp:sp>
    <dsp:sp modelId="{336D3238-F714-48C3-98CB-F8350174418D}">
      <dsp:nvSpPr>
        <dsp:cNvPr id="0" name=""/>
        <dsp:cNvSpPr/>
      </dsp:nvSpPr>
      <dsp:spPr>
        <a:xfrm>
          <a:off x="2034553" y="0"/>
          <a:ext cx="4155226" cy="3700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dirty="0"/>
            <a:t>How Encryption Works</a:t>
          </a:r>
        </a:p>
      </dsp:txBody>
      <dsp:txXfrm>
        <a:off x="2034553" y="0"/>
        <a:ext cx="4155226" cy="370034"/>
      </dsp:txXfrm>
    </dsp:sp>
    <dsp:sp modelId="{C9F1A2DE-8A6D-43ED-9449-0D1908846866}">
      <dsp:nvSpPr>
        <dsp:cNvPr id="0" name=""/>
        <dsp:cNvSpPr/>
      </dsp:nvSpPr>
      <dsp:spPr>
        <a:xfrm>
          <a:off x="2034553" y="370034"/>
          <a:ext cx="4155226" cy="14845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dirty="0"/>
            <a:t>Encryption transforms readable data into an unreadable format, ensuring confidentiality and protecting information from unauthorized access.</a:t>
          </a:r>
        </a:p>
      </dsp:txBody>
      <dsp:txXfrm>
        <a:off x="2034553" y="370034"/>
        <a:ext cx="4155226" cy="1484518"/>
      </dsp:txXfrm>
    </dsp:sp>
    <dsp:sp modelId="{E051DB15-5B18-466B-BA45-5E26BF5A24AA}">
      <dsp:nvSpPr>
        <dsp:cNvPr id="0" name=""/>
        <dsp:cNvSpPr/>
      </dsp:nvSpPr>
      <dsp:spPr>
        <a:xfrm>
          <a:off x="0" y="2002917"/>
          <a:ext cx="1854553" cy="1854553"/>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l="18141" r="14607" b="-4"/>
          <a:stretch/>
        </a:blipFill>
        <a:ln>
          <a:noFill/>
        </a:ln>
        <a:effectLst/>
      </dsp:spPr>
      <dsp:style>
        <a:lnRef idx="0">
          <a:scrgbClr r="0" g="0" b="0"/>
        </a:lnRef>
        <a:fillRef idx="3">
          <a:scrgbClr r="0" g="0" b="0"/>
        </a:fillRef>
        <a:effectRef idx="2">
          <a:scrgbClr r="0" g="0" b="0"/>
        </a:effectRef>
        <a:fontRef idx="minor">
          <a:schemeClr val="lt1"/>
        </a:fontRef>
      </dsp:style>
    </dsp:sp>
    <dsp:sp modelId="{2F914BE1-0F7A-4726-8EA8-0F19671EA1E1}">
      <dsp:nvSpPr>
        <dsp:cNvPr id="0" name=""/>
        <dsp:cNvSpPr/>
      </dsp:nvSpPr>
      <dsp:spPr>
        <a:xfrm>
          <a:off x="2034553" y="2002917"/>
          <a:ext cx="4155226" cy="3700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dirty="0"/>
            <a:t>Banking Usage </a:t>
          </a:r>
        </a:p>
      </dsp:txBody>
      <dsp:txXfrm>
        <a:off x="2034553" y="2002917"/>
        <a:ext cx="4155226" cy="370034"/>
      </dsp:txXfrm>
    </dsp:sp>
    <dsp:sp modelId="{C13162BF-6A76-4D66-9D9C-B7DC5EA47AF9}">
      <dsp:nvSpPr>
        <dsp:cNvPr id="0" name=""/>
        <dsp:cNvSpPr/>
      </dsp:nvSpPr>
      <dsp:spPr>
        <a:xfrm>
          <a:off x="2034553" y="2372952"/>
          <a:ext cx="4155226" cy="14845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dirty="0"/>
            <a:t>Encryption is vital for critical applications like Core Banking Platforms and is widely used for both “Data at REST” and “Data in Motion” </a:t>
          </a:r>
        </a:p>
        <a:p>
          <a:pPr marL="0" lvl="0" indent="0" algn="l" defTabSz="622300">
            <a:lnSpc>
              <a:spcPct val="100000"/>
            </a:lnSpc>
            <a:spcBef>
              <a:spcPct val="0"/>
            </a:spcBef>
            <a:spcAft>
              <a:spcPct val="35000"/>
            </a:spcAft>
            <a:buNone/>
          </a:pPr>
          <a:r>
            <a:rPr lang="en-US" sz="1400" kern="1200" dirty="0"/>
            <a:t>Compliance standards like PCI DSS require encryption of payment card data to prevent fraud and unauthorized access.</a:t>
          </a:r>
        </a:p>
      </dsp:txBody>
      <dsp:txXfrm>
        <a:off x="2034553" y="2372952"/>
        <a:ext cx="4155226" cy="1484518"/>
      </dsp:txXfrm>
    </dsp:sp>
    <dsp:sp modelId="{4559EF1D-A07C-4B8F-94F0-FBE1A7852014}">
      <dsp:nvSpPr>
        <dsp:cNvPr id="0" name=""/>
        <dsp:cNvSpPr/>
      </dsp:nvSpPr>
      <dsp:spPr>
        <a:xfrm>
          <a:off x="0" y="4005834"/>
          <a:ext cx="1854553" cy="1854553"/>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l="19579" r="15667" b="-6"/>
          <a:stretch/>
        </a:blipFill>
        <a:ln>
          <a:noFill/>
        </a:ln>
        <a:effectLst/>
      </dsp:spPr>
      <dsp:style>
        <a:lnRef idx="0">
          <a:scrgbClr r="0" g="0" b="0"/>
        </a:lnRef>
        <a:fillRef idx="3">
          <a:scrgbClr r="0" g="0" b="0"/>
        </a:fillRef>
        <a:effectRef idx="2">
          <a:scrgbClr r="0" g="0" b="0"/>
        </a:effectRef>
        <a:fontRef idx="minor">
          <a:schemeClr val="lt1"/>
        </a:fontRef>
      </dsp:style>
    </dsp:sp>
    <dsp:sp modelId="{CC140567-449A-49ED-9243-AC7628866229}">
      <dsp:nvSpPr>
        <dsp:cNvPr id="0" name=""/>
        <dsp:cNvSpPr/>
      </dsp:nvSpPr>
      <dsp:spPr>
        <a:xfrm>
          <a:off x="2034553" y="4005834"/>
          <a:ext cx="4155226" cy="3700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dirty="0"/>
            <a:t>Encryption Methods</a:t>
          </a:r>
        </a:p>
      </dsp:txBody>
      <dsp:txXfrm>
        <a:off x="2034553" y="4005834"/>
        <a:ext cx="4155226" cy="370034"/>
      </dsp:txXfrm>
    </dsp:sp>
    <dsp:sp modelId="{2D1087F4-7255-4CAF-8DE4-04E7A0915403}">
      <dsp:nvSpPr>
        <dsp:cNvPr id="0" name=""/>
        <dsp:cNvSpPr/>
      </dsp:nvSpPr>
      <dsp:spPr>
        <a:xfrm>
          <a:off x="2034553" y="4375869"/>
          <a:ext cx="4155226" cy="14845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dirty="0"/>
            <a:t>Encryption relies on complex algorithms and unique keys, making it highly effective against unauthorized access.</a:t>
          </a:r>
        </a:p>
      </dsp:txBody>
      <dsp:txXfrm>
        <a:off x="2034553" y="4375869"/>
        <a:ext cx="4155226" cy="148451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FA8B4F-00D4-4B2F-8161-4FB0688C8D2F}">
      <dsp:nvSpPr>
        <dsp:cNvPr id="0" name=""/>
        <dsp:cNvSpPr/>
      </dsp:nvSpPr>
      <dsp:spPr>
        <a:xfrm>
          <a:off x="0" y="0"/>
          <a:ext cx="1854553" cy="1854553"/>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l="21334" r="10912" b="-5"/>
          <a:stretch/>
        </a:blipFill>
        <a:ln>
          <a:noFill/>
        </a:ln>
        <a:effectLst/>
      </dsp:spPr>
      <dsp:style>
        <a:lnRef idx="0">
          <a:scrgbClr r="0" g="0" b="0"/>
        </a:lnRef>
        <a:fillRef idx="3">
          <a:scrgbClr r="0" g="0" b="0"/>
        </a:fillRef>
        <a:effectRef idx="2">
          <a:scrgbClr r="0" g="0" b="0"/>
        </a:effectRef>
        <a:fontRef idx="minor">
          <a:schemeClr val="lt1"/>
        </a:fontRef>
      </dsp:style>
    </dsp:sp>
    <dsp:sp modelId="{85678378-F6A6-486A-8E9B-B0013B2134EA}">
      <dsp:nvSpPr>
        <dsp:cNvPr id="0" name=""/>
        <dsp:cNvSpPr/>
      </dsp:nvSpPr>
      <dsp:spPr>
        <a:xfrm>
          <a:off x="2034553" y="0"/>
          <a:ext cx="4155226" cy="3700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dirty="0"/>
            <a:t>Protection of Data at REST</a:t>
          </a:r>
        </a:p>
      </dsp:txBody>
      <dsp:txXfrm>
        <a:off x="2034553" y="0"/>
        <a:ext cx="4155226" cy="370034"/>
      </dsp:txXfrm>
    </dsp:sp>
    <dsp:sp modelId="{087A9538-B309-4FDD-A7DB-0CDF59BE5CD6}">
      <dsp:nvSpPr>
        <dsp:cNvPr id="0" name=""/>
        <dsp:cNvSpPr/>
      </dsp:nvSpPr>
      <dsp:spPr>
        <a:xfrm>
          <a:off x="2034553" y="370034"/>
          <a:ext cx="4155226" cy="14845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dirty="0"/>
            <a:t>TDE is used for Database Encryption, ensuring information stored in the database remains secure and inaccessible to unauthorized users.</a:t>
          </a:r>
        </a:p>
      </dsp:txBody>
      <dsp:txXfrm>
        <a:off x="2034553" y="370034"/>
        <a:ext cx="4155226" cy="1484518"/>
      </dsp:txXfrm>
    </dsp:sp>
    <dsp:sp modelId="{5E11FCFA-4D9F-427D-A7DE-F8533D4C9048}">
      <dsp:nvSpPr>
        <dsp:cNvPr id="0" name=""/>
        <dsp:cNvSpPr/>
      </dsp:nvSpPr>
      <dsp:spPr>
        <a:xfrm>
          <a:off x="0" y="2002917"/>
          <a:ext cx="1854553" cy="1854553"/>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l="26930" r="16817" b="-6"/>
          <a:stretch/>
        </a:blipFill>
        <a:ln>
          <a:noFill/>
        </a:ln>
        <a:effectLst/>
      </dsp:spPr>
      <dsp:style>
        <a:lnRef idx="0">
          <a:scrgbClr r="0" g="0" b="0"/>
        </a:lnRef>
        <a:fillRef idx="3">
          <a:scrgbClr r="0" g="0" b="0"/>
        </a:fillRef>
        <a:effectRef idx="2">
          <a:scrgbClr r="0" g="0" b="0"/>
        </a:effectRef>
        <a:fontRef idx="minor">
          <a:schemeClr val="lt1"/>
        </a:fontRef>
      </dsp:style>
    </dsp:sp>
    <dsp:sp modelId="{67198410-A663-4C11-9392-14A34CEE55BD}">
      <dsp:nvSpPr>
        <dsp:cNvPr id="0" name=""/>
        <dsp:cNvSpPr/>
      </dsp:nvSpPr>
      <dsp:spPr>
        <a:xfrm>
          <a:off x="2034553" y="2002917"/>
          <a:ext cx="4155226" cy="3700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dirty="0"/>
            <a:t>Seamless Real-Time Encryption</a:t>
          </a:r>
        </a:p>
      </dsp:txBody>
      <dsp:txXfrm>
        <a:off x="2034553" y="2002917"/>
        <a:ext cx="4155226" cy="370034"/>
      </dsp:txXfrm>
    </dsp:sp>
    <dsp:sp modelId="{7C5C9BBD-F5A1-48D9-B5E3-BAD3DDC63FDD}">
      <dsp:nvSpPr>
        <dsp:cNvPr id="0" name=""/>
        <dsp:cNvSpPr/>
      </dsp:nvSpPr>
      <dsp:spPr>
        <a:xfrm>
          <a:off x="2034553" y="2372952"/>
          <a:ext cx="4155226" cy="14845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dirty="0"/>
            <a:t>Data and log files are encrypted in real-time without the need for application modifications, simplifying deployment.</a:t>
          </a:r>
        </a:p>
      </dsp:txBody>
      <dsp:txXfrm>
        <a:off x="2034553" y="2372952"/>
        <a:ext cx="4155226" cy="1484518"/>
      </dsp:txXfrm>
    </dsp:sp>
    <dsp:sp modelId="{DB2F9BF9-C689-4254-A01B-BCFC15358259}">
      <dsp:nvSpPr>
        <dsp:cNvPr id="0" name=""/>
        <dsp:cNvSpPr/>
      </dsp:nvSpPr>
      <dsp:spPr>
        <a:xfrm>
          <a:off x="0" y="4005834"/>
          <a:ext cx="1854553" cy="1854553"/>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l="16332" r="7923" b="6"/>
          <a:stretch/>
        </a:blipFill>
        <a:ln>
          <a:noFill/>
        </a:ln>
        <a:effectLst/>
      </dsp:spPr>
      <dsp:style>
        <a:lnRef idx="0">
          <a:scrgbClr r="0" g="0" b="0"/>
        </a:lnRef>
        <a:fillRef idx="3">
          <a:scrgbClr r="0" g="0" b="0"/>
        </a:fillRef>
        <a:effectRef idx="2">
          <a:scrgbClr r="0" g="0" b="0"/>
        </a:effectRef>
        <a:fontRef idx="minor">
          <a:schemeClr val="lt1"/>
        </a:fontRef>
      </dsp:style>
    </dsp:sp>
    <dsp:sp modelId="{A96BA13E-0F8D-4F01-A4BD-24A121D2CABD}">
      <dsp:nvSpPr>
        <dsp:cNvPr id="0" name=""/>
        <dsp:cNvSpPr/>
      </dsp:nvSpPr>
      <dsp:spPr>
        <a:xfrm>
          <a:off x="2034553" y="4005834"/>
          <a:ext cx="4155226" cy="3700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dirty="0"/>
            <a:t>Master Key and Certificates</a:t>
          </a:r>
        </a:p>
      </dsp:txBody>
      <dsp:txXfrm>
        <a:off x="2034553" y="4005834"/>
        <a:ext cx="4155226" cy="370034"/>
      </dsp:txXfrm>
    </dsp:sp>
    <dsp:sp modelId="{382DFB0A-97C5-4ED0-8A41-D8E05D80A140}">
      <dsp:nvSpPr>
        <dsp:cNvPr id="0" name=""/>
        <dsp:cNvSpPr/>
      </dsp:nvSpPr>
      <dsp:spPr>
        <a:xfrm>
          <a:off x="2034553" y="4375869"/>
          <a:ext cx="4155226" cy="14845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dirty="0"/>
            <a:t>TDE leverages a master key and certificates to manage encryption, ensuring compliance and enhancing security protocols.</a:t>
          </a:r>
        </a:p>
      </dsp:txBody>
      <dsp:txXfrm>
        <a:off x="2034553" y="4375869"/>
        <a:ext cx="4155226" cy="1484518"/>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136DFC-F7E1-4D0A-B7AD-82F0F217C4F4}">
      <dsp:nvSpPr>
        <dsp:cNvPr id="0" name=""/>
        <dsp:cNvSpPr/>
      </dsp:nvSpPr>
      <dsp:spPr>
        <a:xfrm>
          <a:off x="0" y="0"/>
          <a:ext cx="1854553" cy="1854553"/>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l="19579" r="15667" b="-6"/>
          <a:stretch/>
        </a:blipFill>
        <a:ln>
          <a:noFill/>
        </a:ln>
        <a:effectLst/>
      </dsp:spPr>
      <dsp:style>
        <a:lnRef idx="0">
          <a:scrgbClr r="0" g="0" b="0"/>
        </a:lnRef>
        <a:fillRef idx="3">
          <a:scrgbClr r="0" g="0" b="0"/>
        </a:fillRef>
        <a:effectRef idx="2">
          <a:scrgbClr r="0" g="0" b="0"/>
        </a:effectRef>
        <a:fontRef idx="minor">
          <a:schemeClr val="lt1"/>
        </a:fontRef>
      </dsp:style>
    </dsp:sp>
    <dsp:sp modelId="{7A9E4599-69F1-4337-9EC5-F5F1DAACC087}">
      <dsp:nvSpPr>
        <dsp:cNvPr id="0" name=""/>
        <dsp:cNvSpPr/>
      </dsp:nvSpPr>
      <dsp:spPr>
        <a:xfrm>
          <a:off x="2034553" y="0"/>
          <a:ext cx="4155226" cy="3700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dirty="0"/>
            <a:t>Protecting Sensitive Data</a:t>
          </a:r>
        </a:p>
      </dsp:txBody>
      <dsp:txXfrm>
        <a:off x="2034553" y="0"/>
        <a:ext cx="4155226" cy="370034"/>
      </dsp:txXfrm>
    </dsp:sp>
    <dsp:sp modelId="{5B7E209F-B6A8-4424-B46B-31C8827C8C9B}">
      <dsp:nvSpPr>
        <dsp:cNvPr id="0" name=""/>
        <dsp:cNvSpPr/>
      </dsp:nvSpPr>
      <dsp:spPr>
        <a:xfrm>
          <a:off x="2034553" y="370034"/>
          <a:ext cx="4155226" cy="14845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dirty="0"/>
            <a:t>Data masking secures private information in testing and development, reducing the risk of exposure in non-production environments.</a:t>
          </a:r>
        </a:p>
      </dsp:txBody>
      <dsp:txXfrm>
        <a:off x="2034553" y="370034"/>
        <a:ext cx="4155226" cy="1484518"/>
      </dsp:txXfrm>
    </dsp:sp>
    <dsp:sp modelId="{1EE9D50F-921F-4BA5-9595-ACA205606F8E}">
      <dsp:nvSpPr>
        <dsp:cNvPr id="0" name=""/>
        <dsp:cNvSpPr/>
      </dsp:nvSpPr>
      <dsp:spPr>
        <a:xfrm>
          <a:off x="0" y="2002917"/>
          <a:ext cx="1854553" cy="1854553"/>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l="6751" r="-1"/>
          <a:stretch/>
        </a:blipFill>
        <a:ln>
          <a:noFill/>
        </a:ln>
        <a:effectLst/>
      </dsp:spPr>
      <dsp:style>
        <a:lnRef idx="0">
          <a:scrgbClr r="0" g="0" b="0"/>
        </a:lnRef>
        <a:fillRef idx="3">
          <a:scrgbClr r="0" g="0" b="0"/>
        </a:fillRef>
        <a:effectRef idx="2">
          <a:scrgbClr r="0" g="0" b="0"/>
        </a:effectRef>
        <a:fontRef idx="minor">
          <a:schemeClr val="lt1"/>
        </a:fontRef>
      </dsp:style>
    </dsp:sp>
    <dsp:sp modelId="{268E1CE1-72CE-41C9-9281-8F08DEE48AB0}">
      <dsp:nvSpPr>
        <dsp:cNvPr id="0" name=""/>
        <dsp:cNvSpPr/>
      </dsp:nvSpPr>
      <dsp:spPr>
        <a:xfrm>
          <a:off x="2034553" y="2002917"/>
          <a:ext cx="4155226" cy="3700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dirty="0"/>
            <a:t>Regulatory Compliance</a:t>
          </a:r>
        </a:p>
      </dsp:txBody>
      <dsp:txXfrm>
        <a:off x="2034553" y="2002917"/>
        <a:ext cx="4155226" cy="370034"/>
      </dsp:txXfrm>
    </dsp:sp>
    <dsp:sp modelId="{DF8585DB-D905-402B-B1C9-DCB193B18FF9}">
      <dsp:nvSpPr>
        <dsp:cNvPr id="0" name=""/>
        <dsp:cNvSpPr/>
      </dsp:nvSpPr>
      <dsp:spPr>
        <a:xfrm>
          <a:off x="2034553" y="2372952"/>
          <a:ext cx="4155226" cy="14845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dirty="0"/>
            <a:t>Complying with regulations like GDPR and HIPAA is crucial, making data masking a legal necessity for personal and financial data.</a:t>
          </a:r>
        </a:p>
      </dsp:txBody>
      <dsp:txXfrm>
        <a:off x="2034553" y="2372952"/>
        <a:ext cx="4155226" cy="1484518"/>
      </dsp:txXfrm>
    </dsp:sp>
    <dsp:sp modelId="{4E2B8B8C-C3C1-4AA8-9D22-866C30F7C7DC}">
      <dsp:nvSpPr>
        <dsp:cNvPr id="0" name=""/>
        <dsp:cNvSpPr/>
      </dsp:nvSpPr>
      <dsp:spPr>
        <a:xfrm>
          <a:off x="0" y="4005834"/>
          <a:ext cx="1854553" cy="1854553"/>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l="20482" r="26766" b="-4"/>
          <a:stretch/>
        </a:blipFill>
        <a:ln>
          <a:noFill/>
        </a:ln>
        <a:effectLst/>
      </dsp:spPr>
      <dsp:style>
        <a:lnRef idx="0">
          <a:scrgbClr r="0" g="0" b="0"/>
        </a:lnRef>
        <a:fillRef idx="3">
          <a:scrgbClr r="0" g="0" b="0"/>
        </a:fillRef>
        <a:effectRef idx="2">
          <a:scrgbClr r="0" g="0" b="0"/>
        </a:effectRef>
        <a:fontRef idx="minor">
          <a:schemeClr val="lt1"/>
        </a:fontRef>
      </dsp:style>
    </dsp:sp>
    <dsp:sp modelId="{7995C0F1-5FBF-4A56-B1E7-B4CCEDD8C230}">
      <dsp:nvSpPr>
        <dsp:cNvPr id="0" name=""/>
        <dsp:cNvSpPr/>
      </dsp:nvSpPr>
      <dsp:spPr>
        <a:xfrm>
          <a:off x="2034553" y="4005834"/>
          <a:ext cx="4155226" cy="3700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dirty="0"/>
            <a:t>Preventing Unauthorized Access</a:t>
          </a:r>
        </a:p>
      </dsp:txBody>
      <dsp:txXfrm>
        <a:off x="2034553" y="4005834"/>
        <a:ext cx="4155226" cy="370034"/>
      </dsp:txXfrm>
    </dsp:sp>
    <dsp:sp modelId="{FDC4FA1E-987B-4F8D-8145-844732D459C5}">
      <dsp:nvSpPr>
        <dsp:cNvPr id="0" name=""/>
        <dsp:cNvSpPr/>
      </dsp:nvSpPr>
      <dsp:spPr>
        <a:xfrm>
          <a:off x="2034553" y="4375869"/>
          <a:ext cx="4155226" cy="14845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dirty="0"/>
            <a:t>Obscuring identifiable data in reports and analytics reduces the chances of unauthorized access or misuse by internal or external actors.</a:t>
          </a:r>
        </a:p>
      </dsp:txBody>
      <dsp:txXfrm>
        <a:off x="2034553" y="4375869"/>
        <a:ext cx="4155226" cy="1484518"/>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9F433D0-7E88-4EB3-9300-39A56A22C422}">
      <dsp:nvSpPr>
        <dsp:cNvPr id="0" name=""/>
        <dsp:cNvSpPr/>
      </dsp:nvSpPr>
      <dsp:spPr>
        <a:xfrm>
          <a:off x="0" y="0"/>
          <a:ext cx="3240336" cy="4271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7940" rIns="27940" bIns="27940" numCol="1" spcCol="1270" anchor="t" anchorCtr="0">
          <a:noAutofit/>
        </a:bodyPr>
        <a:lstStyle/>
        <a:p>
          <a:pPr marL="0" lvl="0" indent="0" algn="l" defTabSz="977900">
            <a:lnSpc>
              <a:spcPct val="100000"/>
            </a:lnSpc>
            <a:spcBef>
              <a:spcPct val="0"/>
            </a:spcBef>
            <a:spcAft>
              <a:spcPct val="35000"/>
            </a:spcAft>
            <a:buNone/>
            <a:defRPr b="1"/>
          </a:pPr>
          <a:r>
            <a:rPr lang="en-US" sz="2200" b="1" kern="1200" dirty="0"/>
            <a:t>Static Data Masking</a:t>
          </a:r>
        </a:p>
      </dsp:txBody>
      <dsp:txXfrm>
        <a:off x="0" y="0"/>
        <a:ext cx="3240336" cy="427148"/>
      </dsp:txXfrm>
    </dsp:sp>
    <dsp:sp modelId="{902F38F0-B39B-4732-B3AA-7244E80621AF}">
      <dsp:nvSpPr>
        <dsp:cNvPr id="0" name=""/>
        <dsp:cNvSpPr/>
      </dsp:nvSpPr>
      <dsp:spPr>
        <a:xfrm>
          <a:off x="546462" y="427148"/>
          <a:ext cx="2147411" cy="32540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5400" rIns="25400" bIns="25400" numCol="1" spcCol="1270" anchor="t" anchorCtr="0">
          <a:noAutofit/>
        </a:bodyPr>
        <a:lstStyle/>
        <a:p>
          <a:pPr marL="0" lvl="0" indent="0" algn="l" defTabSz="889000">
            <a:lnSpc>
              <a:spcPct val="100000"/>
            </a:lnSpc>
            <a:spcBef>
              <a:spcPct val="0"/>
            </a:spcBef>
            <a:spcAft>
              <a:spcPct val="35000"/>
            </a:spcAft>
            <a:buNone/>
          </a:pPr>
          <a:r>
            <a:rPr lang="en-US" sz="2000" kern="1200" dirty="0"/>
            <a:t>Static Data Masking creates a copy of data and replaces sensitive info with realistic fake data for testing environments.</a:t>
          </a:r>
        </a:p>
      </dsp:txBody>
      <dsp:txXfrm>
        <a:off x="546462" y="427148"/>
        <a:ext cx="2147411" cy="3254043"/>
      </dsp:txXfrm>
    </dsp:sp>
    <dsp:sp modelId="{8E6AFCAA-BE8B-45A3-9369-C9584B58C160}">
      <dsp:nvSpPr>
        <dsp:cNvPr id="0" name=""/>
        <dsp:cNvSpPr/>
      </dsp:nvSpPr>
      <dsp:spPr>
        <a:xfrm>
          <a:off x="3455077" y="5981"/>
          <a:ext cx="2958058" cy="4332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7940" rIns="27940" bIns="27940" numCol="1" spcCol="1270" anchor="t" anchorCtr="0">
          <a:noAutofit/>
        </a:bodyPr>
        <a:lstStyle/>
        <a:p>
          <a:pPr marL="0" lvl="0" indent="0" algn="l" defTabSz="977900">
            <a:lnSpc>
              <a:spcPct val="100000"/>
            </a:lnSpc>
            <a:spcBef>
              <a:spcPct val="0"/>
            </a:spcBef>
            <a:spcAft>
              <a:spcPct val="35000"/>
            </a:spcAft>
            <a:buNone/>
            <a:defRPr b="1"/>
          </a:pPr>
          <a:r>
            <a:rPr lang="en-US" sz="2200" kern="1200" dirty="0"/>
            <a:t>Dynamic Data Masking</a:t>
          </a:r>
        </a:p>
      </dsp:txBody>
      <dsp:txXfrm>
        <a:off x="3455077" y="5981"/>
        <a:ext cx="2958058" cy="433262"/>
      </dsp:txXfrm>
    </dsp:sp>
    <dsp:sp modelId="{922D0EF4-0A70-4FD7-9890-4CF291B9B155}">
      <dsp:nvSpPr>
        <dsp:cNvPr id="0" name=""/>
        <dsp:cNvSpPr/>
      </dsp:nvSpPr>
      <dsp:spPr>
        <a:xfrm>
          <a:off x="3860401" y="439244"/>
          <a:ext cx="2147411" cy="32359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5400" rIns="25400" bIns="25400" numCol="1" spcCol="1270" anchor="t" anchorCtr="0">
          <a:noAutofit/>
        </a:bodyPr>
        <a:lstStyle/>
        <a:p>
          <a:pPr marL="0" lvl="0" indent="0" algn="l" defTabSz="889000">
            <a:lnSpc>
              <a:spcPct val="100000"/>
            </a:lnSpc>
            <a:spcBef>
              <a:spcPct val="0"/>
            </a:spcBef>
            <a:spcAft>
              <a:spcPct val="35000"/>
            </a:spcAft>
            <a:buNone/>
          </a:pPr>
          <a:r>
            <a:rPr lang="en-US" sz="2000" kern="1200" dirty="0"/>
            <a:t>Dynamic Data Masking masks data in real-time based on user roles to restrict sensitive data access dynamically.</a:t>
          </a:r>
        </a:p>
      </dsp:txBody>
      <dsp:txXfrm>
        <a:off x="3860401" y="439244"/>
        <a:ext cx="2147411" cy="3235965"/>
      </dsp:txXfrm>
    </dsp:sp>
    <dsp:sp modelId="{B1CFAD60-FA10-4D38-A68F-0E400099DA5F}">
      <dsp:nvSpPr>
        <dsp:cNvPr id="0" name=""/>
        <dsp:cNvSpPr/>
      </dsp:nvSpPr>
      <dsp:spPr>
        <a:xfrm>
          <a:off x="6627877" y="5981"/>
          <a:ext cx="2147411" cy="4332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endParaRPr lang="en-US" sz="1800" kern="1200" dirty="0"/>
        </a:p>
      </dsp:txBody>
      <dsp:txXfrm>
        <a:off x="6627877" y="5981"/>
        <a:ext cx="2147411" cy="433262"/>
      </dsp:txXfrm>
    </dsp:sp>
    <dsp:sp modelId="{562EB6F4-A3EA-4112-9223-13145D6B83D6}">
      <dsp:nvSpPr>
        <dsp:cNvPr id="0" name=""/>
        <dsp:cNvSpPr/>
      </dsp:nvSpPr>
      <dsp:spPr>
        <a:xfrm>
          <a:off x="6627877" y="439244"/>
          <a:ext cx="2147411" cy="3235965"/>
        </a:xfrm>
        <a:prstGeom prst="rect">
          <a:avLst/>
        </a:prstGeom>
        <a:noFill/>
        <a:ln>
          <a:noFill/>
        </a:ln>
        <a:effectLst/>
      </dsp:spPr>
      <dsp:style>
        <a:lnRef idx="0">
          <a:scrgbClr r="0" g="0" b="0"/>
        </a:lnRef>
        <a:fillRef idx="0">
          <a:scrgbClr r="0" g="0" b="0"/>
        </a:fillRef>
        <a:effectRef idx="0">
          <a:scrgbClr r="0" g="0" b="0"/>
        </a:effectRef>
        <a:fontRef idx="minor"/>
      </dsp:style>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4F90AE-FB9C-4D6D-8F6E-6841B1DD26A9}">
      <dsp:nvSpPr>
        <dsp:cNvPr id="0" name=""/>
        <dsp:cNvSpPr/>
      </dsp:nvSpPr>
      <dsp:spPr>
        <a:xfrm>
          <a:off x="0" y="0"/>
          <a:ext cx="1854553" cy="1854553"/>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l="13315" r="11687" b="3"/>
          <a:stretch/>
        </a:blipFill>
        <a:ln>
          <a:noFill/>
        </a:ln>
        <a:effectLst/>
      </dsp:spPr>
      <dsp:style>
        <a:lnRef idx="0">
          <a:scrgbClr r="0" g="0" b="0"/>
        </a:lnRef>
        <a:fillRef idx="3">
          <a:scrgbClr r="0" g="0" b="0"/>
        </a:fillRef>
        <a:effectRef idx="2">
          <a:scrgbClr r="0" g="0" b="0"/>
        </a:effectRef>
        <a:fontRef idx="minor">
          <a:schemeClr val="lt1"/>
        </a:fontRef>
      </dsp:style>
    </dsp:sp>
    <dsp:sp modelId="{FECBCE3D-A9EE-4106-8C8F-6734A6D47105}">
      <dsp:nvSpPr>
        <dsp:cNvPr id="0" name=""/>
        <dsp:cNvSpPr/>
      </dsp:nvSpPr>
      <dsp:spPr>
        <a:xfrm>
          <a:off x="2034553" y="0"/>
          <a:ext cx="4155226" cy="3700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dirty="0"/>
            <a:t>Substitution Method</a:t>
          </a:r>
        </a:p>
      </dsp:txBody>
      <dsp:txXfrm>
        <a:off x="2034553" y="0"/>
        <a:ext cx="4155226" cy="370034"/>
      </dsp:txXfrm>
    </dsp:sp>
    <dsp:sp modelId="{407D9444-9F3B-4064-ACE2-F2FC540A130F}">
      <dsp:nvSpPr>
        <dsp:cNvPr id="0" name=""/>
        <dsp:cNvSpPr/>
      </dsp:nvSpPr>
      <dsp:spPr>
        <a:xfrm>
          <a:off x="2034553" y="370034"/>
          <a:ext cx="4155226" cy="14845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dirty="0"/>
            <a:t>Substitution replaces sensitive information with fictional but realistic values, preserving data format while protecting privacy.</a:t>
          </a:r>
        </a:p>
      </dsp:txBody>
      <dsp:txXfrm>
        <a:off x="2034553" y="370034"/>
        <a:ext cx="4155226" cy="1484518"/>
      </dsp:txXfrm>
    </dsp:sp>
    <dsp:sp modelId="{E579B0A6-CCF3-4317-A537-B0898AA63331}">
      <dsp:nvSpPr>
        <dsp:cNvPr id="0" name=""/>
        <dsp:cNvSpPr/>
      </dsp:nvSpPr>
      <dsp:spPr>
        <a:xfrm>
          <a:off x="0" y="2002917"/>
          <a:ext cx="1854553" cy="1854553"/>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l="25000" r="2" b="3"/>
          <a:stretch/>
        </a:blipFill>
        <a:ln>
          <a:noFill/>
        </a:ln>
        <a:effectLst/>
      </dsp:spPr>
      <dsp:style>
        <a:lnRef idx="0">
          <a:scrgbClr r="0" g="0" b="0"/>
        </a:lnRef>
        <a:fillRef idx="3">
          <a:scrgbClr r="0" g="0" b="0"/>
        </a:fillRef>
        <a:effectRef idx="2">
          <a:scrgbClr r="0" g="0" b="0"/>
        </a:effectRef>
        <a:fontRef idx="minor">
          <a:schemeClr val="lt1"/>
        </a:fontRef>
      </dsp:style>
    </dsp:sp>
    <dsp:sp modelId="{206F1714-DB6C-439D-8C59-1183E42FED4A}">
      <dsp:nvSpPr>
        <dsp:cNvPr id="0" name=""/>
        <dsp:cNvSpPr/>
      </dsp:nvSpPr>
      <dsp:spPr>
        <a:xfrm>
          <a:off x="2034553" y="2002917"/>
          <a:ext cx="4155226" cy="3700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dirty="0"/>
            <a:t>Shuffling Technique</a:t>
          </a:r>
        </a:p>
      </dsp:txBody>
      <dsp:txXfrm>
        <a:off x="2034553" y="2002917"/>
        <a:ext cx="4155226" cy="370034"/>
      </dsp:txXfrm>
    </dsp:sp>
    <dsp:sp modelId="{6B81CEBE-7834-4601-AB72-5F82A009CAB0}">
      <dsp:nvSpPr>
        <dsp:cNvPr id="0" name=""/>
        <dsp:cNvSpPr/>
      </dsp:nvSpPr>
      <dsp:spPr>
        <a:xfrm>
          <a:off x="2034553" y="2372952"/>
          <a:ext cx="4155226" cy="14845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dirty="0"/>
            <a:t>Shuffling randomly reorders data within a set, making it harder to link information to real individuals.</a:t>
          </a:r>
        </a:p>
      </dsp:txBody>
      <dsp:txXfrm>
        <a:off x="2034553" y="2372952"/>
        <a:ext cx="4155226" cy="1484518"/>
      </dsp:txXfrm>
    </dsp:sp>
    <dsp:sp modelId="{089EF9FD-9046-4BDE-9609-1AA9780BA2D7}">
      <dsp:nvSpPr>
        <dsp:cNvPr id="0" name=""/>
        <dsp:cNvSpPr/>
      </dsp:nvSpPr>
      <dsp:spPr>
        <a:xfrm>
          <a:off x="0" y="4005834"/>
          <a:ext cx="1854553" cy="1854553"/>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l="19180" r="27821" b="1"/>
          <a:stretch/>
        </a:blipFill>
        <a:ln>
          <a:noFill/>
        </a:ln>
        <a:effectLst/>
      </dsp:spPr>
      <dsp:style>
        <a:lnRef idx="0">
          <a:scrgbClr r="0" g="0" b="0"/>
        </a:lnRef>
        <a:fillRef idx="3">
          <a:scrgbClr r="0" g="0" b="0"/>
        </a:fillRef>
        <a:effectRef idx="2">
          <a:scrgbClr r="0" g="0" b="0"/>
        </a:effectRef>
        <a:fontRef idx="minor">
          <a:schemeClr val="lt1"/>
        </a:fontRef>
      </dsp:style>
    </dsp:sp>
    <dsp:sp modelId="{36CD5733-D801-4D87-8013-CEF9DAC41ADB}">
      <dsp:nvSpPr>
        <dsp:cNvPr id="0" name=""/>
        <dsp:cNvSpPr/>
      </dsp:nvSpPr>
      <dsp:spPr>
        <a:xfrm>
          <a:off x="2034553" y="4005834"/>
          <a:ext cx="4155226" cy="3700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dirty="0"/>
            <a:t>Character Scrambling</a:t>
          </a:r>
        </a:p>
      </dsp:txBody>
      <dsp:txXfrm>
        <a:off x="2034553" y="4005834"/>
        <a:ext cx="4155226" cy="370034"/>
      </dsp:txXfrm>
    </dsp:sp>
    <dsp:sp modelId="{B0D58FD0-A00F-4766-BDFD-98E7445565D1}">
      <dsp:nvSpPr>
        <dsp:cNvPr id="0" name=""/>
        <dsp:cNvSpPr/>
      </dsp:nvSpPr>
      <dsp:spPr>
        <a:xfrm>
          <a:off x="2034553" y="4375869"/>
          <a:ext cx="4155226" cy="14845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dirty="0"/>
            <a:t>Character scrambling mixes up characters within data fields, preventing easy identification of the original information.</a:t>
          </a:r>
        </a:p>
      </dsp:txBody>
      <dsp:txXfrm>
        <a:off x="2034553" y="4375869"/>
        <a:ext cx="4155226" cy="1484518"/>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B961D05-3591-40E2-8D36-4FAD74521860}">
      <dsp:nvSpPr>
        <dsp:cNvPr id="0" name=""/>
        <dsp:cNvSpPr/>
      </dsp:nvSpPr>
      <dsp:spPr>
        <a:xfrm>
          <a:off x="0" y="0"/>
          <a:ext cx="2407926" cy="5422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0320" rIns="20320" bIns="20320" numCol="1" spcCol="1270" anchor="t" anchorCtr="0">
          <a:noAutofit/>
        </a:bodyPr>
        <a:lstStyle/>
        <a:p>
          <a:pPr marL="0" lvl="0" indent="0" algn="l" defTabSz="711200">
            <a:lnSpc>
              <a:spcPct val="100000"/>
            </a:lnSpc>
            <a:spcBef>
              <a:spcPct val="0"/>
            </a:spcBef>
            <a:spcAft>
              <a:spcPct val="35000"/>
            </a:spcAft>
            <a:buNone/>
            <a:defRPr b="1"/>
          </a:pPr>
          <a:r>
            <a:rPr lang="en-US" sz="1600" b="1" i="0" kern="1200" dirty="0"/>
            <a:t>Protect Sensitive Financial Data</a:t>
          </a:r>
          <a:endParaRPr lang="en-US" sz="1600" b="1" kern="1200" dirty="0"/>
        </a:p>
      </dsp:txBody>
      <dsp:txXfrm>
        <a:off x="0" y="0"/>
        <a:ext cx="2407926" cy="542248"/>
      </dsp:txXfrm>
    </dsp:sp>
    <dsp:sp modelId="{BE7AC42D-C0FF-4160-B89A-0A24CDE95296}">
      <dsp:nvSpPr>
        <dsp:cNvPr id="0" name=""/>
        <dsp:cNvSpPr/>
      </dsp:nvSpPr>
      <dsp:spPr>
        <a:xfrm>
          <a:off x="0" y="542248"/>
          <a:ext cx="2407926" cy="37016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b="0" i="0" kern="1200" dirty="0"/>
            <a:t>Security testing protects sensitive financial data from breaches and fraud, preserving customer trust and bank integrity.</a:t>
          </a:r>
          <a:endParaRPr lang="en-US" sz="1400" kern="1200" dirty="0"/>
        </a:p>
      </dsp:txBody>
      <dsp:txXfrm>
        <a:off x="0" y="542248"/>
        <a:ext cx="2407926" cy="3701653"/>
      </dsp:txXfrm>
    </dsp:sp>
    <dsp:sp modelId="{F8703B35-0E46-4255-B65E-3511913BC454}">
      <dsp:nvSpPr>
        <dsp:cNvPr id="0" name=""/>
        <dsp:cNvSpPr/>
      </dsp:nvSpPr>
      <dsp:spPr>
        <a:xfrm>
          <a:off x="2648718" y="0"/>
          <a:ext cx="2407926" cy="5422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0320" rIns="20320" bIns="20320" numCol="1" spcCol="1270" anchor="t" anchorCtr="0">
          <a:noAutofit/>
        </a:bodyPr>
        <a:lstStyle/>
        <a:p>
          <a:pPr marL="0" lvl="0" indent="0" algn="l" defTabSz="711200">
            <a:lnSpc>
              <a:spcPct val="100000"/>
            </a:lnSpc>
            <a:spcBef>
              <a:spcPct val="0"/>
            </a:spcBef>
            <a:spcAft>
              <a:spcPct val="35000"/>
            </a:spcAft>
            <a:buNone/>
            <a:defRPr b="1"/>
          </a:pPr>
          <a:r>
            <a:rPr lang="en-US" sz="1600" b="1" i="0" kern="1200" dirty="0"/>
            <a:t>Validate Security Mechanisms</a:t>
          </a:r>
          <a:endParaRPr lang="en-US" sz="1600" b="1" kern="1200" dirty="0"/>
        </a:p>
      </dsp:txBody>
      <dsp:txXfrm>
        <a:off x="2648718" y="0"/>
        <a:ext cx="2407926" cy="542248"/>
      </dsp:txXfrm>
    </dsp:sp>
    <dsp:sp modelId="{46717C6A-1691-4587-8DD7-D230F741D2CB}">
      <dsp:nvSpPr>
        <dsp:cNvPr id="0" name=""/>
        <dsp:cNvSpPr/>
      </dsp:nvSpPr>
      <dsp:spPr>
        <a:xfrm>
          <a:off x="2648718" y="542248"/>
          <a:ext cx="2407926" cy="37016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b="0" i="0" kern="1200" dirty="0"/>
            <a:t>Testing verifies authentication, encryption, and access controls to ensure banking infrastructure resilience against threats.</a:t>
          </a:r>
          <a:endParaRPr lang="en-US" sz="1400" kern="1200" dirty="0"/>
        </a:p>
      </dsp:txBody>
      <dsp:txXfrm>
        <a:off x="2648718" y="542248"/>
        <a:ext cx="2407926" cy="3701653"/>
      </dsp:txXfrm>
    </dsp:sp>
    <dsp:sp modelId="{04DE8DE8-5CFE-416E-89E3-CE690DB31D5F}">
      <dsp:nvSpPr>
        <dsp:cNvPr id="0" name=""/>
        <dsp:cNvSpPr/>
      </dsp:nvSpPr>
      <dsp:spPr>
        <a:xfrm>
          <a:off x="5297437" y="0"/>
          <a:ext cx="2407926" cy="5422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0320" rIns="20320" bIns="20320" numCol="1" spcCol="1270" anchor="t" anchorCtr="0">
          <a:noAutofit/>
        </a:bodyPr>
        <a:lstStyle/>
        <a:p>
          <a:pPr marL="0" lvl="0" indent="0" algn="l" defTabSz="711200">
            <a:lnSpc>
              <a:spcPct val="100000"/>
            </a:lnSpc>
            <a:spcBef>
              <a:spcPct val="0"/>
            </a:spcBef>
            <a:spcAft>
              <a:spcPct val="35000"/>
            </a:spcAft>
            <a:buNone/>
            <a:defRPr b="1"/>
          </a:pPr>
          <a:r>
            <a:rPr lang="en-US" sz="1600" b="1" i="0" kern="1200" dirty="0"/>
            <a:t>Identify and Mitigate Vulnerabilities</a:t>
          </a:r>
          <a:endParaRPr lang="en-US" sz="1600" b="1" kern="1200" dirty="0"/>
        </a:p>
      </dsp:txBody>
      <dsp:txXfrm>
        <a:off x="5297437" y="0"/>
        <a:ext cx="2407926" cy="542248"/>
      </dsp:txXfrm>
    </dsp:sp>
    <dsp:sp modelId="{B3932E5B-D87C-476B-8B07-A6A7C25CC739}">
      <dsp:nvSpPr>
        <dsp:cNvPr id="0" name=""/>
        <dsp:cNvSpPr/>
      </dsp:nvSpPr>
      <dsp:spPr>
        <a:xfrm>
          <a:off x="5297437" y="542248"/>
          <a:ext cx="2407926" cy="37016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b="0" i="0" kern="1200" dirty="0"/>
            <a:t>Security testing uncovers vulnerabilities early, allowing mitigation before exploitation to safeguard reputation and stability</a:t>
          </a:r>
          <a:r>
            <a:rPr lang="en-US" sz="1100" b="0" i="0" kern="1200" dirty="0"/>
            <a:t>.</a:t>
          </a:r>
          <a:endParaRPr lang="en-US" sz="1100" kern="1200" dirty="0"/>
        </a:p>
      </dsp:txBody>
      <dsp:txXfrm>
        <a:off x="5297437" y="542248"/>
        <a:ext cx="2407926" cy="3701653"/>
      </dsp:txXfrm>
    </dsp:sp>
    <dsp:sp modelId="{03258D85-AA76-40FC-A529-83240F6DDB56}">
      <dsp:nvSpPr>
        <dsp:cNvPr id="0" name=""/>
        <dsp:cNvSpPr/>
      </dsp:nvSpPr>
      <dsp:spPr>
        <a:xfrm>
          <a:off x="7946156" y="0"/>
          <a:ext cx="2407926" cy="5422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0320" rIns="20320" bIns="20320" numCol="1" spcCol="1270" anchor="t" anchorCtr="0">
          <a:noAutofit/>
        </a:bodyPr>
        <a:lstStyle/>
        <a:p>
          <a:pPr marL="0" lvl="0" indent="0" algn="l" defTabSz="711200">
            <a:lnSpc>
              <a:spcPct val="100000"/>
            </a:lnSpc>
            <a:spcBef>
              <a:spcPct val="0"/>
            </a:spcBef>
            <a:spcAft>
              <a:spcPct val="35000"/>
            </a:spcAft>
            <a:buNone/>
            <a:defRPr b="1"/>
          </a:pPr>
          <a:r>
            <a:rPr lang="en-US" sz="1600" b="1" i="0" kern="1200" dirty="0"/>
            <a:t>Ensure Compliance and Continuity</a:t>
          </a:r>
          <a:endParaRPr lang="en-US" sz="1600" b="1" kern="1200" dirty="0"/>
        </a:p>
      </dsp:txBody>
      <dsp:txXfrm>
        <a:off x="7946156" y="0"/>
        <a:ext cx="2407926" cy="542248"/>
      </dsp:txXfrm>
    </dsp:sp>
    <dsp:sp modelId="{1FC5B006-A93C-444E-B218-1D4A52922EDE}">
      <dsp:nvSpPr>
        <dsp:cNvPr id="0" name=""/>
        <dsp:cNvSpPr/>
      </dsp:nvSpPr>
      <dsp:spPr>
        <a:xfrm>
          <a:off x="7946156" y="542248"/>
          <a:ext cx="2407926" cy="37016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b="0" i="0" kern="1200" dirty="0"/>
            <a:t>Testing supports regulatory compliance and operational continuity amidst growing cyber threats and digital transformation.</a:t>
          </a:r>
          <a:endParaRPr lang="en-US" sz="1400" kern="1200" dirty="0"/>
        </a:p>
      </dsp:txBody>
      <dsp:txXfrm>
        <a:off x="7946156" y="542248"/>
        <a:ext cx="2407926" cy="3701653"/>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249B8DA-816E-4CA9-B67E-D5001DC3C2BB}">
      <dsp:nvSpPr>
        <dsp:cNvPr id="0" name=""/>
        <dsp:cNvSpPr/>
      </dsp:nvSpPr>
      <dsp:spPr>
        <a:xfrm>
          <a:off x="0" y="0"/>
          <a:ext cx="2373213" cy="5441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0320" rIns="20320" bIns="20320" numCol="1" spcCol="1270" anchor="t" anchorCtr="0">
          <a:noAutofit/>
        </a:bodyPr>
        <a:lstStyle/>
        <a:p>
          <a:pPr marL="0" lvl="0" indent="0" algn="l" defTabSz="711200">
            <a:lnSpc>
              <a:spcPct val="100000"/>
            </a:lnSpc>
            <a:spcBef>
              <a:spcPct val="0"/>
            </a:spcBef>
            <a:spcAft>
              <a:spcPct val="35000"/>
            </a:spcAft>
            <a:buNone/>
            <a:defRPr b="1"/>
          </a:pPr>
          <a:r>
            <a:rPr lang="en-US" sz="1600" b="1" i="0" kern="1200" dirty="0"/>
            <a:t>Static Application Security Testing (SAST) </a:t>
          </a:r>
        </a:p>
      </dsp:txBody>
      <dsp:txXfrm>
        <a:off x="0" y="0"/>
        <a:ext cx="2373213" cy="544183"/>
      </dsp:txXfrm>
    </dsp:sp>
    <dsp:sp modelId="{7CE118B2-EFCF-4502-813C-513178ACD664}">
      <dsp:nvSpPr>
        <dsp:cNvPr id="0" name=""/>
        <dsp:cNvSpPr/>
      </dsp:nvSpPr>
      <dsp:spPr>
        <a:xfrm>
          <a:off x="0" y="544183"/>
          <a:ext cx="2373213" cy="35473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b="0" i="0" kern="1200" dirty="0"/>
            <a:t>SAST analyzes source code to detect vulnerabilities without running the software, ensuring early flaw detection.</a:t>
          </a:r>
        </a:p>
        <a:p>
          <a:pPr marL="0" lvl="0" indent="0" algn="l" defTabSz="622300">
            <a:lnSpc>
              <a:spcPct val="100000"/>
            </a:lnSpc>
            <a:spcBef>
              <a:spcPct val="0"/>
            </a:spcBef>
            <a:spcAft>
              <a:spcPct val="35000"/>
            </a:spcAft>
            <a:buNone/>
          </a:pPr>
          <a:endParaRPr lang="en-US" sz="1400" b="0" i="0" kern="1200" dirty="0"/>
        </a:p>
        <a:p>
          <a:pPr marL="0" lvl="0" indent="0" algn="l" defTabSz="622300">
            <a:lnSpc>
              <a:spcPct val="100000"/>
            </a:lnSpc>
            <a:spcBef>
              <a:spcPct val="0"/>
            </a:spcBef>
            <a:spcAft>
              <a:spcPct val="35000"/>
            </a:spcAft>
            <a:buNone/>
          </a:pPr>
          <a:r>
            <a:rPr lang="en-US" sz="1400" b="0" i="0" kern="1200" dirty="0"/>
            <a:t>Three Major SAST Scanning </a:t>
          </a:r>
          <a:endParaRPr lang="en-US" sz="1400" kern="1200" dirty="0"/>
        </a:p>
        <a:p>
          <a:pPr marL="0" lvl="0" indent="0" algn="l" defTabSz="622300">
            <a:lnSpc>
              <a:spcPct val="100000"/>
            </a:lnSpc>
            <a:spcBef>
              <a:spcPct val="0"/>
            </a:spcBef>
            <a:spcAft>
              <a:spcPct val="35000"/>
            </a:spcAft>
            <a:buNone/>
          </a:pPr>
          <a:r>
            <a:rPr lang="en-US" sz="1400" b="0" i="0" kern="1200" dirty="0">
              <a:solidFill>
                <a:prstClr val="black">
                  <a:hueOff val="0"/>
                  <a:satOff val="0"/>
                  <a:lumOff val="0"/>
                  <a:alphaOff val="0"/>
                </a:prstClr>
              </a:solidFill>
              <a:latin typeface="Aptos" panose="02110004020202020204"/>
              <a:ea typeface="+mn-ea"/>
              <a:cs typeface="+mn-cs"/>
            </a:rPr>
            <a:t>Application Scanning</a:t>
          </a:r>
        </a:p>
        <a:p>
          <a:pPr marL="0" lvl="0" indent="0" algn="l" defTabSz="622300">
            <a:lnSpc>
              <a:spcPct val="100000"/>
            </a:lnSpc>
            <a:spcBef>
              <a:spcPct val="0"/>
            </a:spcBef>
            <a:spcAft>
              <a:spcPct val="35000"/>
            </a:spcAft>
            <a:buNone/>
          </a:pPr>
          <a:r>
            <a:rPr lang="en-US" sz="1400" b="0" i="0" kern="1200" dirty="0">
              <a:solidFill>
                <a:prstClr val="black">
                  <a:hueOff val="0"/>
                  <a:satOff val="0"/>
                  <a:lumOff val="0"/>
                  <a:alphaOff val="0"/>
                </a:prstClr>
              </a:solidFill>
              <a:latin typeface="Aptos" panose="02110004020202020204"/>
              <a:ea typeface="+mn-ea"/>
              <a:cs typeface="+mn-cs"/>
            </a:rPr>
            <a:t>Open Source Scanning</a:t>
          </a:r>
        </a:p>
        <a:p>
          <a:pPr marL="0" lvl="0" indent="0" algn="l" defTabSz="622300">
            <a:lnSpc>
              <a:spcPct val="100000"/>
            </a:lnSpc>
            <a:spcBef>
              <a:spcPct val="0"/>
            </a:spcBef>
            <a:spcAft>
              <a:spcPct val="35000"/>
            </a:spcAft>
            <a:buNone/>
          </a:pPr>
          <a:r>
            <a:rPr lang="en-US" sz="1400" b="0" i="0" kern="1200" dirty="0">
              <a:solidFill>
                <a:prstClr val="black">
                  <a:hueOff val="0"/>
                  <a:satOff val="0"/>
                  <a:lumOff val="0"/>
                  <a:alphaOff val="0"/>
                </a:prstClr>
              </a:solidFill>
              <a:latin typeface="Aptos" panose="02110004020202020204"/>
              <a:ea typeface="+mn-ea"/>
              <a:cs typeface="+mn-cs"/>
            </a:rPr>
            <a:t>Container Scanning </a:t>
          </a:r>
        </a:p>
        <a:p>
          <a:pPr marL="0" lvl="0" indent="0" algn="l" defTabSz="622300">
            <a:lnSpc>
              <a:spcPct val="100000"/>
            </a:lnSpc>
            <a:spcBef>
              <a:spcPct val="0"/>
            </a:spcBef>
            <a:spcAft>
              <a:spcPct val="35000"/>
            </a:spcAft>
            <a:buNone/>
          </a:pPr>
          <a:endParaRPr lang="en-US" sz="1400" b="0" i="0" kern="1200" dirty="0">
            <a:solidFill>
              <a:prstClr val="black">
                <a:hueOff val="0"/>
                <a:satOff val="0"/>
                <a:lumOff val="0"/>
                <a:alphaOff val="0"/>
              </a:prstClr>
            </a:solidFill>
            <a:latin typeface="Aptos" panose="02110004020202020204"/>
            <a:ea typeface="+mn-ea"/>
            <a:cs typeface="+mn-cs"/>
          </a:endParaRPr>
        </a:p>
        <a:p>
          <a:pPr marL="0" lvl="0" indent="0" algn="l" defTabSz="622300">
            <a:lnSpc>
              <a:spcPct val="100000"/>
            </a:lnSpc>
            <a:spcBef>
              <a:spcPct val="0"/>
            </a:spcBef>
            <a:spcAft>
              <a:spcPct val="35000"/>
            </a:spcAft>
            <a:buNone/>
          </a:pPr>
          <a:endParaRPr lang="en-US" sz="1400" b="0" i="0" kern="1200" dirty="0">
            <a:solidFill>
              <a:prstClr val="black">
                <a:hueOff val="0"/>
                <a:satOff val="0"/>
                <a:lumOff val="0"/>
                <a:alphaOff val="0"/>
              </a:prstClr>
            </a:solidFill>
            <a:latin typeface="Aptos" panose="02110004020202020204"/>
            <a:ea typeface="+mn-ea"/>
            <a:cs typeface="+mn-cs"/>
          </a:endParaRPr>
        </a:p>
        <a:p>
          <a:pPr marL="0" lvl="0" indent="0" algn="l" defTabSz="622300">
            <a:lnSpc>
              <a:spcPct val="100000"/>
            </a:lnSpc>
            <a:spcBef>
              <a:spcPct val="0"/>
            </a:spcBef>
            <a:spcAft>
              <a:spcPct val="35000"/>
            </a:spcAft>
            <a:buNone/>
          </a:pPr>
          <a:endParaRPr lang="en-US" sz="1400" kern="1200" dirty="0"/>
        </a:p>
      </dsp:txBody>
      <dsp:txXfrm>
        <a:off x="0" y="544183"/>
        <a:ext cx="2373213" cy="3547318"/>
      </dsp:txXfrm>
    </dsp:sp>
    <dsp:sp modelId="{D2122387-2E58-42F5-B3F3-8D65EDD8A8B2}">
      <dsp:nvSpPr>
        <dsp:cNvPr id="0" name=""/>
        <dsp:cNvSpPr/>
      </dsp:nvSpPr>
      <dsp:spPr>
        <a:xfrm>
          <a:off x="2610534" y="0"/>
          <a:ext cx="2373213" cy="5441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0320" rIns="20320" bIns="20320" numCol="1" spcCol="1270" anchor="t" anchorCtr="0">
          <a:noAutofit/>
        </a:bodyPr>
        <a:lstStyle/>
        <a:p>
          <a:pPr marL="0" lvl="0" indent="0" algn="l" defTabSz="711200">
            <a:lnSpc>
              <a:spcPct val="100000"/>
            </a:lnSpc>
            <a:spcBef>
              <a:spcPct val="0"/>
            </a:spcBef>
            <a:spcAft>
              <a:spcPct val="35000"/>
            </a:spcAft>
            <a:buNone/>
            <a:defRPr b="1"/>
          </a:pPr>
          <a:r>
            <a:rPr lang="en-US" sz="1600" b="1" i="0" kern="1200" dirty="0"/>
            <a:t>Dynamic Application Security Testing (DAST)</a:t>
          </a:r>
          <a:endParaRPr lang="en-US" sz="1600" b="1" kern="1200" dirty="0"/>
        </a:p>
      </dsp:txBody>
      <dsp:txXfrm>
        <a:off x="2610534" y="0"/>
        <a:ext cx="2373213" cy="544183"/>
      </dsp:txXfrm>
    </dsp:sp>
    <dsp:sp modelId="{CDF0EECC-B225-41EB-A371-A95425BEA45F}">
      <dsp:nvSpPr>
        <dsp:cNvPr id="0" name=""/>
        <dsp:cNvSpPr/>
      </dsp:nvSpPr>
      <dsp:spPr>
        <a:xfrm>
          <a:off x="2610534" y="544183"/>
          <a:ext cx="2373213" cy="35473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b="0" i="0" kern="1200" dirty="0"/>
            <a:t>DAST tests running applications to identify security issues during execution, detecting runtime vulnerabilities.</a:t>
          </a:r>
          <a:endParaRPr lang="en-US" sz="1400" kern="1200" dirty="0"/>
        </a:p>
      </dsp:txBody>
      <dsp:txXfrm>
        <a:off x="2610534" y="544183"/>
        <a:ext cx="2373213" cy="3547318"/>
      </dsp:txXfrm>
    </dsp:sp>
    <dsp:sp modelId="{F0721FD1-4DA5-4B17-B0AD-9D5585E409A3}">
      <dsp:nvSpPr>
        <dsp:cNvPr id="0" name=""/>
        <dsp:cNvSpPr/>
      </dsp:nvSpPr>
      <dsp:spPr>
        <a:xfrm>
          <a:off x="5221069" y="0"/>
          <a:ext cx="2373213" cy="5441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0320" rIns="20320" bIns="20320" numCol="1" spcCol="1270" anchor="t" anchorCtr="0">
          <a:noAutofit/>
        </a:bodyPr>
        <a:lstStyle/>
        <a:p>
          <a:pPr marL="0" lvl="0" indent="0" algn="l" defTabSz="711200">
            <a:lnSpc>
              <a:spcPct val="100000"/>
            </a:lnSpc>
            <a:spcBef>
              <a:spcPct val="0"/>
            </a:spcBef>
            <a:spcAft>
              <a:spcPct val="35000"/>
            </a:spcAft>
            <a:buNone/>
            <a:defRPr b="1"/>
          </a:pPr>
          <a:r>
            <a:rPr lang="en-US" sz="1600" b="1" i="0" kern="1200" dirty="0"/>
            <a:t>Penetration Testing</a:t>
          </a:r>
          <a:endParaRPr lang="en-US" sz="1600" b="1" kern="1200" dirty="0"/>
        </a:p>
      </dsp:txBody>
      <dsp:txXfrm>
        <a:off x="5221069" y="0"/>
        <a:ext cx="2373213" cy="544183"/>
      </dsp:txXfrm>
    </dsp:sp>
    <dsp:sp modelId="{C34445F7-7F06-4A88-952D-A7735413994D}">
      <dsp:nvSpPr>
        <dsp:cNvPr id="0" name=""/>
        <dsp:cNvSpPr/>
      </dsp:nvSpPr>
      <dsp:spPr>
        <a:xfrm>
          <a:off x="5221069" y="544183"/>
          <a:ext cx="2373213" cy="35473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b="0" i="0" kern="1200" dirty="0"/>
            <a:t>Simulates real-world cyberattacks to uncover exploitable weaknesses and improve system defenses.</a:t>
          </a:r>
          <a:endParaRPr lang="en-US" sz="1400" kern="1200" dirty="0"/>
        </a:p>
      </dsp:txBody>
      <dsp:txXfrm>
        <a:off x="5221069" y="544183"/>
        <a:ext cx="2373213" cy="3547318"/>
      </dsp:txXfrm>
    </dsp:sp>
    <dsp:sp modelId="{345F4D80-B85B-4F58-9EFD-987A58D13455}">
      <dsp:nvSpPr>
        <dsp:cNvPr id="0" name=""/>
        <dsp:cNvSpPr/>
      </dsp:nvSpPr>
      <dsp:spPr>
        <a:xfrm>
          <a:off x="7831603" y="0"/>
          <a:ext cx="2373213" cy="5441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0320" rIns="20320" bIns="20320" numCol="1" spcCol="1270" anchor="t" anchorCtr="0">
          <a:noAutofit/>
        </a:bodyPr>
        <a:lstStyle/>
        <a:p>
          <a:pPr marL="0" lvl="0" indent="0" algn="l" defTabSz="711200">
            <a:lnSpc>
              <a:spcPct val="100000"/>
            </a:lnSpc>
            <a:spcBef>
              <a:spcPct val="0"/>
            </a:spcBef>
            <a:spcAft>
              <a:spcPct val="35000"/>
            </a:spcAft>
            <a:buNone/>
            <a:defRPr b="1"/>
          </a:pPr>
          <a:r>
            <a:rPr lang="en-US" sz="1600" b="1" i="0" kern="1200" dirty="0"/>
            <a:t>Compliance</a:t>
          </a:r>
          <a:endParaRPr lang="en-US" sz="1600" b="1" kern="1200" dirty="0"/>
        </a:p>
      </dsp:txBody>
      <dsp:txXfrm>
        <a:off x="7831603" y="0"/>
        <a:ext cx="2373213" cy="544183"/>
      </dsp:txXfrm>
    </dsp:sp>
    <dsp:sp modelId="{2EF44933-2169-4A37-8CB8-4D3C4231126A}">
      <dsp:nvSpPr>
        <dsp:cNvPr id="0" name=""/>
        <dsp:cNvSpPr/>
      </dsp:nvSpPr>
      <dsp:spPr>
        <a:xfrm>
          <a:off x="7831603" y="544183"/>
          <a:ext cx="2373213" cy="35473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b="0" i="0" kern="1200" dirty="0"/>
            <a:t>compliance testing ensures regulatory adherence like PCI DSS and GDPR.</a:t>
          </a:r>
          <a:endParaRPr lang="en-US" sz="1400" kern="1200" dirty="0"/>
        </a:p>
      </dsp:txBody>
      <dsp:txXfrm>
        <a:off x="7831603" y="544183"/>
        <a:ext cx="2373213" cy="3547318"/>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9785A16-E84C-4CDE-A0B2-1A8E229C26D9}">
      <dsp:nvSpPr>
        <dsp:cNvPr id="0" name=""/>
        <dsp:cNvSpPr/>
      </dsp:nvSpPr>
      <dsp:spPr>
        <a:xfrm>
          <a:off x="0" y="0"/>
          <a:ext cx="1854553" cy="1854553"/>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l="18201" r="25546" b="-6"/>
          <a:stretch/>
        </a:blipFill>
        <a:ln>
          <a:noFill/>
        </a:ln>
        <a:effectLst/>
      </dsp:spPr>
      <dsp:style>
        <a:lnRef idx="0">
          <a:scrgbClr r="0" g="0" b="0"/>
        </a:lnRef>
        <a:fillRef idx="3">
          <a:scrgbClr r="0" g="0" b="0"/>
        </a:fillRef>
        <a:effectRef idx="2">
          <a:scrgbClr r="0" g="0" b="0"/>
        </a:effectRef>
        <a:fontRef idx="minor">
          <a:schemeClr val="lt1"/>
        </a:fontRef>
      </dsp:style>
    </dsp:sp>
    <dsp:sp modelId="{C321A471-4164-4FC7-861E-54E9A3E37D1E}">
      <dsp:nvSpPr>
        <dsp:cNvPr id="0" name=""/>
        <dsp:cNvSpPr/>
      </dsp:nvSpPr>
      <dsp:spPr>
        <a:xfrm>
          <a:off x="2034553" y="0"/>
          <a:ext cx="4155226" cy="3700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dirty="0"/>
            <a:t>Vulnerability Detection</a:t>
          </a:r>
        </a:p>
      </dsp:txBody>
      <dsp:txXfrm>
        <a:off x="2034553" y="0"/>
        <a:ext cx="4155226" cy="370034"/>
      </dsp:txXfrm>
    </dsp:sp>
    <dsp:sp modelId="{6FB00B34-66CD-48F3-B5DD-47CC6B57E377}">
      <dsp:nvSpPr>
        <dsp:cNvPr id="0" name=""/>
        <dsp:cNvSpPr/>
      </dsp:nvSpPr>
      <dsp:spPr>
        <a:xfrm>
          <a:off x="2034553" y="370034"/>
          <a:ext cx="4155226" cy="14845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dirty="0"/>
            <a:t>Security scanning finds vulnerabilities in container images before deployment, helping prevent exploits and attacks in production.</a:t>
          </a:r>
        </a:p>
      </dsp:txBody>
      <dsp:txXfrm>
        <a:off x="2034553" y="370034"/>
        <a:ext cx="4155226" cy="1484518"/>
      </dsp:txXfrm>
    </dsp:sp>
    <dsp:sp modelId="{D0AE7B2E-5D64-490E-AF99-C856BC2D134E}">
      <dsp:nvSpPr>
        <dsp:cNvPr id="0" name=""/>
        <dsp:cNvSpPr/>
      </dsp:nvSpPr>
      <dsp:spPr>
        <a:xfrm>
          <a:off x="0" y="2002917"/>
          <a:ext cx="1854553" cy="1854553"/>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l="13102" r="20149" b="2"/>
          <a:stretch/>
        </a:blipFill>
        <a:ln>
          <a:noFill/>
        </a:ln>
        <a:effectLst/>
      </dsp:spPr>
      <dsp:style>
        <a:lnRef idx="0">
          <a:scrgbClr r="0" g="0" b="0"/>
        </a:lnRef>
        <a:fillRef idx="3">
          <a:scrgbClr r="0" g="0" b="0"/>
        </a:fillRef>
        <a:effectRef idx="2">
          <a:scrgbClr r="0" g="0" b="0"/>
        </a:effectRef>
        <a:fontRef idx="minor">
          <a:schemeClr val="lt1"/>
        </a:fontRef>
      </dsp:style>
    </dsp:sp>
    <dsp:sp modelId="{308F591E-763B-4E4A-97E6-89EF31F0425E}">
      <dsp:nvSpPr>
        <dsp:cNvPr id="0" name=""/>
        <dsp:cNvSpPr/>
      </dsp:nvSpPr>
      <dsp:spPr>
        <a:xfrm>
          <a:off x="2034553" y="2002917"/>
          <a:ext cx="4155226" cy="6195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dirty="0"/>
            <a:t>Automated Security Checks and Continuous Image Analysis</a:t>
          </a:r>
        </a:p>
      </dsp:txBody>
      <dsp:txXfrm>
        <a:off x="2034553" y="2002917"/>
        <a:ext cx="4155226" cy="619525"/>
      </dsp:txXfrm>
    </dsp:sp>
    <dsp:sp modelId="{635993A3-D48A-4D95-97D0-4E7AC6F9B1B2}">
      <dsp:nvSpPr>
        <dsp:cNvPr id="0" name=""/>
        <dsp:cNvSpPr/>
      </dsp:nvSpPr>
      <dsp:spPr>
        <a:xfrm>
          <a:off x="2034553" y="2622443"/>
          <a:ext cx="4155226" cy="12350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dirty="0"/>
            <a:t>Automated tools identify outdated components, misconfigurations, and known flaws to ensure secure container builds.</a:t>
          </a:r>
        </a:p>
      </dsp:txBody>
      <dsp:txXfrm>
        <a:off x="2034553" y="2622443"/>
        <a:ext cx="4155226" cy="1235027"/>
      </dsp:txXfrm>
    </dsp:sp>
    <dsp:sp modelId="{9F90774D-C1CC-4F9F-B8E3-181BC6A12222}">
      <dsp:nvSpPr>
        <dsp:cNvPr id="0" name=""/>
        <dsp:cNvSpPr/>
      </dsp:nvSpPr>
      <dsp:spPr>
        <a:xfrm>
          <a:off x="0" y="4005834"/>
          <a:ext cx="1854553" cy="1854553"/>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l="41359" r="2388" b="-6"/>
          <a:stretch/>
        </a:blipFill>
        <a:ln>
          <a:noFill/>
        </a:ln>
        <a:effectLst/>
      </dsp:spPr>
      <dsp:style>
        <a:lnRef idx="0">
          <a:scrgbClr r="0" g="0" b="0"/>
        </a:lnRef>
        <a:fillRef idx="3">
          <a:scrgbClr r="0" g="0" b="0"/>
        </a:fillRef>
        <a:effectRef idx="2">
          <a:scrgbClr r="0" g="0" b="0"/>
        </a:effectRef>
        <a:fontRef idx="minor">
          <a:schemeClr val="lt1"/>
        </a:fontRef>
      </dsp:style>
    </dsp:sp>
    <dsp:sp modelId="{E877BF5C-4F74-4E27-94A7-9031CCE86878}">
      <dsp:nvSpPr>
        <dsp:cNvPr id="0" name=""/>
        <dsp:cNvSpPr/>
      </dsp:nvSpPr>
      <dsp:spPr>
        <a:xfrm>
          <a:off x="2034553" y="4005834"/>
          <a:ext cx="4155226" cy="3700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dirty="0"/>
            <a:t>Major Container Scanning Tools</a:t>
          </a:r>
        </a:p>
      </dsp:txBody>
      <dsp:txXfrm>
        <a:off x="2034553" y="4005834"/>
        <a:ext cx="4155226" cy="370034"/>
      </dsp:txXfrm>
    </dsp:sp>
    <dsp:sp modelId="{C998ECAE-F184-43A3-80C8-A98E68A43E9D}">
      <dsp:nvSpPr>
        <dsp:cNvPr id="0" name=""/>
        <dsp:cNvSpPr/>
      </dsp:nvSpPr>
      <dsp:spPr>
        <a:xfrm>
          <a:off x="2034553" y="4375869"/>
          <a:ext cx="4155226" cy="14845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b="0" i="0" kern="1200" dirty="0"/>
            <a:t>Top container scanning tools include Sysdig Secure, Docker Scout that provide comprehensive security and runtime protection, often suited for large enterprises and DevOps</a:t>
          </a:r>
          <a:endParaRPr lang="en-US" sz="1400" kern="1200" dirty="0"/>
        </a:p>
      </dsp:txBody>
      <dsp:txXfrm>
        <a:off x="2034553" y="4375869"/>
        <a:ext cx="4155226" cy="1484518"/>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D2A360A-C3B0-4C0D-9EAB-2766A5D146F5}">
      <dsp:nvSpPr>
        <dsp:cNvPr id="0" name=""/>
        <dsp:cNvSpPr/>
      </dsp:nvSpPr>
      <dsp:spPr>
        <a:xfrm>
          <a:off x="0" y="0"/>
          <a:ext cx="1854553" cy="1854553"/>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l="11740" r="12254" b="-8"/>
          <a:stretch/>
        </a:blipFill>
        <a:ln>
          <a:noFill/>
        </a:ln>
        <a:effectLst/>
      </dsp:spPr>
      <dsp:style>
        <a:lnRef idx="0">
          <a:scrgbClr r="0" g="0" b="0"/>
        </a:lnRef>
        <a:fillRef idx="3">
          <a:scrgbClr r="0" g="0" b="0"/>
        </a:fillRef>
        <a:effectRef idx="2">
          <a:scrgbClr r="0" g="0" b="0"/>
        </a:effectRef>
        <a:fontRef idx="minor">
          <a:schemeClr val="lt1"/>
        </a:fontRef>
      </dsp:style>
    </dsp:sp>
    <dsp:sp modelId="{DB838DE3-19B0-499A-854B-F91563FDA9CD}">
      <dsp:nvSpPr>
        <dsp:cNvPr id="0" name=""/>
        <dsp:cNvSpPr/>
      </dsp:nvSpPr>
      <dsp:spPr>
        <a:xfrm>
          <a:off x="2034553" y="0"/>
          <a:ext cx="4155226" cy="3700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dirty="0"/>
            <a:t>Workflow Integration</a:t>
          </a:r>
        </a:p>
      </dsp:txBody>
      <dsp:txXfrm>
        <a:off x="2034553" y="0"/>
        <a:ext cx="4155226" cy="370034"/>
      </dsp:txXfrm>
    </dsp:sp>
    <dsp:sp modelId="{C75E4714-D13F-4A9A-A0E3-5BE723AD1717}">
      <dsp:nvSpPr>
        <dsp:cNvPr id="0" name=""/>
        <dsp:cNvSpPr/>
      </dsp:nvSpPr>
      <dsp:spPr>
        <a:xfrm>
          <a:off x="2034553" y="370034"/>
          <a:ext cx="4155226" cy="14845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dirty="0"/>
            <a:t>Integrating SAST tools into established development workflows and Pipelines can be difficult and may slow release cycles.</a:t>
          </a:r>
        </a:p>
      </dsp:txBody>
      <dsp:txXfrm>
        <a:off x="2034553" y="370034"/>
        <a:ext cx="4155226" cy="1484518"/>
      </dsp:txXfrm>
    </dsp:sp>
    <dsp:sp modelId="{97E2887C-D474-4D97-A801-048FC58879D9}">
      <dsp:nvSpPr>
        <dsp:cNvPr id="0" name=""/>
        <dsp:cNvSpPr/>
      </dsp:nvSpPr>
      <dsp:spPr>
        <a:xfrm>
          <a:off x="0" y="2002917"/>
          <a:ext cx="1854553" cy="1854553"/>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l="21975" r="14022" b="-5"/>
          <a:stretch/>
        </a:blipFill>
        <a:ln>
          <a:noFill/>
        </a:ln>
        <a:effectLst/>
      </dsp:spPr>
      <dsp:style>
        <a:lnRef idx="0">
          <a:scrgbClr r="0" g="0" b="0"/>
        </a:lnRef>
        <a:fillRef idx="3">
          <a:scrgbClr r="0" g="0" b="0"/>
        </a:fillRef>
        <a:effectRef idx="2">
          <a:scrgbClr r="0" g="0" b="0"/>
        </a:effectRef>
        <a:fontRef idx="minor">
          <a:schemeClr val="lt1"/>
        </a:fontRef>
      </dsp:style>
    </dsp:sp>
    <dsp:sp modelId="{8B99C920-7EBC-4FE1-848B-0EA744EE171D}">
      <dsp:nvSpPr>
        <dsp:cNvPr id="0" name=""/>
        <dsp:cNvSpPr/>
      </dsp:nvSpPr>
      <dsp:spPr>
        <a:xfrm>
          <a:off x="2034553" y="2002917"/>
          <a:ext cx="4155226" cy="3700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dirty="0"/>
            <a:t>Managing False Positives</a:t>
          </a:r>
        </a:p>
      </dsp:txBody>
      <dsp:txXfrm>
        <a:off x="2034553" y="2002917"/>
        <a:ext cx="4155226" cy="370034"/>
      </dsp:txXfrm>
    </dsp:sp>
    <dsp:sp modelId="{27E95C3F-21E1-4B14-B621-32275771D6EE}">
      <dsp:nvSpPr>
        <dsp:cNvPr id="0" name=""/>
        <dsp:cNvSpPr/>
      </dsp:nvSpPr>
      <dsp:spPr>
        <a:xfrm>
          <a:off x="2034553" y="2372952"/>
          <a:ext cx="4155226" cy="14845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dirty="0"/>
            <a:t>SAST tools often produce false positives, making it challenging for teams to priorities and address real security issues.</a:t>
          </a:r>
        </a:p>
      </dsp:txBody>
      <dsp:txXfrm>
        <a:off x="2034553" y="2372952"/>
        <a:ext cx="4155226" cy="1484518"/>
      </dsp:txXfrm>
    </dsp:sp>
    <dsp:sp modelId="{BEA9CEFB-2A36-44CB-A52C-C58A88BDA53C}">
      <dsp:nvSpPr>
        <dsp:cNvPr id="0" name=""/>
        <dsp:cNvSpPr/>
      </dsp:nvSpPr>
      <dsp:spPr>
        <a:xfrm>
          <a:off x="0" y="4005834"/>
          <a:ext cx="1854553" cy="1854553"/>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r="33251" b="2"/>
          <a:stretch/>
        </a:blipFill>
        <a:ln>
          <a:noFill/>
        </a:ln>
        <a:effectLst/>
      </dsp:spPr>
      <dsp:style>
        <a:lnRef idx="0">
          <a:scrgbClr r="0" g="0" b="0"/>
        </a:lnRef>
        <a:fillRef idx="3">
          <a:scrgbClr r="0" g="0" b="0"/>
        </a:fillRef>
        <a:effectRef idx="2">
          <a:scrgbClr r="0" g="0" b="0"/>
        </a:effectRef>
        <a:fontRef idx="minor">
          <a:schemeClr val="lt1"/>
        </a:fontRef>
      </dsp:style>
    </dsp:sp>
    <dsp:sp modelId="{AA568BC9-AD0F-4886-AD86-BA37CADF7F3D}">
      <dsp:nvSpPr>
        <dsp:cNvPr id="0" name=""/>
        <dsp:cNvSpPr/>
      </dsp:nvSpPr>
      <dsp:spPr>
        <a:xfrm>
          <a:off x="2034553" y="4005834"/>
          <a:ext cx="4155226" cy="3700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dirty="0"/>
            <a:t>Adapting to Evolving Codebases</a:t>
          </a:r>
        </a:p>
      </dsp:txBody>
      <dsp:txXfrm>
        <a:off x="2034553" y="4005834"/>
        <a:ext cx="4155226" cy="370034"/>
      </dsp:txXfrm>
    </dsp:sp>
    <dsp:sp modelId="{6240DBB6-4F18-49A7-BB44-ACB0D8FA5709}">
      <dsp:nvSpPr>
        <dsp:cNvPr id="0" name=""/>
        <dsp:cNvSpPr/>
      </dsp:nvSpPr>
      <dsp:spPr>
        <a:xfrm>
          <a:off x="2034553" y="4375869"/>
          <a:ext cx="4155226" cy="14845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dirty="0"/>
            <a:t>Rapidly changing codebases and new programming languages can reduce the effectiveness of SAST solutions.</a:t>
          </a:r>
        </a:p>
      </dsp:txBody>
      <dsp:txXfrm>
        <a:off x="2034553" y="4375869"/>
        <a:ext cx="4155226" cy="1484518"/>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35F09C-6701-409E-B374-A35B60C24DAD}">
      <dsp:nvSpPr>
        <dsp:cNvPr id="0" name=""/>
        <dsp:cNvSpPr/>
      </dsp:nvSpPr>
      <dsp:spPr>
        <a:xfrm>
          <a:off x="0" y="0"/>
          <a:ext cx="1854553" cy="1854553"/>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l="3056" r="21946" b="3"/>
          <a:stretch/>
        </a:blipFill>
        <a:ln>
          <a:noFill/>
        </a:ln>
        <a:effectLst/>
      </dsp:spPr>
      <dsp:style>
        <a:lnRef idx="0">
          <a:scrgbClr r="0" g="0" b="0"/>
        </a:lnRef>
        <a:fillRef idx="3">
          <a:scrgbClr r="0" g="0" b="0"/>
        </a:fillRef>
        <a:effectRef idx="2">
          <a:scrgbClr r="0" g="0" b="0"/>
        </a:effectRef>
        <a:fontRef idx="minor">
          <a:schemeClr val="lt1"/>
        </a:fontRef>
      </dsp:style>
    </dsp:sp>
    <dsp:sp modelId="{78A63A35-8F26-4B0B-B494-E6689710CF68}">
      <dsp:nvSpPr>
        <dsp:cNvPr id="0" name=""/>
        <dsp:cNvSpPr/>
      </dsp:nvSpPr>
      <dsp:spPr>
        <a:xfrm>
          <a:off x="2034553" y="0"/>
          <a:ext cx="4155226" cy="3700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dirty="0"/>
            <a:t>Purpose of PCI DSS</a:t>
          </a:r>
        </a:p>
      </dsp:txBody>
      <dsp:txXfrm>
        <a:off x="2034553" y="0"/>
        <a:ext cx="4155226" cy="370034"/>
      </dsp:txXfrm>
    </dsp:sp>
    <dsp:sp modelId="{5E063838-F81D-46A1-AC8E-AF32579B9E76}">
      <dsp:nvSpPr>
        <dsp:cNvPr id="0" name=""/>
        <dsp:cNvSpPr/>
      </dsp:nvSpPr>
      <dsp:spPr>
        <a:xfrm>
          <a:off x="2034553" y="370034"/>
          <a:ext cx="4155226" cy="14845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dirty="0"/>
            <a:t>PCI DSS is established to protect cardholder data from theft and breaches, ensuring safe transactions worldwide.</a:t>
          </a:r>
        </a:p>
      </dsp:txBody>
      <dsp:txXfrm>
        <a:off x="2034553" y="370034"/>
        <a:ext cx="4155226" cy="1484518"/>
      </dsp:txXfrm>
    </dsp:sp>
    <dsp:sp modelId="{0223A1CE-374A-4335-ACEA-54BFF55EB218}">
      <dsp:nvSpPr>
        <dsp:cNvPr id="0" name=""/>
        <dsp:cNvSpPr/>
      </dsp:nvSpPr>
      <dsp:spPr>
        <a:xfrm>
          <a:off x="0" y="2002917"/>
          <a:ext cx="1854553" cy="1854553"/>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l="25000" r="2" b="3"/>
          <a:stretch/>
        </a:blipFill>
        <a:ln>
          <a:noFill/>
        </a:ln>
        <a:effectLst/>
      </dsp:spPr>
      <dsp:style>
        <a:lnRef idx="0">
          <a:scrgbClr r="0" g="0" b="0"/>
        </a:lnRef>
        <a:fillRef idx="3">
          <a:scrgbClr r="0" g="0" b="0"/>
        </a:fillRef>
        <a:effectRef idx="2">
          <a:scrgbClr r="0" g="0" b="0"/>
        </a:effectRef>
        <a:fontRef idx="minor">
          <a:schemeClr val="lt1"/>
        </a:fontRef>
      </dsp:style>
    </dsp:sp>
    <dsp:sp modelId="{39804EE0-C509-47D9-9B6C-78E2CB4142E4}">
      <dsp:nvSpPr>
        <dsp:cNvPr id="0" name=""/>
        <dsp:cNvSpPr/>
      </dsp:nvSpPr>
      <dsp:spPr>
        <a:xfrm>
          <a:off x="2034553" y="2002917"/>
          <a:ext cx="4155226" cy="3700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dirty="0"/>
            <a:t>Security Requirements</a:t>
          </a:r>
        </a:p>
      </dsp:txBody>
      <dsp:txXfrm>
        <a:off x="2034553" y="2002917"/>
        <a:ext cx="4155226" cy="370034"/>
      </dsp:txXfrm>
    </dsp:sp>
    <dsp:sp modelId="{73C02DCB-8FE7-4BDE-9BA2-7D58CF6D8A72}">
      <dsp:nvSpPr>
        <dsp:cNvPr id="0" name=""/>
        <dsp:cNvSpPr/>
      </dsp:nvSpPr>
      <dsp:spPr>
        <a:xfrm>
          <a:off x="2034553" y="2372952"/>
          <a:ext cx="4155226" cy="14845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dirty="0"/>
            <a:t>The standard outlines strict requirements for security management, policies, and operational procedures to prevent data breaches.</a:t>
          </a:r>
        </a:p>
      </dsp:txBody>
      <dsp:txXfrm>
        <a:off x="2034553" y="2372952"/>
        <a:ext cx="4155226" cy="1484518"/>
      </dsp:txXfrm>
    </dsp:sp>
    <dsp:sp modelId="{6B0E272B-2411-44C3-B577-2123BB767F55}">
      <dsp:nvSpPr>
        <dsp:cNvPr id="0" name=""/>
        <dsp:cNvSpPr/>
      </dsp:nvSpPr>
      <dsp:spPr>
        <a:xfrm>
          <a:off x="0" y="4005834"/>
          <a:ext cx="1854553" cy="1854553"/>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l="34138" r="7358" b="-6"/>
          <a:stretch/>
        </a:blipFill>
        <a:ln>
          <a:noFill/>
        </a:ln>
        <a:effectLst/>
      </dsp:spPr>
      <dsp:style>
        <a:lnRef idx="0">
          <a:scrgbClr r="0" g="0" b="0"/>
        </a:lnRef>
        <a:fillRef idx="3">
          <a:scrgbClr r="0" g="0" b="0"/>
        </a:fillRef>
        <a:effectRef idx="2">
          <a:scrgbClr r="0" g="0" b="0"/>
        </a:effectRef>
        <a:fontRef idx="minor">
          <a:schemeClr val="lt1"/>
        </a:fontRef>
      </dsp:style>
    </dsp:sp>
    <dsp:sp modelId="{9D0020F2-EC82-4494-A3BB-6AC52EAE5045}">
      <dsp:nvSpPr>
        <dsp:cNvPr id="0" name=""/>
        <dsp:cNvSpPr/>
      </dsp:nvSpPr>
      <dsp:spPr>
        <a:xfrm>
          <a:off x="2034553" y="4005834"/>
          <a:ext cx="4155226" cy="3700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dirty="0"/>
            <a:t>Mandatory Compliance</a:t>
          </a:r>
        </a:p>
      </dsp:txBody>
      <dsp:txXfrm>
        <a:off x="2034553" y="4005834"/>
        <a:ext cx="4155226" cy="370034"/>
      </dsp:txXfrm>
    </dsp:sp>
    <dsp:sp modelId="{1010BFD8-4B2D-4481-A4AA-18FAD2455FB1}">
      <dsp:nvSpPr>
        <dsp:cNvPr id="0" name=""/>
        <dsp:cNvSpPr/>
      </dsp:nvSpPr>
      <dsp:spPr>
        <a:xfrm>
          <a:off x="2034553" y="4375869"/>
          <a:ext cx="4155226" cy="14845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dirty="0"/>
            <a:t>All organizations handling payment card information must comply with PCI DSS, safeguarding transactions and building customer trust.</a:t>
          </a:r>
        </a:p>
      </dsp:txBody>
      <dsp:txXfrm>
        <a:off x="2034553" y="4375869"/>
        <a:ext cx="4155226" cy="1484518"/>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F904305-1465-4842-8EE4-D6A075CB2021}">
      <dsp:nvSpPr>
        <dsp:cNvPr id="0" name=""/>
        <dsp:cNvSpPr/>
      </dsp:nvSpPr>
      <dsp:spPr>
        <a:xfrm>
          <a:off x="0" y="0"/>
          <a:ext cx="1854553" cy="1854553"/>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l="13189" r="20558" b="-4"/>
          <a:stretch/>
        </a:blipFill>
        <a:ln>
          <a:noFill/>
        </a:ln>
        <a:effectLst/>
      </dsp:spPr>
      <dsp:style>
        <a:lnRef idx="0">
          <a:scrgbClr r="0" g="0" b="0"/>
        </a:lnRef>
        <a:fillRef idx="3">
          <a:scrgbClr r="0" g="0" b="0"/>
        </a:fillRef>
        <a:effectRef idx="2">
          <a:scrgbClr r="0" g="0" b="0"/>
        </a:effectRef>
        <a:fontRef idx="minor">
          <a:schemeClr val="lt1"/>
        </a:fontRef>
      </dsp:style>
    </dsp:sp>
    <dsp:sp modelId="{553B6370-0297-4F91-8296-370B22D50364}">
      <dsp:nvSpPr>
        <dsp:cNvPr id="0" name=""/>
        <dsp:cNvSpPr/>
      </dsp:nvSpPr>
      <dsp:spPr>
        <a:xfrm>
          <a:off x="2034553" y="0"/>
          <a:ext cx="4155226" cy="3700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dirty="0"/>
            <a:t>Types of PII Data</a:t>
          </a:r>
        </a:p>
      </dsp:txBody>
      <dsp:txXfrm>
        <a:off x="2034553" y="0"/>
        <a:ext cx="4155226" cy="370034"/>
      </dsp:txXfrm>
    </dsp:sp>
    <dsp:sp modelId="{715E1EC7-B4A1-49CF-A7C4-AADC8EE6F898}">
      <dsp:nvSpPr>
        <dsp:cNvPr id="0" name=""/>
        <dsp:cNvSpPr/>
      </dsp:nvSpPr>
      <dsp:spPr>
        <a:xfrm>
          <a:off x="2034553" y="370034"/>
          <a:ext cx="4155226" cy="14845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dirty="0"/>
            <a:t>PII includes information like full name, address, date of birth, and contact details, which can identify individuals.</a:t>
          </a:r>
        </a:p>
      </dsp:txBody>
      <dsp:txXfrm>
        <a:off x="2034553" y="370034"/>
        <a:ext cx="4155226" cy="1484518"/>
      </dsp:txXfrm>
    </dsp:sp>
    <dsp:sp modelId="{4AD60B2B-A0E9-4867-942F-2B82EECCB68C}">
      <dsp:nvSpPr>
        <dsp:cNvPr id="0" name=""/>
        <dsp:cNvSpPr/>
      </dsp:nvSpPr>
      <dsp:spPr>
        <a:xfrm>
          <a:off x="0" y="2002917"/>
          <a:ext cx="1854553" cy="1854553"/>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l="18030" r="15221" b="2"/>
          <a:stretch/>
        </a:blipFill>
        <a:ln>
          <a:noFill/>
        </a:ln>
        <a:effectLst/>
      </dsp:spPr>
      <dsp:style>
        <a:lnRef idx="0">
          <a:scrgbClr r="0" g="0" b="0"/>
        </a:lnRef>
        <a:fillRef idx="3">
          <a:scrgbClr r="0" g="0" b="0"/>
        </a:fillRef>
        <a:effectRef idx="2">
          <a:scrgbClr r="0" g="0" b="0"/>
        </a:effectRef>
        <a:fontRef idx="minor">
          <a:schemeClr val="lt1"/>
        </a:fontRef>
      </dsp:style>
    </dsp:sp>
    <dsp:sp modelId="{71D9C839-62B3-465E-A8F8-AA388F14D83D}">
      <dsp:nvSpPr>
        <dsp:cNvPr id="0" name=""/>
        <dsp:cNvSpPr/>
      </dsp:nvSpPr>
      <dsp:spPr>
        <a:xfrm>
          <a:off x="2034553" y="2002917"/>
          <a:ext cx="4155226" cy="3700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dirty="0"/>
            <a:t>Sensitive Identifiers</a:t>
          </a:r>
        </a:p>
      </dsp:txBody>
      <dsp:txXfrm>
        <a:off x="2034553" y="2002917"/>
        <a:ext cx="4155226" cy="370034"/>
      </dsp:txXfrm>
    </dsp:sp>
    <dsp:sp modelId="{63A6AED1-FBE8-46A5-B37E-F4DDD60DF3AC}">
      <dsp:nvSpPr>
        <dsp:cNvPr id="0" name=""/>
        <dsp:cNvSpPr/>
      </dsp:nvSpPr>
      <dsp:spPr>
        <a:xfrm>
          <a:off x="2034553" y="2372952"/>
          <a:ext cx="4155226" cy="14845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dirty="0"/>
            <a:t>National insurance numbers, passport details, and similar identifiers are sensitive and require special protection under regulations.</a:t>
          </a:r>
        </a:p>
      </dsp:txBody>
      <dsp:txXfrm>
        <a:off x="2034553" y="2372952"/>
        <a:ext cx="4155226" cy="1484518"/>
      </dsp:txXfrm>
    </dsp:sp>
    <dsp:sp modelId="{89E18E1B-E5E9-41DD-97EE-952D168DBCF8}">
      <dsp:nvSpPr>
        <dsp:cNvPr id="0" name=""/>
        <dsp:cNvSpPr/>
      </dsp:nvSpPr>
      <dsp:spPr>
        <a:xfrm>
          <a:off x="0" y="4005834"/>
          <a:ext cx="1854553" cy="1854553"/>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r="33251" b="2"/>
          <a:stretch/>
        </a:blipFill>
        <a:ln>
          <a:noFill/>
        </a:ln>
        <a:effectLst/>
      </dsp:spPr>
      <dsp:style>
        <a:lnRef idx="0">
          <a:scrgbClr r="0" g="0" b="0"/>
        </a:lnRef>
        <a:fillRef idx="3">
          <a:scrgbClr r="0" g="0" b="0"/>
        </a:fillRef>
        <a:effectRef idx="2">
          <a:scrgbClr r="0" g="0" b="0"/>
        </a:effectRef>
        <a:fontRef idx="minor">
          <a:schemeClr val="lt1"/>
        </a:fontRef>
      </dsp:style>
    </dsp:sp>
    <dsp:sp modelId="{BB761FB5-5A52-40B3-A855-481A8CFB82BD}">
      <dsp:nvSpPr>
        <dsp:cNvPr id="0" name=""/>
        <dsp:cNvSpPr/>
      </dsp:nvSpPr>
      <dsp:spPr>
        <a:xfrm>
          <a:off x="2034553" y="4005834"/>
          <a:ext cx="4155226" cy="3700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dirty="0"/>
            <a:t>Importance of Protecting PII</a:t>
          </a:r>
        </a:p>
      </dsp:txBody>
      <dsp:txXfrm>
        <a:off x="2034553" y="4005834"/>
        <a:ext cx="4155226" cy="370034"/>
      </dsp:txXfrm>
    </dsp:sp>
    <dsp:sp modelId="{5F61ED17-D379-4F39-BADE-4FA1EBD98C7A}">
      <dsp:nvSpPr>
        <dsp:cNvPr id="0" name=""/>
        <dsp:cNvSpPr/>
      </dsp:nvSpPr>
      <dsp:spPr>
        <a:xfrm>
          <a:off x="2034553" y="4375869"/>
          <a:ext cx="4155226" cy="14845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dirty="0"/>
            <a:t>Safeguarding PII prevents identity theft, unauthorized access, and ensures compliance with data protection regulations.</a:t>
          </a:r>
        </a:p>
      </dsp:txBody>
      <dsp:txXfrm>
        <a:off x="2034553" y="4375869"/>
        <a:ext cx="4155226" cy="1484518"/>
      </dsp:txXfrm>
    </dsp:sp>
  </dsp:spTree>
</dsp:drawing>
</file>

<file path=ppt/diagrams/layout1.xml><?xml version="1.0" encoding="utf-8"?>
<dgm:layoutDef xmlns:dgm="http://schemas.openxmlformats.org/drawingml/2006/diagram" xmlns:a="http://schemas.openxmlformats.org/drawingml/2006/main" uniqueId="urn:microsoft.com/office/officeart/2024/3/layout/verticalVisualTextBlock1">
  <dgm:title val="Vertical Visual Text Blocks"/>
  <dgm:desc val="Pictures with short bits of text with formatted headers. Use as an easier-to-read alternative to a bulleted list."/>
  <dgm:catLst>
    <dgm:cat type="picture" pri="1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Root">
    <dgm:varLst>
      <dgm:dir/>
      <dgm:resizeHandles val="exact"/>
    </dgm:varLst>
    <dgm:choose name="BasedOnLanguageDirection">
      <dgm:if name="LeftToRight" func="var" arg="dir" op="equ" val="norm">
        <dgm:alg type="lin">
          <dgm:param type="linDir" val="fromT"/>
          <dgm:param type="vertAlign" val="t"/>
          <dgm:param type="horzAlign" val="l"/>
        </dgm:alg>
      </dgm:if>
      <dgm:else name="RightToLeft">
        <dgm:alg type="lin">
          <dgm:param type="linDir" val="fromT"/>
          <dgm:param type="vertAlign" val="t"/>
          <dgm:param type="horzAlign" val="r"/>
        </dgm:alg>
      </dgm:else>
    </dgm:choose>
    <dgm:presOf/>
    <dgm:constrLst>
      <dgm:constr type="primFontSz" for="des" forName="Subtitle" op="equ" val="18"/>
      <dgm:constr type="primFontSz" for="des" forName="Description" refType="primFontSz" refFor="des" refForName="Subtitle" op="equ" fact="0.77"/>
      <dgm:constr type="w" for="ch" forName="Composite" refType="w"/>
      <dgm:constr type="h" for="ch" forName="Composite" refType="h"/>
      <dgm:constr type="h" for="ch" forName="sibTrans" refType="h" refFor="ch" refForName="Composite" fact="0.08"/>
      <dgm:constr type="sp" refType="w" refFor="ch" refForName="Composite" op="equ" fact="0.1"/>
    </dgm:constrLst>
    <dgm:ruleLst/>
    <dgm:forEach name="DirectChildrenOfRoot" axis="ch" ptType="node">
      <dgm:layoutNode name="Composite">
        <dgm:alg type="composite"/>
        <dgm:shape xmlns:r="http://schemas.openxmlformats.org/officeDocument/2006/relationships" r:blip="">
          <dgm:adjLst/>
        </dgm:shape>
        <dgm:presOf/>
        <dgm:constrLst>
          <dgm:constr type="w" for="ch" forName="Picture" refType="w" fact="0.335"/>
          <dgm:constr type="h" for="ch" forName="Picture" refType="w" refFor="ch" refForName="Picture" op="equ"/>
          <dgm:constr type="h" for="ch" forName="Picture" refType="h" op="lte"/>
          <dgm:constr type="l" for="ch" forName="Subtitle" refType="r" refFor="ch" refForName="Picture"/>
          <dgm:constr type="lOff" for="ch" forName="Subtitle" val="5"/>
          <dgm:constr type="h" for="ch" forName="Subtitle" refType="h" fact="0.1"/>
          <dgm:constr type="t" for="ch" forName="Description" refType="b" refFor="ch" refForName="Subtitle"/>
          <dgm:constr type="l" for="ch" forName="Description" refType="r" refFor="ch" refForName="Picture"/>
          <dgm:constr type="lOff" for="ch" forName="Description" val="5"/>
        </dgm:constrLst>
        <dgm:ruleLst/>
        <dgm:layoutNode name="Picture" styleLbl="node1">
          <dgm:alg type="sp"/>
          <dgm:shape xmlns:r="http://schemas.openxmlformats.org/officeDocument/2006/relationships" type="rect" r:blip="" blipPhldr="1">
            <dgm:adjLst/>
          </dgm:shape>
          <dgm:presOf/>
          <dgm:constrLst/>
          <dgm:ruleLst/>
        </dgm:layoutNode>
        <dgm:layoutNode name="Subtitle"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SubtitleConstraintsBasedOnLanguageDirection">
            <dgm:if name="SubtitleIsLeftToRight" func="var" arg="dir" op="equ" val="norm">
              <dgm:constrLst>
                <dgm:constr type="h" refType="w" op="lte" fact="0.4"/>
                <dgm:constr type="lMarg"/>
                <dgm:constr type="rMarg" refType="primFontSz" fact="0.1"/>
                <dgm:constr type="tMarg" refType="primFontSz" fact="0.1"/>
                <dgm:constr type="bMarg" refType="primFontSz" fact="0.1"/>
              </dgm:constrLst>
            </dgm:if>
            <dgm:else name="SubtitleIsRightToLeft">
              <dgm:constrLst>
                <dgm:constr type="h" refType="w" op="lte" fact="0.4"/>
                <dgm:constr type="rMarg"/>
                <dgm:constr type="lMarg" refType="primFontSz" fact="0.1"/>
                <dgm:constr type="tMarg" refType="primFontSz" fact="0.1"/>
                <dgm:constr type="bMarg" refType="primFontSz" fact="0.1"/>
              </dgm:constrLst>
            </dgm:else>
          </dgm:choose>
          <dgm:ruleLst>
            <dgm:rule type="h" val="INF" fact="NaN" max="NaN"/>
            <dgm:rule type="primFontSz" val="5" fact="NaN" max="NaN"/>
          </dgm:ruleLst>
        </dgm:layoutNode>
        <dgm:layoutNode name="Description"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DescriptionConstraintsBasedOnLanguageDirection">
            <dgm:if name="DescriptionIsLeftToRight" func="var" arg="dir" op="equ" val="norm">
              <dgm:constrLst>
                <dgm:constr type="lMarg"/>
                <dgm:constr type="rMarg" refType="primFontSz" fact="0.1"/>
                <dgm:constr type="tMarg" refType="primFontSz" fact="0.1"/>
                <dgm:constr type="bMarg" refType="primFontSz" fact="0.1"/>
              </dgm:constrLst>
            </dgm:if>
            <dgm:else name="DescriptionIsRightToLeft">
              <dgm:constrLst>
                <dgm:constr type="lMarg" refType="primFontSz" fact="0.1"/>
                <dgm:constr type="rMarg"/>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24/3/layout/verticalVisualTextBlock1">
  <dgm:title val="Vertical Visual Text Blocks"/>
  <dgm:desc val="Pictures with short bits of text with formatted headers. Use as an easier-to-read alternative to a bulleted list."/>
  <dgm:catLst>
    <dgm:cat type="picture" pri="1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Root">
    <dgm:varLst>
      <dgm:dir/>
      <dgm:resizeHandles val="exact"/>
    </dgm:varLst>
    <dgm:choose name="BasedOnLanguageDirection">
      <dgm:if name="LeftToRight" func="var" arg="dir" op="equ" val="norm">
        <dgm:alg type="lin">
          <dgm:param type="linDir" val="fromT"/>
          <dgm:param type="vertAlign" val="t"/>
          <dgm:param type="horzAlign" val="l"/>
        </dgm:alg>
      </dgm:if>
      <dgm:else name="RightToLeft">
        <dgm:alg type="lin">
          <dgm:param type="linDir" val="fromT"/>
          <dgm:param type="vertAlign" val="t"/>
          <dgm:param type="horzAlign" val="r"/>
        </dgm:alg>
      </dgm:else>
    </dgm:choose>
    <dgm:presOf/>
    <dgm:constrLst>
      <dgm:constr type="primFontSz" for="des" forName="Subtitle" op="equ" val="18"/>
      <dgm:constr type="primFontSz" for="des" forName="Description" refType="primFontSz" refFor="des" refForName="Subtitle" op="equ" fact="0.77"/>
      <dgm:constr type="w" for="ch" forName="Composite" refType="w"/>
      <dgm:constr type="h" for="ch" forName="Composite" refType="h"/>
      <dgm:constr type="h" for="ch" forName="sibTrans" refType="h" refFor="ch" refForName="Composite" fact="0.08"/>
      <dgm:constr type="sp" refType="w" refFor="ch" refForName="Composite" op="equ" fact="0.1"/>
    </dgm:constrLst>
    <dgm:ruleLst/>
    <dgm:forEach name="DirectChildrenOfRoot" axis="ch" ptType="node">
      <dgm:layoutNode name="Composite">
        <dgm:alg type="composite"/>
        <dgm:shape xmlns:r="http://schemas.openxmlformats.org/officeDocument/2006/relationships" r:blip="">
          <dgm:adjLst/>
        </dgm:shape>
        <dgm:presOf/>
        <dgm:constrLst>
          <dgm:constr type="w" for="ch" forName="Picture" refType="w" fact="0.335"/>
          <dgm:constr type="h" for="ch" forName="Picture" refType="w" refFor="ch" refForName="Picture" op="equ"/>
          <dgm:constr type="h" for="ch" forName="Picture" refType="h" op="lte"/>
          <dgm:constr type="l" for="ch" forName="Subtitle" refType="r" refFor="ch" refForName="Picture"/>
          <dgm:constr type="lOff" for="ch" forName="Subtitle" val="5"/>
          <dgm:constr type="h" for="ch" forName="Subtitle" refType="h" fact="0.1"/>
          <dgm:constr type="t" for="ch" forName="Description" refType="b" refFor="ch" refForName="Subtitle"/>
          <dgm:constr type="l" for="ch" forName="Description" refType="r" refFor="ch" refForName="Picture"/>
          <dgm:constr type="lOff" for="ch" forName="Description" val="5"/>
        </dgm:constrLst>
        <dgm:ruleLst/>
        <dgm:layoutNode name="Picture" styleLbl="node1">
          <dgm:alg type="sp"/>
          <dgm:shape xmlns:r="http://schemas.openxmlformats.org/officeDocument/2006/relationships" type="rect" r:blip="" blipPhldr="1">
            <dgm:adjLst/>
          </dgm:shape>
          <dgm:presOf/>
          <dgm:constrLst/>
          <dgm:ruleLst/>
        </dgm:layoutNode>
        <dgm:layoutNode name="Subtitle"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SubtitleConstraintsBasedOnLanguageDirection">
            <dgm:if name="SubtitleIsLeftToRight" func="var" arg="dir" op="equ" val="norm">
              <dgm:constrLst>
                <dgm:constr type="h" refType="w" op="lte" fact="0.4"/>
                <dgm:constr type="lMarg"/>
                <dgm:constr type="rMarg" refType="primFontSz" fact="0.1"/>
                <dgm:constr type="tMarg" refType="primFontSz" fact="0.1"/>
                <dgm:constr type="bMarg" refType="primFontSz" fact="0.1"/>
              </dgm:constrLst>
            </dgm:if>
            <dgm:else name="SubtitleIsRightToLeft">
              <dgm:constrLst>
                <dgm:constr type="h" refType="w" op="lte" fact="0.4"/>
                <dgm:constr type="rMarg"/>
                <dgm:constr type="lMarg" refType="primFontSz" fact="0.1"/>
                <dgm:constr type="tMarg" refType="primFontSz" fact="0.1"/>
                <dgm:constr type="bMarg" refType="primFontSz" fact="0.1"/>
              </dgm:constrLst>
            </dgm:else>
          </dgm:choose>
          <dgm:ruleLst>
            <dgm:rule type="h" val="INF" fact="NaN" max="NaN"/>
            <dgm:rule type="primFontSz" val="5" fact="NaN" max="NaN"/>
          </dgm:ruleLst>
        </dgm:layoutNode>
        <dgm:layoutNode name="Description"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DescriptionConstraintsBasedOnLanguageDirection">
            <dgm:if name="DescriptionIsLeftToRight" func="var" arg="dir" op="equ" val="norm">
              <dgm:constrLst>
                <dgm:constr type="lMarg"/>
                <dgm:constr type="rMarg" refType="primFontSz" fact="0.1"/>
                <dgm:constr type="tMarg" refType="primFontSz" fact="0.1"/>
                <dgm:constr type="bMarg" refType="primFontSz" fact="0.1"/>
              </dgm:constrLst>
            </dgm:if>
            <dgm:else name="DescriptionIsRightToLeft">
              <dgm:constrLst>
                <dgm:constr type="lMarg" refType="primFontSz" fact="0.1"/>
                <dgm:constr type="rMarg"/>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24/3/layout/verticalVisualTextBlock1">
  <dgm:title val="Vertical Visual Text Blocks"/>
  <dgm:desc val="Pictures with short bits of text with formatted headers. Use as an easier-to-read alternative to a bulleted list."/>
  <dgm:catLst>
    <dgm:cat type="picture" pri="1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Root">
    <dgm:varLst>
      <dgm:dir/>
      <dgm:resizeHandles val="exact"/>
    </dgm:varLst>
    <dgm:choose name="BasedOnLanguageDirection">
      <dgm:if name="LeftToRight" func="var" arg="dir" op="equ" val="norm">
        <dgm:alg type="lin">
          <dgm:param type="linDir" val="fromT"/>
          <dgm:param type="vertAlign" val="t"/>
          <dgm:param type="horzAlign" val="l"/>
        </dgm:alg>
      </dgm:if>
      <dgm:else name="RightToLeft">
        <dgm:alg type="lin">
          <dgm:param type="linDir" val="fromT"/>
          <dgm:param type="vertAlign" val="t"/>
          <dgm:param type="horzAlign" val="r"/>
        </dgm:alg>
      </dgm:else>
    </dgm:choose>
    <dgm:presOf/>
    <dgm:constrLst>
      <dgm:constr type="primFontSz" for="des" forName="Subtitle" op="equ" val="18"/>
      <dgm:constr type="primFontSz" for="des" forName="Description" refType="primFontSz" refFor="des" refForName="Subtitle" op="equ" fact="0.77"/>
      <dgm:constr type="w" for="ch" forName="Composite" refType="w"/>
      <dgm:constr type="h" for="ch" forName="Composite" refType="h"/>
      <dgm:constr type="h" for="ch" forName="sibTrans" refType="h" refFor="ch" refForName="Composite" fact="0.08"/>
      <dgm:constr type="sp" refType="w" refFor="ch" refForName="Composite" op="equ" fact="0.1"/>
    </dgm:constrLst>
    <dgm:ruleLst/>
    <dgm:forEach name="DirectChildrenOfRoot" axis="ch" ptType="node">
      <dgm:layoutNode name="Composite">
        <dgm:alg type="composite"/>
        <dgm:shape xmlns:r="http://schemas.openxmlformats.org/officeDocument/2006/relationships" r:blip="">
          <dgm:adjLst/>
        </dgm:shape>
        <dgm:presOf/>
        <dgm:constrLst>
          <dgm:constr type="w" for="ch" forName="Picture" refType="w" fact="0.335"/>
          <dgm:constr type="h" for="ch" forName="Picture" refType="w" refFor="ch" refForName="Picture" op="equ"/>
          <dgm:constr type="h" for="ch" forName="Picture" refType="h" op="lte"/>
          <dgm:constr type="l" for="ch" forName="Subtitle" refType="r" refFor="ch" refForName="Picture"/>
          <dgm:constr type="lOff" for="ch" forName="Subtitle" val="5"/>
          <dgm:constr type="h" for="ch" forName="Subtitle" refType="h" fact="0.1"/>
          <dgm:constr type="t" for="ch" forName="Description" refType="b" refFor="ch" refForName="Subtitle"/>
          <dgm:constr type="l" for="ch" forName="Description" refType="r" refFor="ch" refForName="Picture"/>
          <dgm:constr type="lOff" for="ch" forName="Description" val="5"/>
        </dgm:constrLst>
        <dgm:ruleLst/>
        <dgm:layoutNode name="Picture" styleLbl="node1">
          <dgm:alg type="sp"/>
          <dgm:shape xmlns:r="http://schemas.openxmlformats.org/officeDocument/2006/relationships" type="rect" r:blip="" blipPhldr="1">
            <dgm:adjLst/>
          </dgm:shape>
          <dgm:presOf/>
          <dgm:constrLst/>
          <dgm:ruleLst/>
        </dgm:layoutNode>
        <dgm:layoutNode name="Subtitle"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SubtitleConstraintsBasedOnLanguageDirection">
            <dgm:if name="SubtitleIsLeftToRight" func="var" arg="dir" op="equ" val="norm">
              <dgm:constrLst>
                <dgm:constr type="h" refType="w" op="lte" fact="0.4"/>
                <dgm:constr type="lMarg"/>
                <dgm:constr type="rMarg" refType="primFontSz" fact="0.1"/>
                <dgm:constr type="tMarg" refType="primFontSz" fact="0.1"/>
                <dgm:constr type="bMarg" refType="primFontSz" fact="0.1"/>
              </dgm:constrLst>
            </dgm:if>
            <dgm:else name="SubtitleIsRightToLeft">
              <dgm:constrLst>
                <dgm:constr type="h" refType="w" op="lte" fact="0.4"/>
                <dgm:constr type="rMarg"/>
                <dgm:constr type="lMarg" refType="primFontSz" fact="0.1"/>
                <dgm:constr type="tMarg" refType="primFontSz" fact="0.1"/>
                <dgm:constr type="bMarg" refType="primFontSz" fact="0.1"/>
              </dgm:constrLst>
            </dgm:else>
          </dgm:choose>
          <dgm:ruleLst>
            <dgm:rule type="h" val="INF" fact="NaN" max="NaN"/>
            <dgm:rule type="primFontSz" val="5" fact="NaN" max="NaN"/>
          </dgm:ruleLst>
        </dgm:layoutNode>
        <dgm:layoutNode name="Description"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DescriptionConstraintsBasedOnLanguageDirection">
            <dgm:if name="DescriptionIsLeftToRight" func="var" arg="dir" op="equ" val="norm">
              <dgm:constrLst>
                <dgm:constr type="lMarg"/>
                <dgm:constr type="rMarg" refType="primFontSz" fact="0.1"/>
                <dgm:constr type="tMarg" refType="primFontSz" fact="0.1"/>
                <dgm:constr type="bMarg" refType="primFontSz" fact="0.1"/>
              </dgm:constrLst>
            </dgm:if>
            <dgm:else name="DescriptionIsRightToLeft">
              <dgm:constrLst>
                <dgm:constr type="lMarg" refType="primFontSz" fact="0.1"/>
                <dgm:constr type="rMarg"/>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24/3/layout/verticalVisualTextBlock1">
  <dgm:title val="Vertical Visual Text Blocks"/>
  <dgm:desc val="Pictures with short bits of text with formatted headers. Use as an easier-to-read alternative to a bulleted list."/>
  <dgm:catLst>
    <dgm:cat type="picture" pri="1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Root">
    <dgm:varLst>
      <dgm:dir/>
      <dgm:resizeHandles val="exact"/>
    </dgm:varLst>
    <dgm:choose name="BasedOnLanguageDirection">
      <dgm:if name="LeftToRight" func="var" arg="dir" op="equ" val="norm">
        <dgm:alg type="lin">
          <dgm:param type="linDir" val="fromT"/>
          <dgm:param type="vertAlign" val="t"/>
          <dgm:param type="horzAlign" val="l"/>
        </dgm:alg>
      </dgm:if>
      <dgm:else name="RightToLeft">
        <dgm:alg type="lin">
          <dgm:param type="linDir" val="fromT"/>
          <dgm:param type="vertAlign" val="t"/>
          <dgm:param type="horzAlign" val="r"/>
        </dgm:alg>
      </dgm:else>
    </dgm:choose>
    <dgm:presOf/>
    <dgm:constrLst>
      <dgm:constr type="primFontSz" for="des" forName="Subtitle" op="equ" val="18"/>
      <dgm:constr type="primFontSz" for="des" forName="Description" refType="primFontSz" refFor="des" refForName="Subtitle" op="equ" fact="0.77"/>
      <dgm:constr type="w" for="ch" forName="Composite" refType="w"/>
      <dgm:constr type="h" for="ch" forName="Composite" refType="h"/>
      <dgm:constr type="h" for="ch" forName="sibTrans" refType="h" refFor="ch" refForName="Composite" fact="0.08"/>
      <dgm:constr type="sp" refType="w" refFor="ch" refForName="Composite" op="equ" fact="0.1"/>
    </dgm:constrLst>
    <dgm:ruleLst/>
    <dgm:forEach name="DirectChildrenOfRoot" axis="ch" ptType="node">
      <dgm:layoutNode name="Composite">
        <dgm:alg type="composite"/>
        <dgm:shape xmlns:r="http://schemas.openxmlformats.org/officeDocument/2006/relationships" r:blip="">
          <dgm:adjLst/>
        </dgm:shape>
        <dgm:presOf/>
        <dgm:constrLst>
          <dgm:constr type="w" for="ch" forName="Picture" refType="w" fact="0.335"/>
          <dgm:constr type="h" for="ch" forName="Picture" refType="w" refFor="ch" refForName="Picture" op="equ"/>
          <dgm:constr type="h" for="ch" forName="Picture" refType="h" op="lte"/>
          <dgm:constr type="l" for="ch" forName="Subtitle" refType="r" refFor="ch" refForName="Picture"/>
          <dgm:constr type="lOff" for="ch" forName="Subtitle" val="5"/>
          <dgm:constr type="h" for="ch" forName="Subtitle" refType="h" fact="0.1"/>
          <dgm:constr type="t" for="ch" forName="Description" refType="b" refFor="ch" refForName="Subtitle"/>
          <dgm:constr type="l" for="ch" forName="Description" refType="r" refFor="ch" refForName="Picture"/>
          <dgm:constr type="lOff" for="ch" forName="Description" val="5"/>
        </dgm:constrLst>
        <dgm:ruleLst/>
        <dgm:layoutNode name="Picture" styleLbl="node1">
          <dgm:alg type="sp"/>
          <dgm:shape xmlns:r="http://schemas.openxmlformats.org/officeDocument/2006/relationships" type="rect" r:blip="" blipPhldr="1">
            <dgm:adjLst/>
          </dgm:shape>
          <dgm:presOf/>
          <dgm:constrLst/>
          <dgm:ruleLst/>
        </dgm:layoutNode>
        <dgm:layoutNode name="Subtitle"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SubtitleConstraintsBasedOnLanguageDirection">
            <dgm:if name="SubtitleIsLeftToRight" func="var" arg="dir" op="equ" val="norm">
              <dgm:constrLst>
                <dgm:constr type="h" refType="w" op="lte" fact="0.4"/>
                <dgm:constr type="lMarg"/>
                <dgm:constr type="rMarg" refType="primFontSz" fact="0.1"/>
                <dgm:constr type="tMarg" refType="primFontSz" fact="0.1"/>
                <dgm:constr type="bMarg" refType="primFontSz" fact="0.1"/>
              </dgm:constrLst>
            </dgm:if>
            <dgm:else name="SubtitleIsRightToLeft">
              <dgm:constrLst>
                <dgm:constr type="h" refType="w" op="lte" fact="0.4"/>
                <dgm:constr type="rMarg"/>
                <dgm:constr type="lMarg" refType="primFontSz" fact="0.1"/>
                <dgm:constr type="tMarg" refType="primFontSz" fact="0.1"/>
                <dgm:constr type="bMarg" refType="primFontSz" fact="0.1"/>
              </dgm:constrLst>
            </dgm:else>
          </dgm:choose>
          <dgm:ruleLst>
            <dgm:rule type="h" val="INF" fact="NaN" max="NaN"/>
            <dgm:rule type="primFontSz" val="5" fact="NaN" max="NaN"/>
          </dgm:ruleLst>
        </dgm:layoutNode>
        <dgm:layoutNode name="Description"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DescriptionConstraintsBasedOnLanguageDirection">
            <dgm:if name="DescriptionIsLeftToRight" func="var" arg="dir" op="equ" val="norm">
              <dgm:constrLst>
                <dgm:constr type="lMarg"/>
                <dgm:constr type="rMarg" refType="primFontSz" fact="0.1"/>
                <dgm:constr type="tMarg" refType="primFontSz" fact="0.1"/>
                <dgm:constr type="bMarg" refType="primFontSz" fact="0.1"/>
              </dgm:constrLst>
            </dgm:if>
            <dgm:else name="DescriptionIsRightToLeft">
              <dgm:constrLst>
                <dgm:constr type="lMarg" refType="primFontSz" fact="0.1"/>
                <dgm:constr type="rMarg"/>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24/3/layout/verticalVisualTextBlock1">
  <dgm:title val="Vertical Visual Text Blocks"/>
  <dgm:desc val="Pictures with short bits of text with formatted headers. Use as an easier-to-read alternative to a bulleted list."/>
  <dgm:catLst>
    <dgm:cat type="picture" pri="1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Root">
    <dgm:varLst>
      <dgm:dir/>
      <dgm:resizeHandles val="exact"/>
    </dgm:varLst>
    <dgm:choose name="BasedOnLanguageDirection">
      <dgm:if name="LeftToRight" func="var" arg="dir" op="equ" val="norm">
        <dgm:alg type="lin">
          <dgm:param type="linDir" val="fromT"/>
          <dgm:param type="vertAlign" val="t"/>
          <dgm:param type="horzAlign" val="l"/>
        </dgm:alg>
      </dgm:if>
      <dgm:else name="RightToLeft">
        <dgm:alg type="lin">
          <dgm:param type="linDir" val="fromT"/>
          <dgm:param type="vertAlign" val="t"/>
          <dgm:param type="horzAlign" val="r"/>
        </dgm:alg>
      </dgm:else>
    </dgm:choose>
    <dgm:presOf/>
    <dgm:constrLst>
      <dgm:constr type="primFontSz" for="des" forName="Subtitle" op="equ" val="18"/>
      <dgm:constr type="primFontSz" for="des" forName="Description" refType="primFontSz" refFor="des" refForName="Subtitle" op="equ" fact="0.77"/>
      <dgm:constr type="w" for="ch" forName="Composite" refType="w"/>
      <dgm:constr type="h" for="ch" forName="Composite" refType="h"/>
      <dgm:constr type="h" for="ch" forName="sibTrans" refType="h" refFor="ch" refForName="Composite" fact="0.08"/>
      <dgm:constr type="sp" refType="w" refFor="ch" refForName="Composite" op="equ" fact="0.1"/>
    </dgm:constrLst>
    <dgm:ruleLst/>
    <dgm:forEach name="DirectChildrenOfRoot" axis="ch" ptType="node">
      <dgm:layoutNode name="Composite">
        <dgm:alg type="composite"/>
        <dgm:shape xmlns:r="http://schemas.openxmlformats.org/officeDocument/2006/relationships" r:blip="">
          <dgm:adjLst/>
        </dgm:shape>
        <dgm:presOf/>
        <dgm:constrLst>
          <dgm:constr type="w" for="ch" forName="Picture" refType="w" fact="0.335"/>
          <dgm:constr type="h" for="ch" forName="Picture" refType="w" refFor="ch" refForName="Picture" op="equ"/>
          <dgm:constr type="h" for="ch" forName="Picture" refType="h" op="lte"/>
          <dgm:constr type="l" for="ch" forName="Subtitle" refType="r" refFor="ch" refForName="Picture"/>
          <dgm:constr type="lOff" for="ch" forName="Subtitle" val="5"/>
          <dgm:constr type="h" for="ch" forName="Subtitle" refType="h" fact="0.1"/>
          <dgm:constr type="t" for="ch" forName="Description" refType="b" refFor="ch" refForName="Subtitle"/>
          <dgm:constr type="l" for="ch" forName="Description" refType="r" refFor="ch" refForName="Picture"/>
          <dgm:constr type="lOff" for="ch" forName="Description" val="5"/>
        </dgm:constrLst>
        <dgm:ruleLst/>
        <dgm:layoutNode name="Picture" styleLbl="node1">
          <dgm:alg type="sp"/>
          <dgm:shape xmlns:r="http://schemas.openxmlformats.org/officeDocument/2006/relationships" type="rect" r:blip="" blipPhldr="1">
            <dgm:adjLst/>
          </dgm:shape>
          <dgm:presOf/>
          <dgm:constrLst/>
          <dgm:ruleLst/>
        </dgm:layoutNode>
        <dgm:layoutNode name="Subtitle"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SubtitleConstraintsBasedOnLanguageDirection">
            <dgm:if name="SubtitleIsLeftToRight" func="var" arg="dir" op="equ" val="norm">
              <dgm:constrLst>
                <dgm:constr type="h" refType="w" op="lte" fact="0.4"/>
                <dgm:constr type="lMarg"/>
                <dgm:constr type="rMarg" refType="primFontSz" fact="0.1"/>
                <dgm:constr type="tMarg" refType="primFontSz" fact="0.1"/>
                <dgm:constr type="bMarg" refType="primFontSz" fact="0.1"/>
              </dgm:constrLst>
            </dgm:if>
            <dgm:else name="SubtitleIsRightToLeft">
              <dgm:constrLst>
                <dgm:constr type="h" refType="w" op="lte" fact="0.4"/>
                <dgm:constr type="rMarg"/>
                <dgm:constr type="lMarg" refType="primFontSz" fact="0.1"/>
                <dgm:constr type="tMarg" refType="primFontSz" fact="0.1"/>
                <dgm:constr type="bMarg" refType="primFontSz" fact="0.1"/>
              </dgm:constrLst>
            </dgm:else>
          </dgm:choose>
          <dgm:ruleLst>
            <dgm:rule type="h" val="INF" fact="NaN" max="NaN"/>
            <dgm:rule type="primFontSz" val="5" fact="NaN" max="NaN"/>
          </dgm:ruleLst>
        </dgm:layoutNode>
        <dgm:layoutNode name="Description"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DescriptionConstraintsBasedOnLanguageDirection">
            <dgm:if name="DescriptionIsLeftToRight" func="var" arg="dir" op="equ" val="norm">
              <dgm:constrLst>
                <dgm:constr type="lMarg"/>
                <dgm:constr type="rMarg" refType="primFontSz" fact="0.1"/>
                <dgm:constr type="tMarg" refType="primFontSz" fact="0.1"/>
                <dgm:constr type="bMarg" refType="primFontSz" fact="0.1"/>
              </dgm:constrLst>
            </dgm:if>
            <dgm:else name="DescriptionIsRightToLeft">
              <dgm:constrLst>
                <dgm:constr type="lMarg" refType="primFontSz" fact="0.1"/>
                <dgm:constr type="rMarg"/>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6.xml><?xml version="1.0" encoding="utf-8"?>
<dgm:layoutDef xmlns:dgm="http://schemas.openxmlformats.org/drawingml/2006/diagram" xmlns:a="http://schemas.openxmlformats.org/drawingml/2006/main" uniqueId="urn:microsoft.com/office/officeart/2024/3/layout/verticalVisualTextBlock1">
  <dgm:title val="Vertical Visual Text Blocks"/>
  <dgm:desc val="Pictures with short bits of text with formatted headers. Use as an easier-to-read alternative to a bulleted list."/>
  <dgm:catLst>
    <dgm:cat type="picture" pri="1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Root">
    <dgm:varLst>
      <dgm:dir/>
      <dgm:resizeHandles val="exact"/>
    </dgm:varLst>
    <dgm:choose name="BasedOnLanguageDirection">
      <dgm:if name="LeftToRight" func="var" arg="dir" op="equ" val="norm">
        <dgm:alg type="lin">
          <dgm:param type="linDir" val="fromT"/>
          <dgm:param type="vertAlign" val="t"/>
          <dgm:param type="horzAlign" val="l"/>
        </dgm:alg>
      </dgm:if>
      <dgm:else name="RightToLeft">
        <dgm:alg type="lin">
          <dgm:param type="linDir" val="fromT"/>
          <dgm:param type="vertAlign" val="t"/>
          <dgm:param type="horzAlign" val="r"/>
        </dgm:alg>
      </dgm:else>
    </dgm:choose>
    <dgm:presOf/>
    <dgm:constrLst>
      <dgm:constr type="primFontSz" for="des" forName="Subtitle" op="equ" val="18"/>
      <dgm:constr type="primFontSz" for="des" forName="Description" refType="primFontSz" refFor="des" refForName="Subtitle" op="equ" fact="0.77"/>
      <dgm:constr type="w" for="ch" forName="Composite" refType="w"/>
      <dgm:constr type="h" for="ch" forName="Composite" refType="h"/>
      <dgm:constr type="h" for="ch" forName="sibTrans" refType="h" refFor="ch" refForName="Composite" fact="0.08"/>
      <dgm:constr type="sp" refType="w" refFor="ch" refForName="Composite" op="equ" fact="0.1"/>
    </dgm:constrLst>
    <dgm:ruleLst/>
    <dgm:forEach name="DirectChildrenOfRoot" axis="ch" ptType="node">
      <dgm:layoutNode name="Composite">
        <dgm:alg type="composite"/>
        <dgm:shape xmlns:r="http://schemas.openxmlformats.org/officeDocument/2006/relationships" r:blip="">
          <dgm:adjLst/>
        </dgm:shape>
        <dgm:presOf/>
        <dgm:constrLst>
          <dgm:constr type="w" for="ch" forName="Picture" refType="w" fact="0.335"/>
          <dgm:constr type="h" for="ch" forName="Picture" refType="w" refFor="ch" refForName="Picture" op="equ"/>
          <dgm:constr type="h" for="ch" forName="Picture" refType="h" op="lte"/>
          <dgm:constr type="l" for="ch" forName="Subtitle" refType="r" refFor="ch" refForName="Picture"/>
          <dgm:constr type="lOff" for="ch" forName="Subtitle" val="5"/>
          <dgm:constr type="h" for="ch" forName="Subtitle" refType="h" fact="0.1"/>
          <dgm:constr type="t" for="ch" forName="Description" refType="b" refFor="ch" refForName="Subtitle"/>
          <dgm:constr type="l" for="ch" forName="Description" refType="r" refFor="ch" refForName="Picture"/>
          <dgm:constr type="lOff" for="ch" forName="Description" val="5"/>
        </dgm:constrLst>
        <dgm:ruleLst/>
        <dgm:layoutNode name="Picture" styleLbl="node1">
          <dgm:alg type="sp"/>
          <dgm:shape xmlns:r="http://schemas.openxmlformats.org/officeDocument/2006/relationships" type="rect" r:blip="" blipPhldr="1">
            <dgm:adjLst/>
          </dgm:shape>
          <dgm:presOf/>
          <dgm:constrLst/>
          <dgm:ruleLst/>
        </dgm:layoutNode>
        <dgm:layoutNode name="Subtitle"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SubtitleConstraintsBasedOnLanguageDirection">
            <dgm:if name="SubtitleIsLeftToRight" func="var" arg="dir" op="equ" val="norm">
              <dgm:constrLst>
                <dgm:constr type="h" refType="w" op="lte" fact="0.4"/>
                <dgm:constr type="lMarg"/>
                <dgm:constr type="rMarg" refType="primFontSz" fact="0.1"/>
                <dgm:constr type="tMarg" refType="primFontSz" fact="0.1"/>
                <dgm:constr type="bMarg" refType="primFontSz" fact="0.1"/>
              </dgm:constrLst>
            </dgm:if>
            <dgm:else name="SubtitleIsRightToLeft">
              <dgm:constrLst>
                <dgm:constr type="h" refType="w" op="lte" fact="0.4"/>
                <dgm:constr type="rMarg"/>
                <dgm:constr type="lMarg" refType="primFontSz" fact="0.1"/>
                <dgm:constr type="tMarg" refType="primFontSz" fact="0.1"/>
                <dgm:constr type="bMarg" refType="primFontSz" fact="0.1"/>
              </dgm:constrLst>
            </dgm:else>
          </dgm:choose>
          <dgm:ruleLst>
            <dgm:rule type="h" val="INF" fact="NaN" max="NaN"/>
            <dgm:rule type="primFontSz" val="5" fact="NaN" max="NaN"/>
          </dgm:ruleLst>
        </dgm:layoutNode>
        <dgm:layoutNode name="Description"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DescriptionConstraintsBasedOnLanguageDirection">
            <dgm:if name="DescriptionIsLeftToRight" func="var" arg="dir" op="equ" val="norm">
              <dgm:constrLst>
                <dgm:constr type="lMarg"/>
                <dgm:constr type="rMarg" refType="primFontSz" fact="0.1"/>
                <dgm:constr type="tMarg" refType="primFontSz" fact="0.1"/>
                <dgm:constr type="bMarg" refType="primFontSz" fact="0.1"/>
              </dgm:constrLst>
            </dgm:if>
            <dgm:else name="DescriptionIsRightToLeft">
              <dgm:constrLst>
                <dgm:constr type="lMarg" refType="primFontSz" fact="0.1"/>
                <dgm:constr type="rMarg"/>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7.xml><?xml version="1.0" encoding="utf-8"?>
<dgm:layoutDef xmlns:dgm="http://schemas.openxmlformats.org/drawingml/2006/diagram" xmlns:a="http://schemas.openxmlformats.org/drawingml/2006/main" uniqueId="urn:microsoft.com/office/officeart/2024/3/layout/hArchList1">
  <dgm:title val="Horizontal Text Blocks"/>
  <dgm:desc val="Short bits of text with formatted headers. Use as an easier-to-read alternative to a bulleted list."/>
  <dgm:catLst>
    <dgm:cat type="list" pri="100"/>
    <dgm:cat type="timeline" pri="500"/>
    <dgm:cat type="process" pri="6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vertAlign" val="t"/>
          <dgm:param type="horzAlign" val="l"/>
        </dgm:alg>
      </dgm:if>
      <dgm:else name="Name3">
        <dgm:alg type="lin">
          <dgm:param type="vertAlign" val="t"/>
          <dgm:param type="horzAlign" val="r"/>
        </dgm:alg>
      </dgm:else>
    </dgm:choose>
    <dgm:presOf/>
    <dgm:constrLst>
      <dgm:constr type="primFontSz" for="des" forName="pictRect" op="equ" val="18"/>
      <dgm:constr type="primFontSz" for="des" forName="textRect" refType="primFontSz" refFor="des" refForName="pictRect" op="equ" fact="0.77"/>
      <dgm:constr type="w" for="ch" forName="compNode" refType="w"/>
      <dgm:constr type="h" for="ch" forName="compNode" refType="h"/>
      <dgm:constr type="h" for="des" forName="pictRect" op="equ"/>
      <dgm:constr type="h" for="des" forName="pictRect" refType="primFontSz" refFor="des" refForName="pictRect" fact="3"/>
      <dgm:constr type="w" for="ch" ptType="sibTrans" refType="w" refFor="ch" refForName="compNode" op="equ" fact="0.1"/>
      <dgm:constr type="sp" refType="w" refFor="ch" refForName="compNode" op="equ" fact="0.1"/>
    </dgm:constrLst>
    <dgm:ruleLst/>
    <dgm:forEach name="Name4" axis="ch" ptType="node" cnt="20">
      <dgm:layoutNode name="compNode">
        <dgm:alg type="composite"/>
        <dgm:shape xmlns:r="http://schemas.openxmlformats.org/officeDocument/2006/relationships" r:blip="">
          <dgm:adjLst/>
        </dgm:shape>
        <dgm:presOf axis="self"/>
        <dgm:constrLst>
          <dgm:constr type="h" for="ch" forName="pictRect" refType="h" fact="0.1"/>
          <dgm:constr type="l" for="ch" forName="pictRect"/>
          <dgm:constr type="t" for="ch" forName="pictRect"/>
          <dgm:constr type="l" for="ch" forName="textRect"/>
          <dgm:constr type="t" for="ch" forName="textRect" refType="b" refFor="ch" refForName="pictRect"/>
        </dgm:constrLst>
        <dgm:ruleLst/>
        <dgm:layoutNode name="pictRect"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choosePictRectConstraints">
            <dgm:if name="ifPictRectConstraints" func="var" arg="dir" op="equ" val="norm">
              <dgm:constrLst>
                <dgm:constr type="h" refType="w" op="lte" fact="0.4"/>
                <dgm:constr type="lMarg" val="10.8"/>
                <dgm:constr type="rMarg" refType="primFontSz" fact="0.1"/>
                <dgm:constr type="tMarg" refType="primFontSz" fact="0.1"/>
                <dgm:constr type="bMarg" refType="primFontSz" fact="0.1"/>
              </dgm:constrLst>
            </dgm:if>
            <dgm:else name="elsePictRectConstraints">
              <dgm:constrLst>
                <dgm:constr type="lMarg" refType="primFontSz" fact="0.1"/>
                <dgm:constr type="rMarg" val="10.8"/>
                <dgm:constr type="tMarg" refType="primFontSz" fact="0.1"/>
                <dgm:constr type="bMarg" refType="primFontSz" fact="0.1"/>
              </dgm:constrLst>
            </dgm:else>
          </dgm:choose>
          <dgm:ruleLst>
            <dgm:rule type="h" val="INF" fact="NaN" max="NaN"/>
            <dgm:rule type="primFontSz" val="5" fact="NaN" max="NaN"/>
          </dgm:ruleLst>
        </dgm:layoutNode>
        <dgm:layoutNode name="textRect"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chooseTextRectConstraints">
            <dgm:if name="ifTextRectConstraints" func="var" arg="dir" op="equ" val="norm">
              <dgm:constrLst>
                <dgm:constr type="lMarg" val="10.8"/>
                <dgm:constr type="rMarg" refType="primFontSz" fact="0.1"/>
                <dgm:constr type="tMarg" refType="primFontSz" fact="0.1"/>
                <dgm:constr type="bMarg" refType="primFontSz" fact="0.1"/>
              </dgm:constrLst>
            </dgm:if>
            <dgm:else name="elseTextRectConstraints">
              <dgm:constrLst>
                <dgm:constr type="lMarg" refType="primFontSz" fact="0.1"/>
                <dgm:constr type="rMarg" val="10.8"/>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8.xml><?xml version="1.0" encoding="utf-8"?>
<dgm:layoutDef xmlns:dgm="http://schemas.openxmlformats.org/drawingml/2006/diagram" xmlns:a="http://schemas.openxmlformats.org/drawingml/2006/main" uniqueId="urn:microsoft.com/office/officeart/2024/3/layout/verticalVisualTextBlock1">
  <dgm:title val="Vertical Visual Text Blocks"/>
  <dgm:desc val="Pictures with short bits of text with formatted headers. Use as an easier-to-read alternative to a bulleted list."/>
  <dgm:catLst>
    <dgm:cat type="picture" pri="1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Root">
    <dgm:varLst>
      <dgm:dir/>
      <dgm:resizeHandles val="exact"/>
    </dgm:varLst>
    <dgm:choose name="BasedOnLanguageDirection">
      <dgm:if name="LeftToRight" func="var" arg="dir" op="equ" val="norm">
        <dgm:alg type="lin">
          <dgm:param type="linDir" val="fromT"/>
          <dgm:param type="vertAlign" val="t"/>
          <dgm:param type="horzAlign" val="l"/>
        </dgm:alg>
      </dgm:if>
      <dgm:else name="RightToLeft">
        <dgm:alg type="lin">
          <dgm:param type="linDir" val="fromT"/>
          <dgm:param type="vertAlign" val="t"/>
          <dgm:param type="horzAlign" val="r"/>
        </dgm:alg>
      </dgm:else>
    </dgm:choose>
    <dgm:presOf/>
    <dgm:constrLst>
      <dgm:constr type="primFontSz" for="des" forName="Subtitle" op="equ" val="18"/>
      <dgm:constr type="primFontSz" for="des" forName="Description" refType="primFontSz" refFor="des" refForName="Subtitle" op="equ" fact="0.77"/>
      <dgm:constr type="w" for="ch" forName="Composite" refType="w"/>
      <dgm:constr type="h" for="ch" forName="Composite" refType="h"/>
      <dgm:constr type="h" for="ch" forName="sibTrans" refType="h" refFor="ch" refForName="Composite" fact="0.08"/>
      <dgm:constr type="sp" refType="w" refFor="ch" refForName="Composite" op="equ" fact="0.1"/>
    </dgm:constrLst>
    <dgm:ruleLst/>
    <dgm:forEach name="DirectChildrenOfRoot" axis="ch" ptType="node">
      <dgm:layoutNode name="Composite">
        <dgm:alg type="composite"/>
        <dgm:shape xmlns:r="http://schemas.openxmlformats.org/officeDocument/2006/relationships" r:blip="">
          <dgm:adjLst/>
        </dgm:shape>
        <dgm:presOf/>
        <dgm:constrLst>
          <dgm:constr type="w" for="ch" forName="Picture" refType="w" fact="0.335"/>
          <dgm:constr type="h" for="ch" forName="Picture" refType="w" refFor="ch" refForName="Picture" op="equ"/>
          <dgm:constr type="h" for="ch" forName="Picture" refType="h" op="lte"/>
          <dgm:constr type="l" for="ch" forName="Subtitle" refType="r" refFor="ch" refForName="Picture"/>
          <dgm:constr type="lOff" for="ch" forName="Subtitle" val="5"/>
          <dgm:constr type="h" for="ch" forName="Subtitle" refType="h" fact="0.1"/>
          <dgm:constr type="t" for="ch" forName="Description" refType="b" refFor="ch" refForName="Subtitle"/>
          <dgm:constr type="l" for="ch" forName="Description" refType="r" refFor="ch" refForName="Picture"/>
          <dgm:constr type="lOff" for="ch" forName="Description" val="5"/>
        </dgm:constrLst>
        <dgm:ruleLst/>
        <dgm:layoutNode name="Picture" styleLbl="node1">
          <dgm:alg type="sp"/>
          <dgm:shape xmlns:r="http://schemas.openxmlformats.org/officeDocument/2006/relationships" type="rect" r:blip="" blipPhldr="1">
            <dgm:adjLst/>
          </dgm:shape>
          <dgm:presOf/>
          <dgm:constrLst/>
          <dgm:ruleLst/>
        </dgm:layoutNode>
        <dgm:layoutNode name="Subtitle"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SubtitleConstraintsBasedOnLanguageDirection">
            <dgm:if name="SubtitleIsLeftToRight" func="var" arg="dir" op="equ" val="norm">
              <dgm:constrLst>
                <dgm:constr type="h" refType="w" op="lte" fact="0.4"/>
                <dgm:constr type="lMarg"/>
                <dgm:constr type="rMarg" refType="primFontSz" fact="0.1"/>
                <dgm:constr type="tMarg" refType="primFontSz" fact="0.1"/>
                <dgm:constr type="bMarg" refType="primFontSz" fact="0.1"/>
              </dgm:constrLst>
            </dgm:if>
            <dgm:else name="SubtitleIsRightToLeft">
              <dgm:constrLst>
                <dgm:constr type="h" refType="w" op="lte" fact="0.4"/>
                <dgm:constr type="rMarg"/>
                <dgm:constr type="lMarg" refType="primFontSz" fact="0.1"/>
                <dgm:constr type="tMarg" refType="primFontSz" fact="0.1"/>
                <dgm:constr type="bMarg" refType="primFontSz" fact="0.1"/>
              </dgm:constrLst>
            </dgm:else>
          </dgm:choose>
          <dgm:ruleLst>
            <dgm:rule type="h" val="INF" fact="NaN" max="NaN"/>
            <dgm:rule type="primFontSz" val="5" fact="NaN" max="NaN"/>
          </dgm:ruleLst>
        </dgm:layoutNode>
        <dgm:layoutNode name="Description"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DescriptionConstraintsBasedOnLanguageDirection">
            <dgm:if name="DescriptionIsLeftToRight" func="var" arg="dir" op="equ" val="norm">
              <dgm:constrLst>
                <dgm:constr type="lMarg"/>
                <dgm:constr type="rMarg" refType="primFontSz" fact="0.1"/>
                <dgm:constr type="tMarg" refType="primFontSz" fact="0.1"/>
                <dgm:constr type="bMarg" refType="primFontSz" fact="0.1"/>
              </dgm:constrLst>
            </dgm:if>
            <dgm:else name="DescriptionIsRightToLeft">
              <dgm:constrLst>
                <dgm:constr type="lMarg" refType="primFontSz" fact="0.1"/>
                <dgm:constr type="rMarg"/>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9.xml><?xml version="1.0" encoding="utf-8"?>
<dgm:layoutDef xmlns:dgm="http://schemas.openxmlformats.org/drawingml/2006/diagram" xmlns:a="http://schemas.openxmlformats.org/drawingml/2006/main" uniqueId="urn:microsoft.com/office/officeart/2024/3/layout/hArchList1">
  <dgm:title val="Horizontal Text Blocks"/>
  <dgm:desc val="Short bits of text with formatted headers. Use as an easier-to-read alternative to a bulleted list."/>
  <dgm:catLst>
    <dgm:cat type="list" pri="100"/>
    <dgm:cat type="timeline" pri="500"/>
    <dgm:cat type="process" pri="6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vertAlign" val="t"/>
          <dgm:param type="horzAlign" val="l"/>
        </dgm:alg>
      </dgm:if>
      <dgm:else name="Name3">
        <dgm:alg type="lin">
          <dgm:param type="vertAlign" val="t"/>
          <dgm:param type="horzAlign" val="r"/>
        </dgm:alg>
      </dgm:else>
    </dgm:choose>
    <dgm:presOf/>
    <dgm:constrLst>
      <dgm:constr type="primFontSz" for="des" forName="pictRect" op="equ" val="18"/>
      <dgm:constr type="primFontSz" for="des" forName="textRect" refType="primFontSz" refFor="des" refForName="pictRect" op="equ" fact="0.77"/>
      <dgm:constr type="w" for="ch" forName="compNode" refType="w"/>
      <dgm:constr type="h" for="ch" forName="compNode" refType="h"/>
      <dgm:constr type="h" for="des" forName="pictRect" op="equ"/>
      <dgm:constr type="h" for="des" forName="pictRect" refType="primFontSz" refFor="des" refForName="pictRect" fact="3"/>
      <dgm:constr type="w" for="ch" ptType="sibTrans" refType="w" refFor="ch" refForName="compNode" op="equ" fact="0.1"/>
      <dgm:constr type="sp" refType="w" refFor="ch" refForName="compNode" op="equ" fact="0.1"/>
    </dgm:constrLst>
    <dgm:ruleLst/>
    <dgm:forEach name="Name4" axis="ch" ptType="node" cnt="20">
      <dgm:layoutNode name="compNode">
        <dgm:alg type="composite"/>
        <dgm:shape xmlns:r="http://schemas.openxmlformats.org/officeDocument/2006/relationships" r:blip="">
          <dgm:adjLst/>
        </dgm:shape>
        <dgm:presOf axis="self"/>
        <dgm:constrLst>
          <dgm:constr type="h" for="ch" forName="pictRect" refType="h" fact="0.1"/>
          <dgm:constr type="l" for="ch" forName="pictRect"/>
          <dgm:constr type="t" for="ch" forName="pictRect"/>
          <dgm:constr type="l" for="ch" forName="textRect"/>
          <dgm:constr type="t" for="ch" forName="textRect" refType="b" refFor="ch" refForName="pictRect"/>
        </dgm:constrLst>
        <dgm:ruleLst/>
        <dgm:layoutNode name="pictRect"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choosePictRectConstraints">
            <dgm:if name="ifPictRectConstraints" func="var" arg="dir" op="equ" val="norm">
              <dgm:constrLst>
                <dgm:constr type="h" refType="w" op="lte" fact="0.4"/>
                <dgm:constr type="lMarg" val="10.8"/>
                <dgm:constr type="rMarg" refType="primFontSz" fact="0.1"/>
                <dgm:constr type="tMarg" refType="primFontSz" fact="0.1"/>
                <dgm:constr type="bMarg" refType="primFontSz" fact="0.1"/>
              </dgm:constrLst>
            </dgm:if>
            <dgm:else name="elsePictRectConstraints">
              <dgm:constrLst>
                <dgm:constr type="lMarg" refType="primFontSz" fact="0.1"/>
                <dgm:constr type="rMarg" val="10.8"/>
                <dgm:constr type="tMarg" refType="primFontSz" fact="0.1"/>
                <dgm:constr type="bMarg" refType="primFontSz" fact="0.1"/>
              </dgm:constrLst>
            </dgm:else>
          </dgm:choose>
          <dgm:ruleLst>
            <dgm:rule type="h" val="INF" fact="NaN" max="NaN"/>
            <dgm:rule type="primFontSz" val="5" fact="NaN" max="NaN"/>
          </dgm:ruleLst>
        </dgm:layoutNode>
        <dgm:layoutNode name="textRect"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chooseTextRectConstraints">
            <dgm:if name="ifTextRectConstraints" func="var" arg="dir" op="equ" val="norm">
              <dgm:constrLst>
                <dgm:constr type="lMarg" val="10.8"/>
                <dgm:constr type="rMarg" refType="primFontSz" fact="0.1"/>
                <dgm:constr type="tMarg" refType="primFontSz" fact="0.1"/>
                <dgm:constr type="bMarg" refType="primFontSz" fact="0.1"/>
              </dgm:constrLst>
            </dgm:if>
            <dgm:else name="elseTextRectConstraints">
              <dgm:constrLst>
                <dgm:constr type="lMarg" refType="primFontSz" fact="0.1"/>
                <dgm:constr type="rMarg" val="10.8"/>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10.xml><?xml version="1.0" encoding="utf-8"?>
<dgm:layoutDef xmlns:dgm="http://schemas.openxmlformats.org/drawingml/2006/diagram" xmlns:a="http://schemas.openxmlformats.org/drawingml/2006/main" uniqueId="urn:microsoft.com/office/officeart/2024/3/layout/hArchList1">
  <dgm:title val="Horizontal Text Blocks"/>
  <dgm:desc val="Short bits of text with formatted headers. Use as an easier-to-read alternative to a bulleted list."/>
  <dgm:catLst>
    <dgm:cat type="list" pri="100"/>
    <dgm:cat type="timeline" pri="500"/>
    <dgm:cat type="process" pri="6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vertAlign" val="t"/>
          <dgm:param type="horzAlign" val="l"/>
        </dgm:alg>
      </dgm:if>
      <dgm:else name="Name3">
        <dgm:alg type="lin">
          <dgm:param type="vertAlign" val="t"/>
          <dgm:param type="horzAlign" val="r"/>
        </dgm:alg>
      </dgm:else>
    </dgm:choose>
    <dgm:presOf/>
    <dgm:constrLst>
      <dgm:constr type="primFontSz" for="des" forName="pictRect" op="equ" val="18"/>
      <dgm:constr type="primFontSz" for="des" forName="textRect" refType="primFontSz" refFor="des" refForName="pictRect" op="equ" fact="0.77"/>
      <dgm:constr type="w" for="ch" forName="compNode" refType="w"/>
      <dgm:constr type="h" for="ch" forName="compNode" refType="h"/>
      <dgm:constr type="h" for="des" forName="pictRect" op="equ"/>
      <dgm:constr type="h" for="des" forName="pictRect" refType="primFontSz" refFor="des" refForName="pictRect" fact="3"/>
      <dgm:constr type="w" for="ch" ptType="sibTrans" refType="w" refFor="ch" refForName="compNode" op="equ" fact="0.1"/>
      <dgm:constr type="sp" refType="w" refFor="ch" refForName="compNode" op="equ" fact="0.1"/>
    </dgm:constrLst>
    <dgm:ruleLst/>
    <dgm:forEach name="Name4" axis="ch" ptType="node" cnt="20">
      <dgm:layoutNode name="compNode">
        <dgm:alg type="composite"/>
        <dgm:shape xmlns:r="http://schemas.openxmlformats.org/officeDocument/2006/relationships" r:blip="">
          <dgm:adjLst/>
        </dgm:shape>
        <dgm:presOf axis="self"/>
        <dgm:constrLst>
          <dgm:constr type="h" for="ch" forName="pictRect" refType="h" fact="0.1"/>
          <dgm:constr type="l" for="ch" forName="pictRect"/>
          <dgm:constr type="t" for="ch" forName="pictRect"/>
          <dgm:constr type="l" for="ch" forName="textRect"/>
          <dgm:constr type="t" for="ch" forName="textRect" refType="b" refFor="ch" refForName="pictRect"/>
        </dgm:constrLst>
        <dgm:ruleLst/>
        <dgm:layoutNode name="pictRect"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choosePictRectConstraints">
            <dgm:if name="ifPictRectConstraints" func="var" arg="dir" op="equ" val="norm">
              <dgm:constrLst>
                <dgm:constr type="h" refType="w" op="lte" fact="0.4"/>
                <dgm:constr type="lMarg" val="10.8"/>
                <dgm:constr type="rMarg" refType="primFontSz" fact="0.1"/>
                <dgm:constr type="tMarg" refType="primFontSz" fact="0.1"/>
                <dgm:constr type="bMarg" refType="primFontSz" fact="0.1"/>
              </dgm:constrLst>
            </dgm:if>
            <dgm:else name="elsePictRectConstraints">
              <dgm:constrLst>
                <dgm:constr type="lMarg" refType="primFontSz" fact="0.1"/>
                <dgm:constr type="rMarg" val="10.8"/>
                <dgm:constr type="tMarg" refType="primFontSz" fact="0.1"/>
                <dgm:constr type="bMarg" refType="primFontSz" fact="0.1"/>
              </dgm:constrLst>
            </dgm:else>
          </dgm:choose>
          <dgm:ruleLst>
            <dgm:rule type="h" val="INF" fact="NaN" max="NaN"/>
            <dgm:rule type="primFontSz" val="5" fact="NaN" max="NaN"/>
          </dgm:ruleLst>
        </dgm:layoutNode>
        <dgm:layoutNode name="textRect"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chooseTextRectConstraints">
            <dgm:if name="ifTextRectConstraints" func="var" arg="dir" op="equ" val="norm">
              <dgm:constrLst>
                <dgm:constr type="lMarg" val="10.8"/>
                <dgm:constr type="rMarg" refType="primFontSz" fact="0.1"/>
                <dgm:constr type="tMarg" refType="primFontSz" fact="0.1"/>
                <dgm:constr type="bMarg" refType="primFontSz" fact="0.1"/>
              </dgm:constrLst>
            </dgm:if>
            <dgm:else name="elseTextRectConstraints">
              <dgm:constrLst>
                <dgm:constr type="lMarg" refType="primFontSz" fact="0.1"/>
                <dgm:constr type="rMarg" val="10.8"/>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11.xml><?xml version="1.0" encoding="utf-8"?>
<dgm:layoutDef xmlns:dgm="http://schemas.openxmlformats.org/drawingml/2006/diagram" xmlns:a="http://schemas.openxmlformats.org/drawingml/2006/main" uniqueId="urn:microsoft.com/office/officeart/2024/3/layout/verticalVisualTextBlock1">
  <dgm:title val="Vertical Visual Text Blocks"/>
  <dgm:desc val="Pictures with short bits of text with formatted headers. Use as an easier-to-read alternative to a bulleted list."/>
  <dgm:catLst>
    <dgm:cat type="picture" pri="1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Root">
    <dgm:varLst>
      <dgm:dir/>
      <dgm:resizeHandles val="exact"/>
    </dgm:varLst>
    <dgm:choose name="BasedOnLanguageDirection">
      <dgm:if name="LeftToRight" func="var" arg="dir" op="equ" val="norm">
        <dgm:alg type="lin">
          <dgm:param type="linDir" val="fromT"/>
          <dgm:param type="vertAlign" val="t"/>
          <dgm:param type="horzAlign" val="l"/>
        </dgm:alg>
      </dgm:if>
      <dgm:else name="RightToLeft">
        <dgm:alg type="lin">
          <dgm:param type="linDir" val="fromT"/>
          <dgm:param type="vertAlign" val="t"/>
          <dgm:param type="horzAlign" val="r"/>
        </dgm:alg>
      </dgm:else>
    </dgm:choose>
    <dgm:presOf/>
    <dgm:constrLst>
      <dgm:constr type="primFontSz" for="des" forName="Subtitle" op="equ" val="18"/>
      <dgm:constr type="primFontSz" for="des" forName="Description" refType="primFontSz" refFor="des" refForName="Subtitle" op="equ" fact="0.77"/>
      <dgm:constr type="w" for="ch" forName="Composite" refType="w"/>
      <dgm:constr type="h" for="ch" forName="Composite" refType="h"/>
      <dgm:constr type="h" for="ch" forName="sibTrans" refType="h" refFor="ch" refForName="Composite" fact="0.08"/>
      <dgm:constr type="sp" refType="w" refFor="ch" refForName="Composite" op="equ" fact="0.1"/>
    </dgm:constrLst>
    <dgm:ruleLst/>
    <dgm:forEach name="DirectChildrenOfRoot" axis="ch" ptType="node">
      <dgm:layoutNode name="Composite">
        <dgm:alg type="composite"/>
        <dgm:shape xmlns:r="http://schemas.openxmlformats.org/officeDocument/2006/relationships" r:blip="">
          <dgm:adjLst/>
        </dgm:shape>
        <dgm:presOf/>
        <dgm:constrLst>
          <dgm:constr type="w" for="ch" forName="Picture" refType="w" fact="0.335"/>
          <dgm:constr type="h" for="ch" forName="Picture" refType="w" refFor="ch" refForName="Picture" op="equ"/>
          <dgm:constr type="h" for="ch" forName="Picture" refType="h" op="lte"/>
          <dgm:constr type="l" for="ch" forName="Subtitle" refType="r" refFor="ch" refForName="Picture"/>
          <dgm:constr type="lOff" for="ch" forName="Subtitle" val="5"/>
          <dgm:constr type="h" for="ch" forName="Subtitle" refType="h" fact="0.1"/>
          <dgm:constr type="t" for="ch" forName="Description" refType="b" refFor="ch" refForName="Subtitle"/>
          <dgm:constr type="l" for="ch" forName="Description" refType="r" refFor="ch" refForName="Picture"/>
          <dgm:constr type="lOff" for="ch" forName="Description" val="5"/>
        </dgm:constrLst>
        <dgm:ruleLst/>
        <dgm:layoutNode name="Picture" styleLbl="node1">
          <dgm:alg type="sp"/>
          <dgm:shape xmlns:r="http://schemas.openxmlformats.org/officeDocument/2006/relationships" type="rect" r:blip="" blipPhldr="1">
            <dgm:adjLst/>
          </dgm:shape>
          <dgm:presOf/>
          <dgm:constrLst/>
          <dgm:ruleLst/>
        </dgm:layoutNode>
        <dgm:layoutNode name="Subtitle"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SubtitleConstraintsBasedOnLanguageDirection">
            <dgm:if name="SubtitleIsLeftToRight" func="var" arg="dir" op="equ" val="norm">
              <dgm:constrLst>
                <dgm:constr type="h" refType="w" op="lte" fact="0.4"/>
                <dgm:constr type="lMarg"/>
                <dgm:constr type="rMarg" refType="primFontSz" fact="0.1"/>
                <dgm:constr type="tMarg" refType="primFontSz" fact="0.1"/>
                <dgm:constr type="bMarg" refType="primFontSz" fact="0.1"/>
              </dgm:constrLst>
            </dgm:if>
            <dgm:else name="SubtitleIsRightToLeft">
              <dgm:constrLst>
                <dgm:constr type="h" refType="w" op="lte" fact="0.4"/>
                <dgm:constr type="rMarg"/>
                <dgm:constr type="lMarg" refType="primFontSz" fact="0.1"/>
                <dgm:constr type="tMarg" refType="primFontSz" fact="0.1"/>
                <dgm:constr type="bMarg" refType="primFontSz" fact="0.1"/>
              </dgm:constrLst>
            </dgm:else>
          </dgm:choose>
          <dgm:ruleLst>
            <dgm:rule type="h" val="INF" fact="NaN" max="NaN"/>
            <dgm:rule type="primFontSz" val="5" fact="NaN" max="NaN"/>
          </dgm:ruleLst>
        </dgm:layoutNode>
        <dgm:layoutNode name="Description"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DescriptionConstraintsBasedOnLanguageDirection">
            <dgm:if name="DescriptionIsLeftToRight" func="var" arg="dir" op="equ" val="norm">
              <dgm:constrLst>
                <dgm:constr type="lMarg"/>
                <dgm:constr type="rMarg" refType="primFontSz" fact="0.1"/>
                <dgm:constr type="tMarg" refType="primFontSz" fact="0.1"/>
                <dgm:constr type="bMarg" refType="primFontSz" fact="0.1"/>
              </dgm:constrLst>
            </dgm:if>
            <dgm:else name="DescriptionIsRightToLeft">
              <dgm:constrLst>
                <dgm:constr type="lMarg" refType="primFontSz" fact="0.1"/>
                <dgm:constr type="rMarg"/>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12.xml><?xml version="1.0" encoding="utf-8"?>
<dgm:layoutDef xmlns:dgm="http://schemas.openxmlformats.org/drawingml/2006/diagram" xmlns:a="http://schemas.openxmlformats.org/drawingml/2006/main" uniqueId="urn:microsoft.com/office/officeart/2024/3/layout/verticalVisualTextBlock1">
  <dgm:title val="Vertical Visual Text Blocks"/>
  <dgm:desc val="Pictures with short bits of text with formatted headers. Use as an easier-to-read alternative to a bulleted list."/>
  <dgm:catLst>
    <dgm:cat type="picture" pri="1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Root">
    <dgm:varLst>
      <dgm:dir/>
      <dgm:resizeHandles val="exact"/>
    </dgm:varLst>
    <dgm:choose name="BasedOnLanguageDirection">
      <dgm:if name="LeftToRight" func="var" arg="dir" op="equ" val="norm">
        <dgm:alg type="lin">
          <dgm:param type="linDir" val="fromT"/>
          <dgm:param type="vertAlign" val="t"/>
          <dgm:param type="horzAlign" val="l"/>
        </dgm:alg>
      </dgm:if>
      <dgm:else name="RightToLeft">
        <dgm:alg type="lin">
          <dgm:param type="linDir" val="fromT"/>
          <dgm:param type="vertAlign" val="t"/>
          <dgm:param type="horzAlign" val="r"/>
        </dgm:alg>
      </dgm:else>
    </dgm:choose>
    <dgm:presOf/>
    <dgm:constrLst>
      <dgm:constr type="primFontSz" for="des" forName="Subtitle" op="equ" val="18"/>
      <dgm:constr type="primFontSz" for="des" forName="Description" refType="primFontSz" refFor="des" refForName="Subtitle" op="equ" fact="0.77"/>
      <dgm:constr type="w" for="ch" forName="Composite" refType="w"/>
      <dgm:constr type="h" for="ch" forName="Composite" refType="h"/>
      <dgm:constr type="h" for="ch" forName="sibTrans" refType="h" refFor="ch" refForName="Composite" fact="0.08"/>
      <dgm:constr type="sp" refType="w" refFor="ch" refForName="Composite" op="equ" fact="0.1"/>
    </dgm:constrLst>
    <dgm:ruleLst/>
    <dgm:forEach name="DirectChildrenOfRoot" axis="ch" ptType="node">
      <dgm:layoutNode name="Composite">
        <dgm:alg type="composite"/>
        <dgm:shape xmlns:r="http://schemas.openxmlformats.org/officeDocument/2006/relationships" r:blip="">
          <dgm:adjLst/>
        </dgm:shape>
        <dgm:presOf/>
        <dgm:constrLst>
          <dgm:constr type="w" for="ch" forName="Picture" refType="w" fact="0.335"/>
          <dgm:constr type="h" for="ch" forName="Picture" refType="w" refFor="ch" refForName="Picture" op="equ"/>
          <dgm:constr type="h" for="ch" forName="Picture" refType="h" op="lte"/>
          <dgm:constr type="l" for="ch" forName="Subtitle" refType="r" refFor="ch" refForName="Picture"/>
          <dgm:constr type="lOff" for="ch" forName="Subtitle" val="5"/>
          <dgm:constr type="h" for="ch" forName="Subtitle" refType="h" fact="0.1"/>
          <dgm:constr type="t" for="ch" forName="Description" refType="b" refFor="ch" refForName="Subtitle"/>
          <dgm:constr type="l" for="ch" forName="Description" refType="r" refFor="ch" refForName="Picture"/>
          <dgm:constr type="lOff" for="ch" forName="Description" val="5"/>
        </dgm:constrLst>
        <dgm:ruleLst/>
        <dgm:layoutNode name="Picture" styleLbl="node1">
          <dgm:alg type="sp"/>
          <dgm:shape xmlns:r="http://schemas.openxmlformats.org/officeDocument/2006/relationships" type="rect" r:blip="" blipPhldr="1">
            <dgm:adjLst/>
          </dgm:shape>
          <dgm:presOf/>
          <dgm:constrLst/>
          <dgm:ruleLst/>
        </dgm:layoutNode>
        <dgm:layoutNode name="Subtitle"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SubtitleConstraintsBasedOnLanguageDirection">
            <dgm:if name="SubtitleIsLeftToRight" func="var" arg="dir" op="equ" val="norm">
              <dgm:constrLst>
                <dgm:constr type="h" refType="w" op="lte" fact="0.4"/>
                <dgm:constr type="lMarg"/>
                <dgm:constr type="rMarg" refType="primFontSz" fact="0.1"/>
                <dgm:constr type="tMarg" refType="primFontSz" fact="0.1"/>
                <dgm:constr type="bMarg" refType="primFontSz" fact="0.1"/>
              </dgm:constrLst>
            </dgm:if>
            <dgm:else name="SubtitleIsRightToLeft">
              <dgm:constrLst>
                <dgm:constr type="h" refType="w" op="lte" fact="0.4"/>
                <dgm:constr type="rMarg"/>
                <dgm:constr type="lMarg" refType="primFontSz" fact="0.1"/>
                <dgm:constr type="tMarg" refType="primFontSz" fact="0.1"/>
                <dgm:constr type="bMarg" refType="primFontSz" fact="0.1"/>
              </dgm:constrLst>
            </dgm:else>
          </dgm:choose>
          <dgm:ruleLst>
            <dgm:rule type="h" val="INF" fact="NaN" max="NaN"/>
            <dgm:rule type="primFontSz" val="5" fact="NaN" max="NaN"/>
          </dgm:ruleLst>
        </dgm:layoutNode>
        <dgm:layoutNode name="Description"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DescriptionConstraintsBasedOnLanguageDirection">
            <dgm:if name="DescriptionIsLeftToRight" func="var" arg="dir" op="equ" val="norm">
              <dgm:constrLst>
                <dgm:constr type="lMarg"/>
                <dgm:constr type="rMarg" refType="primFontSz" fact="0.1"/>
                <dgm:constr type="tMarg" refType="primFontSz" fact="0.1"/>
                <dgm:constr type="bMarg" refType="primFontSz" fact="0.1"/>
              </dgm:constrLst>
            </dgm:if>
            <dgm:else name="DescriptionIsRightToLeft">
              <dgm:constrLst>
                <dgm:constr type="lMarg" refType="primFontSz" fact="0.1"/>
                <dgm:constr type="rMarg"/>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13.xml><?xml version="1.0" encoding="utf-8"?>
<dgm:layoutDef xmlns:dgm="http://schemas.openxmlformats.org/drawingml/2006/diagram" xmlns:a="http://schemas.openxmlformats.org/drawingml/2006/main" uniqueId="urn:microsoft.com/office/officeart/2024/3/layout/verticalVisualTextBlock1">
  <dgm:title val="Vertical Visual Text Blocks"/>
  <dgm:desc val="Pictures with short bits of text with formatted headers. Use as an easier-to-read alternative to a bulleted list."/>
  <dgm:catLst>
    <dgm:cat type="picture" pri="1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Root">
    <dgm:varLst>
      <dgm:dir/>
      <dgm:resizeHandles val="exact"/>
    </dgm:varLst>
    <dgm:choose name="BasedOnLanguageDirection">
      <dgm:if name="LeftToRight" func="var" arg="dir" op="equ" val="norm">
        <dgm:alg type="lin">
          <dgm:param type="linDir" val="fromT"/>
          <dgm:param type="vertAlign" val="t"/>
          <dgm:param type="horzAlign" val="l"/>
        </dgm:alg>
      </dgm:if>
      <dgm:else name="RightToLeft">
        <dgm:alg type="lin">
          <dgm:param type="linDir" val="fromT"/>
          <dgm:param type="vertAlign" val="t"/>
          <dgm:param type="horzAlign" val="r"/>
        </dgm:alg>
      </dgm:else>
    </dgm:choose>
    <dgm:presOf/>
    <dgm:constrLst>
      <dgm:constr type="primFontSz" for="des" forName="Subtitle" op="equ" val="18"/>
      <dgm:constr type="primFontSz" for="des" forName="Description" refType="primFontSz" refFor="des" refForName="Subtitle" op="equ" fact="0.77"/>
      <dgm:constr type="w" for="ch" forName="Composite" refType="w"/>
      <dgm:constr type="h" for="ch" forName="Composite" refType="h"/>
      <dgm:constr type="h" for="ch" forName="sibTrans" refType="h" refFor="ch" refForName="Composite" fact="0.08"/>
      <dgm:constr type="sp" refType="w" refFor="ch" refForName="Composite" op="equ" fact="0.1"/>
    </dgm:constrLst>
    <dgm:ruleLst/>
    <dgm:forEach name="DirectChildrenOfRoot" axis="ch" ptType="node">
      <dgm:layoutNode name="Composite">
        <dgm:alg type="composite"/>
        <dgm:shape xmlns:r="http://schemas.openxmlformats.org/officeDocument/2006/relationships" r:blip="">
          <dgm:adjLst/>
        </dgm:shape>
        <dgm:presOf/>
        <dgm:constrLst>
          <dgm:constr type="w" for="ch" forName="Picture" refType="w" fact="0.335"/>
          <dgm:constr type="h" for="ch" forName="Picture" refType="w" refFor="ch" refForName="Picture" op="equ"/>
          <dgm:constr type="h" for="ch" forName="Picture" refType="h" op="lte"/>
          <dgm:constr type="l" for="ch" forName="Subtitle" refType="r" refFor="ch" refForName="Picture"/>
          <dgm:constr type="lOff" for="ch" forName="Subtitle" val="5"/>
          <dgm:constr type="h" for="ch" forName="Subtitle" refType="h" fact="0.1"/>
          <dgm:constr type="t" for="ch" forName="Description" refType="b" refFor="ch" refForName="Subtitle"/>
          <dgm:constr type="l" for="ch" forName="Description" refType="r" refFor="ch" refForName="Picture"/>
          <dgm:constr type="lOff" for="ch" forName="Description" val="5"/>
        </dgm:constrLst>
        <dgm:ruleLst/>
        <dgm:layoutNode name="Picture" styleLbl="node1">
          <dgm:alg type="sp"/>
          <dgm:shape xmlns:r="http://schemas.openxmlformats.org/officeDocument/2006/relationships" type="rect" r:blip="" blipPhldr="1">
            <dgm:adjLst/>
          </dgm:shape>
          <dgm:presOf/>
          <dgm:constrLst/>
          <dgm:ruleLst/>
        </dgm:layoutNode>
        <dgm:layoutNode name="Subtitle"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SubtitleConstraintsBasedOnLanguageDirection">
            <dgm:if name="SubtitleIsLeftToRight" func="var" arg="dir" op="equ" val="norm">
              <dgm:constrLst>
                <dgm:constr type="h" refType="w" op="lte" fact="0.4"/>
                <dgm:constr type="lMarg"/>
                <dgm:constr type="rMarg" refType="primFontSz" fact="0.1"/>
                <dgm:constr type="tMarg" refType="primFontSz" fact="0.1"/>
                <dgm:constr type="bMarg" refType="primFontSz" fact="0.1"/>
              </dgm:constrLst>
            </dgm:if>
            <dgm:else name="SubtitleIsRightToLeft">
              <dgm:constrLst>
                <dgm:constr type="h" refType="w" op="lte" fact="0.4"/>
                <dgm:constr type="rMarg"/>
                <dgm:constr type="lMarg" refType="primFontSz" fact="0.1"/>
                <dgm:constr type="tMarg" refType="primFontSz" fact="0.1"/>
                <dgm:constr type="bMarg" refType="primFontSz" fact="0.1"/>
              </dgm:constrLst>
            </dgm:else>
          </dgm:choose>
          <dgm:ruleLst>
            <dgm:rule type="h" val="INF" fact="NaN" max="NaN"/>
            <dgm:rule type="primFontSz" val="5" fact="NaN" max="NaN"/>
          </dgm:ruleLst>
        </dgm:layoutNode>
        <dgm:layoutNode name="Description"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DescriptionConstraintsBasedOnLanguageDirection">
            <dgm:if name="DescriptionIsLeftToRight" func="var" arg="dir" op="equ" val="norm">
              <dgm:constrLst>
                <dgm:constr type="lMarg"/>
                <dgm:constr type="rMarg" refType="primFontSz" fact="0.1"/>
                <dgm:constr type="tMarg" refType="primFontSz" fact="0.1"/>
                <dgm:constr type="bMarg" refType="primFontSz" fact="0.1"/>
              </dgm:constrLst>
            </dgm:if>
            <dgm:else name="DescriptionIsRightToLeft">
              <dgm:constrLst>
                <dgm:constr type="lMarg" refType="primFontSz" fact="0.1"/>
                <dgm:constr type="rMarg"/>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14.xml><?xml version="1.0" encoding="utf-8"?>
<dgm:layoutDef xmlns:dgm="http://schemas.openxmlformats.org/drawingml/2006/diagram" xmlns:a="http://schemas.openxmlformats.org/drawingml/2006/main" uniqueId="urn:microsoft.com/office/officeart/2024/3/layout/verticalVisualTextBlock1">
  <dgm:title val="Vertical Visual Text Blocks"/>
  <dgm:desc val="Pictures with short bits of text with formatted headers. Use as an easier-to-read alternative to a bulleted list."/>
  <dgm:catLst>
    <dgm:cat type="picture" pri="1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Root">
    <dgm:varLst>
      <dgm:dir/>
      <dgm:resizeHandles val="exact"/>
    </dgm:varLst>
    <dgm:choose name="BasedOnLanguageDirection">
      <dgm:if name="LeftToRight" func="var" arg="dir" op="equ" val="norm">
        <dgm:alg type="lin">
          <dgm:param type="linDir" val="fromT"/>
          <dgm:param type="vertAlign" val="t"/>
          <dgm:param type="horzAlign" val="l"/>
        </dgm:alg>
      </dgm:if>
      <dgm:else name="RightToLeft">
        <dgm:alg type="lin">
          <dgm:param type="linDir" val="fromT"/>
          <dgm:param type="vertAlign" val="t"/>
          <dgm:param type="horzAlign" val="r"/>
        </dgm:alg>
      </dgm:else>
    </dgm:choose>
    <dgm:presOf/>
    <dgm:constrLst>
      <dgm:constr type="primFontSz" for="des" forName="Subtitle" op="equ" val="18"/>
      <dgm:constr type="primFontSz" for="des" forName="Description" refType="primFontSz" refFor="des" refForName="Subtitle" op="equ" fact="0.77"/>
      <dgm:constr type="w" for="ch" forName="Composite" refType="w"/>
      <dgm:constr type="h" for="ch" forName="Composite" refType="h"/>
      <dgm:constr type="h" for="ch" forName="sibTrans" refType="h" refFor="ch" refForName="Composite" fact="0.08"/>
      <dgm:constr type="sp" refType="w" refFor="ch" refForName="Composite" op="equ" fact="0.1"/>
    </dgm:constrLst>
    <dgm:ruleLst/>
    <dgm:forEach name="DirectChildrenOfRoot" axis="ch" ptType="node">
      <dgm:layoutNode name="Composite">
        <dgm:alg type="composite"/>
        <dgm:shape xmlns:r="http://schemas.openxmlformats.org/officeDocument/2006/relationships" r:blip="">
          <dgm:adjLst/>
        </dgm:shape>
        <dgm:presOf/>
        <dgm:constrLst>
          <dgm:constr type="w" for="ch" forName="Picture" refType="w" fact="0.335"/>
          <dgm:constr type="h" for="ch" forName="Picture" refType="w" refFor="ch" refForName="Picture" op="equ"/>
          <dgm:constr type="h" for="ch" forName="Picture" refType="h" op="lte"/>
          <dgm:constr type="l" for="ch" forName="Subtitle" refType="r" refFor="ch" refForName="Picture"/>
          <dgm:constr type="lOff" for="ch" forName="Subtitle" val="5"/>
          <dgm:constr type="h" for="ch" forName="Subtitle" refType="h" fact="0.1"/>
          <dgm:constr type="t" for="ch" forName="Description" refType="b" refFor="ch" refForName="Subtitle"/>
          <dgm:constr type="l" for="ch" forName="Description" refType="r" refFor="ch" refForName="Picture"/>
          <dgm:constr type="lOff" for="ch" forName="Description" val="5"/>
        </dgm:constrLst>
        <dgm:ruleLst/>
        <dgm:layoutNode name="Picture" styleLbl="node1">
          <dgm:alg type="sp"/>
          <dgm:shape xmlns:r="http://schemas.openxmlformats.org/officeDocument/2006/relationships" type="rect" r:blip="" blipPhldr="1">
            <dgm:adjLst/>
          </dgm:shape>
          <dgm:presOf/>
          <dgm:constrLst/>
          <dgm:ruleLst/>
        </dgm:layoutNode>
        <dgm:layoutNode name="Subtitle"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SubtitleConstraintsBasedOnLanguageDirection">
            <dgm:if name="SubtitleIsLeftToRight" func="var" arg="dir" op="equ" val="norm">
              <dgm:constrLst>
                <dgm:constr type="h" refType="w" op="lte" fact="0.4"/>
                <dgm:constr type="lMarg"/>
                <dgm:constr type="rMarg" refType="primFontSz" fact="0.1"/>
                <dgm:constr type="tMarg" refType="primFontSz" fact="0.1"/>
                <dgm:constr type="bMarg" refType="primFontSz" fact="0.1"/>
              </dgm:constrLst>
            </dgm:if>
            <dgm:else name="SubtitleIsRightToLeft">
              <dgm:constrLst>
                <dgm:constr type="h" refType="w" op="lte" fact="0.4"/>
                <dgm:constr type="rMarg"/>
                <dgm:constr type="lMarg" refType="primFontSz" fact="0.1"/>
                <dgm:constr type="tMarg" refType="primFontSz" fact="0.1"/>
                <dgm:constr type="bMarg" refType="primFontSz" fact="0.1"/>
              </dgm:constrLst>
            </dgm:else>
          </dgm:choose>
          <dgm:ruleLst>
            <dgm:rule type="h" val="INF" fact="NaN" max="NaN"/>
            <dgm:rule type="primFontSz" val="5" fact="NaN" max="NaN"/>
          </dgm:ruleLst>
        </dgm:layoutNode>
        <dgm:layoutNode name="Description"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DescriptionConstraintsBasedOnLanguageDirection">
            <dgm:if name="DescriptionIsLeftToRight" func="var" arg="dir" op="equ" val="norm">
              <dgm:constrLst>
                <dgm:constr type="lMarg"/>
                <dgm:constr type="rMarg" refType="primFontSz" fact="0.1"/>
                <dgm:constr type="tMarg" refType="primFontSz" fact="0.1"/>
                <dgm:constr type="bMarg" refType="primFontSz" fact="0.1"/>
              </dgm:constrLst>
            </dgm:if>
            <dgm:else name="DescriptionIsRightToLeft">
              <dgm:constrLst>
                <dgm:constr type="lMarg" refType="primFontSz" fact="0.1"/>
                <dgm:constr type="rMarg"/>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E443BCF-8DB5-46AB-8DCE-ACEEA7FE4097}" type="datetimeFigureOut">
              <a:rPr lang="en-US" smtClean="0"/>
              <a:t>11/5/2025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2FC953E-4C6B-4E89-9FB7-3CE8C7E882BF}" type="slidenum">
              <a:rPr lang="en-US" smtClean="0"/>
              <a:t>‹#›</a:t>
            </a:fld>
            <a:endParaRPr lang="en-US" dirty="0"/>
          </a:p>
        </p:txBody>
      </p:sp>
    </p:spTree>
    <p:extLst>
      <p:ext uri="{BB962C8B-B14F-4D97-AF65-F5344CB8AC3E}">
        <p14:creationId xmlns:p14="http://schemas.microsoft.com/office/powerpoint/2010/main" val="34716124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460477-26A8-DE33-35F7-B7CF7B9938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2B737B-0C43-964E-F732-CEB597B16223}"/>
              </a:ext>
            </a:extLst>
          </p:cNvPr>
          <p:cNvSpPr>
            <a:spLocks noGrp="1" noRot="1" noChangeAspect="1"/>
          </p:cNvSpPr>
          <p:nvPr>
            <p:ph type="sldImg"/>
          </p:nvPr>
        </p:nvSpPr>
        <p:spPr>
          <a:xfrm>
            <a:off x="381000" y="685800"/>
            <a:ext cx="6096000" cy="3429000"/>
          </a:xfrm>
          <a:prstGeom prst="rect">
            <a:avLst/>
          </a:prstGeom>
        </p:spPr>
      </p:sp>
      <p:sp>
        <p:nvSpPr>
          <p:cNvPr id="3" name="Notes Placeholder 2">
            <a:extLst>
              <a:ext uri="{FF2B5EF4-FFF2-40B4-BE49-F238E27FC236}">
                <a16:creationId xmlns:a16="http://schemas.microsoft.com/office/drawing/2014/main" id="{5E169E1C-64E2-3E04-7BD4-3B71E1FB2264}"/>
              </a:ext>
            </a:extLst>
          </p:cNvPr>
          <p:cNvSpPr>
            <a:spLocks noGrp="1"/>
          </p:cNvSpPr>
          <p:nvPr>
            <p:ph type="body" idx="1"/>
          </p:nvPr>
        </p:nvSpPr>
        <p:spPr>
          <a:xfrm>
            <a:off x="685800" y="4343400"/>
            <a:ext cx="5486400" cy="4114800"/>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F9EF10AC-A483-8313-CE61-29BA04F25AD9}"/>
              </a:ext>
            </a:extLst>
          </p:cNvPr>
          <p:cNvSpPr>
            <a:spLocks noGrp="1"/>
          </p:cNvSpPr>
          <p:nvPr>
            <p:ph type="sldNum" sz="quarter" idx="10"/>
          </p:nvPr>
        </p:nvSpPr>
        <p:spPr>
          <a:xfrm>
            <a:off x="3884084" y="8685213"/>
            <a:ext cx="2971800" cy="457200"/>
          </a:xfrm>
          <a:prstGeom prst="rect">
            <a:avLst/>
          </a:prstGeo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4308300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985BE7-37E5-4E60-96C0-BCD1CB93BE76}"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940482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25D970-53A4-8849-FF11-2D5AFB4E57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6BCF0C-DD31-CFBC-2655-29AA8660652E}"/>
              </a:ext>
            </a:extLst>
          </p:cNvPr>
          <p:cNvSpPr>
            <a:spLocks noGrp="1" noRot="1" noChangeAspect="1"/>
          </p:cNvSpPr>
          <p:nvPr>
            <p:ph type="sldImg"/>
          </p:nvPr>
        </p:nvSpPr>
        <p:spPr>
          <a:xfrm>
            <a:off x="381000" y="685800"/>
            <a:ext cx="6096000" cy="3429000"/>
          </a:xfrm>
          <a:prstGeom prst="rect">
            <a:avLst/>
          </a:prstGeom>
        </p:spPr>
      </p:sp>
      <p:sp>
        <p:nvSpPr>
          <p:cNvPr id="3" name="Notes Placeholder 2">
            <a:extLst>
              <a:ext uri="{FF2B5EF4-FFF2-40B4-BE49-F238E27FC236}">
                <a16:creationId xmlns:a16="http://schemas.microsoft.com/office/drawing/2014/main" id="{1D94354B-EFCE-FC1D-55B5-CA6F1D93D562}"/>
              </a:ext>
            </a:extLst>
          </p:cNvPr>
          <p:cNvSpPr>
            <a:spLocks noGrp="1"/>
          </p:cNvSpPr>
          <p:nvPr>
            <p:ph type="body" idx="1"/>
          </p:nvPr>
        </p:nvSpPr>
        <p:spPr>
          <a:xfrm>
            <a:off x="685800" y="4343400"/>
            <a:ext cx="5486400" cy="4114800"/>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33983003-522D-4963-FA89-CA3108C7B912}"/>
              </a:ext>
            </a:extLst>
          </p:cNvPr>
          <p:cNvSpPr>
            <a:spLocks noGrp="1"/>
          </p:cNvSpPr>
          <p:nvPr>
            <p:ph type="sldNum" sz="quarter" idx="10"/>
          </p:nvPr>
        </p:nvSpPr>
        <p:spPr>
          <a:xfrm>
            <a:off x="3884084" y="8685213"/>
            <a:ext cx="2971800" cy="457200"/>
          </a:xfrm>
          <a:prstGeom prst="rect">
            <a:avLst/>
          </a:prstGeo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7992037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07AD4EC-815F-478A-9C43-BA574BB7D304}" type="slidenum">
              <a:rPr lang="en-US" smtClean="0"/>
              <a:t>5</a:t>
            </a:fld>
            <a:endParaRPr lang="en-US" dirty="0"/>
          </a:p>
        </p:txBody>
      </p:sp>
    </p:spTree>
    <p:extLst>
      <p:ext uri="{BB962C8B-B14F-4D97-AF65-F5344CB8AC3E}">
        <p14:creationId xmlns:p14="http://schemas.microsoft.com/office/powerpoint/2010/main" val="42397058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ACBEB2-9BE2-3F69-091C-BD8B602234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BAD105-0D18-7CB0-B1B7-22BB5E2E04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58AE26-B86F-309E-0B0A-1E65577B4AD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D443219-9FB5-F3A9-E987-2F7021FBA162}"/>
              </a:ext>
            </a:extLst>
          </p:cNvPr>
          <p:cNvSpPr>
            <a:spLocks noGrp="1"/>
          </p:cNvSpPr>
          <p:nvPr>
            <p:ph type="sldNum" sz="quarter" idx="5"/>
          </p:nvPr>
        </p:nvSpPr>
        <p:spPr/>
        <p:txBody>
          <a:bodyPr/>
          <a:lstStyle/>
          <a:p>
            <a:fld id="{807AD4EC-815F-478A-9C43-BA574BB7D304}" type="slidenum">
              <a:rPr lang="en-US" smtClean="0"/>
              <a:t>6</a:t>
            </a:fld>
            <a:endParaRPr lang="en-US" dirty="0"/>
          </a:p>
        </p:txBody>
      </p:sp>
    </p:spTree>
    <p:extLst>
      <p:ext uri="{BB962C8B-B14F-4D97-AF65-F5344CB8AC3E}">
        <p14:creationId xmlns:p14="http://schemas.microsoft.com/office/powerpoint/2010/main" val="38296954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000606-9CD9-C229-5F02-EC11754759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27E630-DAEB-293B-BD21-DA73CB0560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7E95FA-669B-7D75-6BE4-54057E17A8E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53FA18C-8B1B-ED81-5199-1E9A313C5228}"/>
              </a:ext>
            </a:extLst>
          </p:cNvPr>
          <p:cNvSpPr>
            <a:spLocks noGrp="1"/>
          </p:cNvSpPr>
          <p:nvPr>
            <p:ph type="sldNum" sz="quarter" idx="5"/>
          </p:nvPr>
        </p:nvSpPr>
        <p:spPr/>
        <p:txBody>
          <a:bodyPr/>
          <a:lstStyle/>
          <a:p>
            <a:fld id="{807AD4EC-815F-478A-9C43-BA574BB7D304}" type="slidenum">
              <a:rPr lang="en-US" smtClean="0"/>
              <a:t>7</a:t>
            </a:fld>
            <a:endParaRPr lang="en-US" dirty="0"/>
          </a:p>
        </p:txBody>
      </p:sp>
    </p:spTree>
    <p:extLst>
      <p:ext uri="{BB962C8B-B14F-4D97-AF65-F5344CB8AC3E}">
        <p14:creationId xmlns:p14="http://schemas.microsoft.com/office/powerpoint/2010/main" val="16399132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55CAFD-243A-1FF1-6556-AC0574B5C3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2292A1-7248-B8CA-28E8-0DA6118957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7B1D18-3C19-90B0-643E-F72E9250A39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C6D91F9-FA92-77B9-C8FE-BB5C75E45A04}"/>
              </a:ext>
            </a:extLst>
          </p:cNvPr>
          <p:cNvSpPr>
            <a:spLocks noGrp="1"/>
          </p:cNvSpPr>
          <p:nvPr>
            <p:ph type="sldNum" sz="quarter" idx="5"/>
          </p:nvPr>
        </p:nvSpPr>
        <p:spPr/>
        <p:txBody>
          <a:bodyPr/>
          <a:lstStyle/>
          <a:p>
            <a:fld id="{807AD4EC-815F-478A-9C43-BA574BB7D304}" type="slidenum">
              <a:rPr lang="en-US" smtClean="0"/>
              <a:t>8</a:t>
            </a:fld>
            <a:endParaRPr lang="en-US" dirty="0"/>
          </a:p>
        </p:txBody>
      </p:sp>
    </p:spTree>
    <p:extLst>
      <p:ext uri="{BB962C8B-B14F-4D97-AF65-F5344CB8AC3E}">
        <p14:creationId xmlns:p14="http://schemas.microsoft.com/office/powerpoint/2010/main" val="22014496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A9F0639-3C44-4DD3-BC74-AABD59B1DABC}"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7745506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A9F0639-3C44-4DD3-BC74-AABD59B1DABC}"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1044086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A9F0639-3C44-4DD3-BC74-AABD59B1DABC}"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2437381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A9F0639-3C44-4DD3-BC74-AABD59B1DABC}"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5497305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9A93F7-F9CC-0193-DDA3-D49997C378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4B1B7C-75FB-E1C2-C24C-EDA76741FB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84ED63-1F2E-C720-F5C3-CD4FD1952B2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2605636-4AB4-23AE-8A1E-921515821D2D}"/>
              </a:ext>
            </a:extLst>
          </p:cNvPr>
          <p:cNvSpPr>
            <a:spLocks noGrp="1"/>
          </p:cNvSpPr>
          <p:nvPr>
            <p:ph type="sldNum" sz="quarter" idx="5"/>
          </p:nvPr>
        </p:nvSpPr>
        <p:spPr/>
        <p:txBody>
          <a:bodyPr/>
          <a:lstStyle/>
          <a:p>
            <a:fld id="{807AD4EC-815F-478A-9C43-BA574BB7D304}" type="slidenum">
              <a:rPr lang="en-US" smtClean="0"/>
              <a:t>13</a:t>
            </a:fld>
            <a:endParaRPr lang="en-US" dirty="0"/>
          </a:p>
        </p:txBody>
      </p:sp>
    </p:spTree>
    <p:extLst>
      <p:ext uri="{BB962C8B-B14F-4D97-AF65-F5344CB8AC3E}">
        <p14:creationId xmlns:p14="http://schemas.microsoft.com/office/powerpoint/2010/main" val="24026196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A9F0639-3C44-4DD3-BC74-AABD59B1DABC}"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51734676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A9F0639-3C44-4DD3-BC74-AABD59B1DABC}"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3608485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A9F0639-3C44-4DD3-BC74-AABD59B1DABC}"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26111259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2A1C576-9DAB-472B-96D1-5DE6488B758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83813045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A9F0639-3C44-4DD3-BC74-AABD59B1DABC}"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84538109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42DDAC-3E8F-00F4-870D-11D4AC9063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CFC6D5-9AE1-4A1B-5EF4-ADF9BC18E0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44E4B7-08DC-C178-AF03-4CBBB5E8E8A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39BC05E-1651-E67D-BB88-459C105EB4BF}"/>
              </a:ext>
            </a:extLst>
          </p:cNvPr>
          <p:cNvSpPr>
            <a:spLocks noGrp="1"/>
          </p:cNvSpPr>
          <p:nvPr>
            <p:ph type="sldNum" sz="quarter" idx="5"/>
          </p:nvPr>
        </p:nvSpPr>
        <p:spPr/>
        <p:txBody>
          <a:bodyPr/>
          <a:lstStyle/>
          <a:p>
            <a:fld id="{807AD4EC-815F-478A-9C43-BA574BB7D304}" type="slidenum">
              <a:rPr lang="en-US" smtClean="0"/>
              <a:t>19</a:t>
            </a:fld>
            <a:endParaRPr lang="en-US" dirty="0"/>
          </a:p>
        </p:txBody>
      </p:sp>
    </p:spTree>
    <p:extLst>
      <p:ext uri="{BB962C8B-B14F-4D97-AF65-F5344CB8AC3E}">
        <p14:creationId xmlns:p14="http://schemas.microsoft.com/office/powerpoint/2010/main" val="326359374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information.</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31AF2C-AB51-4BD1-9D12-186B047EAEE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22915490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E6EE821-169B-4FC0-8F28-DE6D30EE466C}"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30725483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31AF2C-AB51-4BD1-9D12-186B047EAEE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03812654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309DF94-0330-4FA5-82AA-CABA5C377782}"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29447256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FD450B-BA30-9C81-3A4D-141EB0AC28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F714F2-7A8E-F6ED-BB98-319809D97D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C229AC-641F-4F3E-378F-D6F6D30C57D1}"/>
              </a:ext>
            </a:extLst>
          </p:cNvPr>
          <p:cNvSpPr>
            <a:spLocks noGrp="1"/>
          </p:cNvSpPr>
          <p:nvPr>
            <p:ph type="body" idx="1"/>
          </p:nvPr>
        </p:nvSpPr>
        <p:spPr/>
        <p:txBody>
          <a:bodyPr/>
          <a:lstStyle/>
          <a:p>
            <a:r>
              <a:rPr lang="en-US" dirty="0"/>
              <a:t>.</a:t>
            </a:r>
          </a:p>
        </p:txBody>
      </p:sp>
      <p:sp>
        <p:nvSpPr>
          <p:cNvPr id="4" name="Slide Number Placeholder 3">
            <a:extLst>
              <a:ext uri="{FF2B5EF4-FFF2-40B4-BE49-F238E27FC236}">
                <a16:creationId xmlns:a16="http://schemas.microsoft.com/office/drawing/2014/main" id="{A946A838-AF5D-5A0C-E1AF-E60771731F0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309DF94-0330-4FA5-82AA-CABA5C377782}"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210082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D09C31C-5017-43C2-B156-159064BA7B78}"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26909763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D09C31C-5017-43C2-B156-159064BA7B78}"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952451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D09C31C-5017-43C2-B156-159064BA7B78}"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3624779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D09C31C-5017-43C2-B156-159064BA7B78}"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62380603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858D76A-3060-49CF-9DC5-073EEBF323CB}"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36055363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309DF94-0330-4FA5-82AA-CABA5C377782}"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10271302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C9E954-888A-318F-8AAD-9033A29368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AD5188-CA8B-00D1-7EF5-B052D3A03D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D6781C-0558-A93E-3FC9-9E7404232D7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2F91EEE-AE5A-F464-F48E-EA2FACA97E7D}"/>
              </a:ext>
            </a:extLst>
          </p:cNvPr>
          <p:cNvSpPr>
            <a:spLocks noGrp="1"/>
          </p:cNvSpPr>
          <p:nvPr>
            <p:ph type="sldNum" sz="quarter" idx="5"/>
          </p:nvPr>
        </p:nvSpPr>
        <p:spPr/>
        <p:txBody>
          <a:bodyPr/>
          <a:lstStyle/>
          <a:p>
            <a:fld id="{807AD4EC-815F-478A-9C43-BA574BB7D304}" type="slidenum">
              <a:rPr lang="en-US" smtClean="0"/>
              <a:t>31</a:t>
            </a:fld>
            <a:endParaRPr lang="en-US" dirty="0"/>
          </a:p>
        </p:txBody>
      </p:sp>
    </p:spTree>
    <p:extLst>
      <p:ext uri="{BB962C8B-B14F-4D97-AF65-F5344CB8AC3E}">
        <p14:creationId xmlns:p14="http://schemas.microsoft.com/office/powerpoint/2010/main" val="229009568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D09C31C-5017-43C2-B156-159064BA7B78}"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54342061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D09C31C-5017-43C2-B156-159064BA7B78}"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3796992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
This slide references information from the following file: https://lakshmanagandhicaboglobal-my.sharepoint.com/personal/venu_madhav_icaboglobal_com/Documents/Desktop/MIT-MAHE/Banking%20Tech%20Course/Class%208%20to%2010/Class%209/Class%209%20-%20Core%20Banking%20Platform%20Engineering%20-%20Key%20Application%20Design%20Principles.pptx?web=1,https://lakshmanagandhicaboglobal-my.sharepoint.com/personal/lakshmana_gandh_icaboglobal_com/_layouts/15/Doc.aspx?sourcedoc=%7B65F7FD46-24A3-4E89-8CCF-D158B166B290%7D&amp;file=Technology%20Stack%20Selection%20for%20iCABO%201.pptx&amp;action=edit&amp;mobileredirect=true&amp;DefaultItemOpen=1
There are several types of data masking techniques, each suited to different use cases and security requirements. Static Data Masking (SDM) involves creating a copy of the original data and replacing sensitive information with fake but realistic data. This is commonly used in non-production environments such as testing and development. Dynamic Data Masking (DDM), on the other hand, masks data in real-time based on user roles and permissions, ensuring that only authorized users can view sensitive information. Tokenization replaces sensitive data with non-sensitive placeholders or tokens that cannot be reverse-engineered without special access. These tokens are used in applications in place of the original data, enhancing security while maintaining functionality. Each of these methods plays a vital role in protecting data across various operational contexts, and their implementation depends on the specific needs of the organization.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9A63C0D-DC81-45E6-917A-BCB4425F61AF}" type="slidenum">
              <a:rPr kumimoji="0"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6900518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D09C31C-5017-43C2-B156-159064BA7B78}"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4073167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EA61C8-8C89-FF9A-3D99-78788B73BA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15EA42-5229-93AB-CAB1-5B735546C2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FAA0A6-57CB-9A3D-B87A-263134CA1B5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737E7FD-4C61-816D-8F89-6C227207DE4B}"/>
              </a:ext>
            </a:extLst>
          </p:cNvPr>
          <p:cNvSpPr>
            <a:spLocks noGrp="1"/>
          </p:cNvSpPr>
          <p:nvPr>
            <p:ph type="sldNum" sz="quarter" idx="5"/>
          </p:nvPr>
        </p:nvSpPr>
        <p:spPr/>
        <p:txBody>
          <a:bodyPr/>
          <a:lstStyle/>
          <a:p>
            <a:fld id="{807AD4EC-815F-478A-9C43-BA574BB7D304}" type="slidenum">
              <a:rPr lang="en-US" smtClean="0"/>
              <a:t>36</a:t>
            </a:fld>
            <a:endParaRPr lang="en-US" dirty="0"/>
          </a:p>
        </p:txBody>
      </p:sp>
    </p:spTree>
    <p:extLst>
      <p:ext uri="{BB962C8B-B14F-4D97-AF65-F5344CB8AC3E}">
        <p14:creationId xmlns:p14="http://schemas.microsoft.com/office/powerpoint/2010/main" val="407284092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8EFF46E-6B43-41F9-9272-B566D03A251C}" type="slidenum">
              <a:rPr lang="en-US" smtClean="0"/>
              <a:t>37</a:t>
            </a:fld>
            <a:endParaRPr lang="en-US" dirty="0"/>
          </a:p>
        </p:txBody>
      </p:sp>
    </p:spTree>
    <p:extLst>
      <p:ext uri="{BB962C8B-B14F-4D97-AF65-F5344CB8AC3E}">
        <p14:creationId xmlns:p14="http://schemas.microsoft.com/office/powerpoint/2010/main" val="405415491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8EFF46E-6B43-41F9-9272-B566D03A251C}" type="slidenum">
              <a:rPr lang="en-US" smtClean="0"/>
              <a:t>38</a:t>
            </a:fld>
            <a:endParaRPr lang="en-US" dirty="0"/>
          </a:p>
        </p:txBody>
      </p:sp>
    </p:spTree>
    <p:extLst>
      <p:ext uri="{BB962C8B-B14F-4D97-AF65-F5344CB8AC3E}">
        <p14:creationId xmlns:p14="http://schemas.microsoft.com/office/powerpoint/2010/main" val="109849610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D09C31C-5017-43C2-B156-159064BA7B78}"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67440907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57BF1FE-79BE-431C-8004-8B2992B64786}"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63045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D09C31C-5017-43C2-B156-159064BA7B78}"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3342392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D09C31C-5017-43C2-B156-159064BA7B78}"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8166611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D09C31C-5017-43C2-B156-159064BA7B78}"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31605735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D09C31C-5017-43C2-B156-159064BA7B78}"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88182561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D09C31C-5017-43C2-B156-159064BA7B78}"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06654269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BCADE1-1CCB-69C7-130E-F1AD8D109B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5708D1-9CF3-73BB-DD34-8E39AD92A6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0C9B98-380F-5C32-C10B-141475F91C2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3123D92-B2EF-F31C-FC28-A8E88F99D27E}"/>
              </a:ext>
            </a:extLst>
          </p:cNvPr>
          <p:cNvSpPr>
            <a:spLocks noGrp="1"/>
          </p:cNvSpPr>
          <p:nvPr>
            <p:ph type="sldNum" sz="quarter" idx="5"/>
          </p:nvPr>
        </p:nvSpPr>
        <p:spPr/>
        <p:txBody>
          <a:bodyPr/>
          <a:lstStyle/>
          <a:p>
            <a:fld id="{807AD4EC-815F-478A-9C43-BA574BB7D304}" type="slidenum">
              <a:rPr lang="en-US" smtClean="0"/>
              <a:t>46</a:t>
            </a:fld>
            <a:endParaRPr lang="en-US" dirty="0"/>
          </a:p>
        </p:txBody>
      </p:sp>
    </p:spTree>
    <p:extLst>
      <p:ext uri="{BB962C8B-B14F-4D97-AF65-F5344CB8AC3E}">
        <p14:creationId xmlns:p14="http://schemas.microsoft.com/office/powerpoint/2010/main" val="159784207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2CA31A8-183E-45F6-9133-F6DB4DFD2BD4}"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0121301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7124D-A29E-4E53-84E4-7DD3C023B9A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544252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7124D-A29E-4E53-84E4-7DD3C023B9A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88611190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87124D-A29E-4E53-84E4-7DD3C023B9A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50</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45897660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B3E6ED1-27AD-490B-A5AB-64DB66538000}"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51</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0015642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3.xml"/></Relationships>
</file>

<file path=ppt/slideLayouts/_rels/slideLayout10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3.xml"/></Relationships>
</file>

<file path=ppt/slideLayouts/_rels/slideLayout10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3.xml"/></Relationships>
</file>

<file path=ppt/slideLayouts/_rels/slideLayout10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3.xml"/></Relationships>
</file>

<file path=ppt/slideLayouts/_rels/slideLayout106.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3.xml"/></Relationships>
</file>

<file path=ppt/slideLayouts/_rels/slideLayout10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3.xml"/></Relationships>
</file>

<file path=ppt/slideLayouts/_rels/slideLayout10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3.xml"/></Relationships>
</file>

<file path=ppt/slideLayouts/_rels/slideLayout109.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3.xml"/></Relationships>
</file>

<file path=ppt/slideLayouts/_rels/slideLayout110.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3.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3.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4.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4.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6.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4.xml"/></Relationships>
</file>

<file path=ppt/slideLayouts/_rels/slideLayout137.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4.xml"/></Relationships>
</file>

<file path=ppt/slideLayouts/_rels/slideLayout138.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4.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6.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4.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5.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Master" Target="../slideMasters/slideMaster4.xml"/></Relationships>
</file>

<file path=ppt/slideLayouts/_rels/slideLayout156.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Master" Target="../slideMasters/slideMaster4.xml"/></Relationships>
</file>

<file path=ppt/slideLayouts/_rels/slideLayout157.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Master" Target="../slideMasters/slideMaster4.xml"/></Relationships>
</file>

<file path=ppt/slideLayouts/_rels/slideLayout158.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4.xml"/></Relationships>
</file>

<file path=ppt/slideLayouts/_rels/slideLayout159.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4.xml"/></Relationships>
</file>

<file path=ppt/slideLayouts/_rels/slideLayout160.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4.xml"/></Relationships>
</file>

<file path=ppt/slideLayouts/_rels/slideLayout161.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4.xml"/></Relationships>
</file>

<file path=ppt/slideLayouts/_rels/slideLayout162.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4.xml"/></Relationships>
</file>

<file path=ppt/slideLayouts/_rels/slideLayout163.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Master" Target="../slideMasters/slideMaster4.xml"/></Relationships>
</file>

<file path=ppt/slideLayouts/_rels/slideLayout164.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Master" Target="../slideMasters/slideMaster4.xml"/></Relationships>
</file>

<file path=ppt/slideLayouts/_rels/slideLayout165.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Master" Target="../slideMasters/slideMaster4.xml"/></Relationships>
</file>

<file path=ppt/slideLayouts/_rels/slideLayout166.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Master" Target="../slideMasters/slideMaster4.xml"/></Relationships>
</file>

<file path=ppt/slideLayouts/_rels/slideLayout167.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4.xml"/></Relationships>
</file>

<file path=ppt/slideLayouts/_rels/slideLayout168.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4.xml"/></Relationships>
</file>

<file path=ppt/slideLayouts/_rels/slideLayout169.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4.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5.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Master" Target="../slideMasters/slideMaster4.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5E1DE1-D879-5C8D-04DB-2B561ECC6906}"/>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65F48A85-35F4-DACD-9A0B-2EF4B714317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B3DE40EF-C1D0-121E-7E7F-172CCBCC6DE6}"/>
              </a:ext>
            </a:extLst>
          </p:cNvPr>
          <p:cNvSpPr>
            <a:spLocks noGrp="1"/>
          </p:cNvSpPr>
          <p:nvPr>
            <p:ph type="dt" sz="half" idx="10"/>
          </p:nvPr>
        </p:nvSpPr>
        <p:spPr/>
        <p:txBody>
          <a:bodyPr/>
          <a:lstStyle/>
          <a:p>
            <a:fld id="{2E528C14-DE3D-40A3-9646-4D7159F42A9A}" type="datetimeFigureOut">
              <a:rPr lang="en-US" smtClean="0"/>
              <a:t>11/5/2025</a:t>
            </a:fld>
            <a:endParaRPr lang="en-US" dirty="0"/>
          </a:p>
        </p:txBody>
      </p:sp>
      <p:sp>
        <p:nvSpPr>
          <p:cNvPr id="5" name="Footer Placeholder 4">
            <a:extLst>
              <a:ext uri="{FF2B5EF4-FFF2-40B4-BE49-F238E27FC236}">
                <a16:creationId xmlns:a16="http://schemas.microsoft.com/office/drawing/2014/main" id="{09B6578E-CB21-7296-317E-9782366CD57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6FFB347-1CCB-50AD-DB5C-C24BD302730C}"/>
              </a:ext>
            </a:extLst>
          </p:cNvPr>
          <p:cNvSpPr>
            <a:spLocks noGrp="1"/>
          </p:cNvSpPr>
          <p:nvPr>
            <p:ph type="sldNum" sz="quarter" idx="12"/>
          </p:nvPr>
        </p:nvSpPr>
        <p:spPr/>
        <p:txBody>
          <a:bodyPr/>
          <a:lstStyle/>
          <a:p>
            <a:fld id="{44B1C2C9-384B-44AD-B393-4606460C6BD2}" type="slidenum">
              <a:rPr lang="en-US" smtClean="0"/>
              <a:t>‹#›</a:t>
            </a:fld>
            <a:endParaRPr lang="en-US" dirty="0"/>
          </a:p>
        </p:txBody>
      </p:sp>
    </p:spTree>
    <p:extLst>
      <p:ext uri="{BB962C8B-B14F-4D97-AF65-F5344CB8AC3E}">
        <p14:creationId xmlns:p14="http://schemas.microsoft.com/office/powerpoint/2010/main" val="40136430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BDA5E1-12B4-8487-2E4F-6E3A35C58AD9}"/>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171BCBCE-D7E5-D34F-7123-EB6FBB803A65}"/>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9C83AEB-8538-B1C6-D533-4B5C12998A31}"/>
              </a:ext>
            </a:extLst>
          </p:cNvPr>
          <p:cNvSpPr>
            <a:spLocks noGrp="1"/>
          </p:cNvSpPr>
          <p:nvPr>
            <p:ph type="dt" sz="half" idx="10"/>
          </p:nvPr>
        </p:nvSpPr>
        <p:spPr/>
        <p:txBody>
          <a:bodyPr/>
          <a:lstStyle/>
          <a:p>
            <a:fld id="{2E528C14-DE3D-40A3-9646-4D7159F42A9A}" type="datetimeFigureOut">
              <a:rPr lang="en-US" smtClean="0"/>
              <a:t>11/5/2025</a:t>
            </a:fld>
            <a:endParaRPr lang="en-US" dirty="0"/>
          </a:p>
        </p:txBody>
      </p:sp>
      <p:sp>
        <p:nvSpPr>
          <p:cNvPr id="5" name="Footer Placeholder 4">
            <a:extLst>
              <a:ext uri="{FF2B5EF4-FFF2-40B4-BE49-F238E27FC236}">
                <a16:creationId xmlns:a16="http://schemas.microsoft.com/office/drawing/2014/main" id="{E9CA9696-7D03-8795-D186-FA50CB3A867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3D620C2-85F4-6F4C-3B8B-275A79F3BC71}"/>
              </a:ext>
            </a:extLst>
          </p:cNvPr>
          <p:cNvSpPr>
            <a:spLocks noGrp="1"/>
          </p:cNvSpPr>
          <p:nvPr>
            <p:ph type="sldNum" sz="quarter" idx="12"/>
          </p:nvPr>
        </p:nvSpPr>
        <p:spPr/>
        <p:txBody>
          <a:bodyPr/>
          <a:lstStyle/>
          <a:p>
            <a:fld id="{44B1C2C9-384B-44AD-B393-4606460C6BD2}" type="slidenum">
              <a:rPr lang="en-US" smtClean="0"/>
              <a:t>‹#›</a:t>
            </a:fld>
            <a:endParaRPr lang="en-US" dirty="0"/>
          </a:p>
        </p:txBody>
      </p:sp>
    </p:spTree>
    <p:extLst>
      <p:ext uri="{BB962C8B-B14F-4D97-AF65-F5344CB8AC3E}">
        <p14:creationId xmlns:p14="http://schemas.microsoft.com/office/powerpoint/2010/main" val="6285102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F31263-1524-45D8-0E61-532E33100BBE}"/>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7CD98D25-9855-5564-5A18-9C8275FEC9E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A62E8CD-5CF4-4D7A-5C78-0DFF5D6A901D}"/>
              </a:ext>
            </a:extLst>
          </p:cNvPr>
          <p:cNvSpPr>
            <a:spLocks noGrp="1"/>
          </p:cNvSpPr>
          <p:nvPr>
            <p:ph type="dt" sz="half" idx="10"/>
          </p:nvPr>
        </p:nvSpPr>
        <p:spPr/>
        <p:txBody>
          <a:bodyPr/>
          <a:lstStyle/>
          <a:p>
            <a:fld id="{2E528C14-DE3D-40A3-9646-4D7159F42A9A}" type="datetimeFigureOut">
              <a:rPr lang="en-US" smtClean="0"/>
              <a:t>11/5/2025</a:t>
            </a:fld>
            <a:endParaRPr lang="en-US" dirty="0"/>
          </a:p>
        </p:txBody>
      </p:sp>
      <p:sp>
        <p:nvSpPr>
          <p:cNvPr id="5" name="Footer Placeholder 4">
            <a:extLst>
              <a:ext uri="{FF2B5EF4-FFF2-40B4-BE49-F238E27FC236}">
                <a16:creationId xmlns:a16="http://schemas.microsoft.com/office/drawing/2014/main" id="{CE3BFD77-3F90-C828-4B5D-1DCEAFA2D62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8532F0E-2839-EF2C-63FA-6B79378E891E}"/>
              </a:ext>
            </a:extLst>
          </p:cNvPr>
          <p:cNvSpPr>
            <a:spLocks noGrp="1"/>
          </p:cNvSpPr>
          <p:nvPr>
            <p:ph type="sldNum" sz="quarter" idx="12"/>
          </p:nvPr>
        </p:nvSpPr>
        <p:spPr/>
        <p:txBody>
          <a:bodyPr/>
          <a:lstStyle/>
          <a:p>
            <a:fld id="{44B1C2C9-384B-44AD-B393-4606460C6BD2}" type="slidenum">
              <a:rPr lang="en-US" smtClean="0"/>
              <a:t>‹#›</a:t>
            </a:fld>
            <a:endParaRPr lang="en-US" dirty="0"/>
          </a:p>
        </p:txBody>
      </p:sp>
    </p:spTree>
    <p:extLst>
      <p:ext uri="{BB962C8B-B14F-4D97-AF65-F5344CB8AC3E}">
        <p14:creationId xmlns:p14="http://schemas.microsoft.com/office/powerpoint/2010/main" val="18079156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B3DE1-BEFC-B085-72C2-1655AF8CCC4F}"/>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DC6054C5-0111-7BC9-B767-1350A82BC926}"/>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0580F6CB-ADC4-055C-D0E2-F9BD122A91F2}"/>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43D5EF25-AF51-1A6D-DCFE-C65CF9ECD656}"/>
              </a:ext>
            </a:extLst>
          </p:cNvPr>
          <p:cNvSpPr>
            <a:spLocks noGrp="1"/>
          </p:cNvSpPr>
          <p:nvPr>
            <p:ph type="dt" sz="half" idx="10"/>
          </p:nvPr>
        </p:nvSpPr>
        <p:spPr/>
        <p:txBody>
          <a:bodyPr/>
          <a:lstStyle/>
          <a:p>
            <a:fld id="{2E528C14-DE3D-40A3-9646-4D7159F42A9A}" type="datetimeFigureOut">
              <a:rPr lang="en-US" smtClean="0"/>
              <a:t>11/5/2025</a:t>
            </a:fld>
            <a:endParaRPr lang="en-US" dirty="0"/>
          </a:p>
        </p:txBody>
      </p:sp>
      <p:sp>
        <p:nvSpPr>
          <p:cNvPr id="6" name="Footer Placeholder 5">
            <a:extLst>
              <a:ext uri="{FF2B5EF4-FFF2-40B4-BE49-F238E27FC236}">
                <a16:creationId xmlns:a16="http://schemas.microsoft.com/office/drawing/2014/main" id="{F734B631-6960-AC49-8B35-B3B25FA58030}"/>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0F8BF172-B6D5-9715-9633-91192D2C1A0B}"/>
              </a:ext>
            </a:extLst>
          </p:cNvPr>
          <p:cNvSpPr>
            <a:spLocks noGrp="1"/>
          </p:cNvSpPr>
          <p:nvPr>
            <p:ph type="sldNum" sz="quarter" idx="12"/>
          </p:nvPr>
        </p:nvSpPr>
        <p:spPr/>
        <p:txBody>
          <a:bodyPr/>
          <a:lstStyle/>
          <a:p>
            <a:fld id="{44B1C2C9-384B-44AD-B393-4606460C6BD2}" type="slidenum">
              <a:rPr lang="en-US" smtClean="0"/>
              <a:t>‹#›</a:t>
            </a:fld>
            <a:endParaRPr lang="en-US" dirty="0"/>
          </a:p>
        </p:txBody>
      </p:sp>
    </p:spTree>
    <p:extLst>
      <p:ext uri="{BB962C8B-B14F-4D97-AF65-F5344CB8AC3E}">
        <p14:creationId xmlns:p14="http://schemas.microsoft.com/office/powerpoint/2010/main" val="12581116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9EBCF0-898F-DAF3-87A2-E4E48E3CA7F7}"/>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08351DE-7C85-445F-9024-3E9AD2A4896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B5BD0D16-A809-8322-6044-772913C22EBB}"/>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AB57DB27-D309-0C73-1821-06EF88C4945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A0BCD020-1700-FAA1-9B25-6B8443D8B84F}"/>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02282001-168D-FAD3-3E93-779F4B110FB5}"/>
              </a:ext>
            </a:extLst>
          </p:cNvPr>
          <p:cNvSpPr>
            <a:spLocks noGrp="1"/>
          </p:cNvSpPr>
          <p:nvPr>
            <p:ph type="dt" sz="half" idx="10"/>
          </p:nvPr>
        </p:nvSpPr>
        <p:spPr/>
        <p:txBody>
          <a:bodyPr/>
          <a:lstStyle/>
          <a:p>
            <a:fld id="{2E528C14-DE3D-40A3-9646-4D7159F42A9A}" type="datetimeFigureOut">
              <a:rPr lang="en-US" smtClean="0"/>
              <a:t>11/5/2025</a:t>
            </a:fld>
            <a:endParaRPr lang="en-US" dirty="0"/>
          </a:p>
        </p:txBody>
      </p:sp>
      <p:sp>
        <p:nvSpPr>
          <p:cNvPr id="8" name="Footer Placeholder 7">
            <a:extLst>
              <a:ext uri="{FF2B5EF4-FFF2-40B4-BE49-F238E27FC236}">
                <a16:creationId xmlns:a16="http://schemas.microsoft.com/office/drawing/2014/main" id="{D18E423E-D76C-CA1F-978B-3820D9481F7C}"/>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AB200FFC-D457-1D04-1262-80A3D61F4204}"/>
              </a:ext>
            </a:extLst>
          </p:cNvPr>
          <p:cNvSpPr>
            <a:spLocks noGrp="1"/>
          </p:cNvSpPr>
          <p:nvPr>
            <p:ph type="sldNum" sz="quarter" idx="12"/>
          </p:nvPr>
        </p:nvSpPr>
        <p:spPr/>
        <p:txBody>
          <a:bodyPr/>
          <a:lstStyle/>
          <a:p>
            <a:fld id="{44B1C2C9-384B-44AD-B393-4606460C6BD2}" type="slidenum">
              <a:rPr lang="en-US" smtClean="0"/>
              <a:t>‹#›</a:t>
            </a:fld>
            <a:endParaRPr lang="en-US" dirty="0"/>
          </a:p>
        </p:txBody>
      </p:sp>
    </p:spTree>
    <p:extLst>
      <p:ext uri="{BB962C8B-B14F-4D97-AF65-F5344CB8AC3E}">
        <p14:creationId xmlns:p14="http://schemas.microsoft.com/office/powerpoint/2010/main" val="35420746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63BAB-ECA6-4866-9DEF-2DACBD08EB97}"/>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829AFBE7-6FFB-88B1-9DD7-B290C0FE1D90}"/>
              </a:ext>
            </a:extLst>
          </p:cNvPr>
          <p:cNvSpPr>
            <a:spLocks noGrp="1"/>
          </p:cNvSpPr>
          <p:nvPr>
            <p:ph type="dt" sz="half" idx="10"/>
          </p:nvPr>
        </p:nvSpPr>
        <p:spPr/>
        <p:txBody>
          <a:bodyPr/>
          <a:lstStyle/>
          <a:p>
            <a:fld id="{2E528C14-DE3D-40A3-9646-4D7159F42A9A}" type="datetimeFigureOut">
              <a:rPr lang="en-US" smtClean="0"/>
              <a:t>11/5/2025</a:t>
            </a:fld>
            <a:endParaRPr lang="en-US" dirty="0"/>
          </a:p>
        </p:txBody>
      </p:sp>
      <p:sp>
        <p:nvSpPr>
          <p:cNvPr id="4" name="Footer Placeholder 3">
            <a:extLst>
              <a:ext uri="{FF2B5EF4-FFF2-40B4-BE49-F238E27FC236}">
                <a16:creationId xmlns:a16="http://schemas.microsoft.com/office/drawing/2014/main" id="{36D8E0C9-9E53-A8D3-9802-C6BDB77037BE}"/>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3AEA50EB-C0D6-17B0-0B73-EF3320F20FDA}"/>
              </a:ext>
            </a:extLst>
          </p:cNvPr>
          <p:cNvSpPr>
            <a:spLocks noGrp="1"/>
          </p:cNvSpPr>
          <p:nvPr>
            <p:ph type="sldNum" sz="quarter" idx="12"/>
          </p:nvPr>
        </p:nvSpPr>
        <p:spPr/>
        <p:txBody>
          <a:bodyPr/>
          <a:lstStyle/>
          <a:p>
            <a:fld id="{44B1C2C9-384B-44AD-B393-4606460C6BD2}" type="slidenum">
              <a:rPr lang="en-US" smtClean="0"/>
              <a:t>‹#›</a:t>
            </a:fld>
            <a:endParaRPr lang="en-US" dirty="0"/>
          </a:p>
        </p:txBody>
      </p:sp>
    </p:spTree>
    <p:extLst>
      <p:ext uri="{BB962C8B-B14F-4D97-AF65-F5344CB8AC3E}">
        <p14:creationId xmlns:p14="http://schemas.microsoft.com/office/powerpoint/2010/main" val="35424480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EA473BB-4DEE-40FB-3481-38B88D59AE7D}"/>
              </a:ext>
            </a:extLst>
          </p:cNvPr>
          <p:cNvSpPr>
            <a:spLocks noGrp="1"/>
          </p:cNvSpPr>
          <p:nvPr>
            <p:ph type="dt" sz="half" idx="10"/>
          </p:nvPr>
        </p:nvSpPr>
        <p:spPr/>
        <p:txBody>
          <a:bodyPr/>
          <a:lstStyle/>
          <a:p>
            <a:fld id="{2E528C14-DE3D-40A3-9646-4D7159F42A9A}" type="datetimeFigureOut">
              <a:rPr lang="en-US" smtClean="0"/>
              <a:t>11/5/2025</a:t>
            </a:fld>
            <a:endParaRPr lang="en-US" dirty="0"/>
          </a:p>
        </p:txBody>
      </p:sp>
      <p:sp>
        <p:nvSpPr>
          <p:cNvPr id="3" name="Footer Placeholder 2">
            <a:extLst>
              <a:ext uri="{FF2B5EF4-FFF2-40B4-BE49-F238E27FC236}">
                <a16:creationId xmlns:a16="http://schemas.microsoft.com/office/drawing/2014/main" id="{E8878F30-30F8-4F05-967F-8C0749B6CE3A}"/>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5B7F2EA6-22AA-1B3C-047D-C3C5D9496988}"/>
              </a:ext>
            </a:extLst>
          </p:cNvPr>
          <p:cNvSpPr>
            <a:spLocks noGrp="1"/>
          </p:cNvSpPr>
          <p:nvPr>
            <p:ph type="sldNum" sz="quarter" idx="12"/>
          </p:nvPr>
        </p:nvSpPr>
        <p:spPr/>
        <p:txBody>
          <a:bodyPr/>
          <a:lstStyle/>
          <a:p>
            <a:fld id="{44B1C2C9-384B-44AD-B393-4606460C6BD2}" type="slidenum">
              <a:rPr lang="en-US" smtClean="0"/>
              <a:t>‹#›</a:t>
            </a:fld>
            <a:endParaRPr lang="en-US" dirty="0"/>
          </a:p>
        </p:txBody>
      </p:sp>
    </p:spTree>
    <p:extLst>
      <p:ext uri="{BB962C8B-B14F-4D97-AF65-F5344CB8AC3E}">
        <p14:creationId xmlns:p14="http://schemas.microsoft.com/office/powerpoint/2010/main" val="37458386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4FD6AD-3075-0D55-1481-078717199FE8}"/>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02F8D505-F3C2-0EA0-70DA-DF1D87F5D7B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81F942F4-3979-A4C2-7ACE-3051470C67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62DE06D4-A4B7-0E69-69EB-ED2766DB56D5}"/>
              </a:ext>
            </a:extLst>
          </p:cNvPr>
          <p:cNvSpPr>
            <a:spLocks noGrp="1"/>
          </p:cNvSpPr>
          <p:nvPr>
            <p:ph type="dt" sz="half" idx="10"/>
          </p:nvPr>
        </p:nvSpPr>
        <p:spPr/>
        <p:txBody>
          <a:bodyPr/>
          <a:lstStyle/>
          <a:p>
            <a:fld id="{2E528C14-DE3D-40A3-9646-4D7159F42A9A}" type="datetimeFigureOut">
              <a:rPr lang="en-US" smtClean="0"/>
              <a:t>11/5/2025</a:t>
            </a:fld>
            <a:endParaRPr lang="en-US" dirty="0"/>
          </a:p>
        </p:txBody>
      </p:sp>
      <p:sp>
        <p:nvSpPr>
          <p:cNvPr id="6" name="Footer Placeholder 5">
            <a:extLst>
              <a:ext uri="{FF2B5EF4-FFF2-40B4-BE49-F238E27FC236}">
                <a16:creationId xmlns:a16="http://schemas.microsoft.com/office/drawing/2014/main" id="{1CE01D2B-4FF1-D604-4610-9CBADA59543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DEC8645-9E46-69FE-7075-4FC23F9D1B93}"/>
              </a:ext>
            </a:extLst>
          </p:cNvPr>
          <p:cNvSpPr>
            <a:spLocks noGrp="1"/>
          </p:cNvSpPr>
          <p:nvPr>
            <p:ph type="sldNum" sz="quarter" idx="12"/>
          </p:nvPr>
        </p:nvSpPr>
        <p:spPr/>
        <p:txBody>
          <a:bodyPr/>
          <a:lstStyle/>
          <a:p>
            <a:fld id="{44B1C2C9-384B-44AD-B393-4606460C6BD2}" type="slidenum">
              <a:rPr lang="en-US" smtClean="0"/>
              <a:t>‹#›</a:t>
            </a:fld>
            <a:endParaRPr lang="en-US" dirty="0"/>
          </a:p>
        </p:txBody>
      </p:sp>
    </p:spTree>
    <p:extLst>
      <p:ext uri="{BB962C8B-B14F-4D97-AF65-F5344CB8AC3E}">
        <p14:creationId xmlns:p14="http://schemas.microsoft.com/office/powerpoint/2010/main" val="40876518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6E3CEB-6A4C-6BC0-49AF-46E3B236686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FB4130C4-2083-D7C4-429E-B76FC741D59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941A4941-3380-DA2A-55C8-4A550837A82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080F2D84-1415-8470-0398-3967681B6C44}"/>
              </a:ext>
            </a:extLst>
          </p:cNvPr>
          <p:cNvSpPr>
            <a:spLocks noGrp="1"/>
          </p:cNvSpPr>
          <p:nvPr>
            <p:ph type="dt" sz="half" idx="10"/>
          </p:nvPr>
        </p:nvSpPr>
        <p:spPr/>
        <p:txBody>
          <a:bodyPr/>
          <a:lstStyle/>
          <a:p>
            <a:fld id="{2E528C14-DE3D-40A3-9646-4D7159F42A9A}" type="datetimeFigureOut">
              <a:rPr lang="en-US" smtClean="0"/>
              <a:t>11/5/2025</a:t>
            </a:fld>
            <a:endParaRPr lang="en-US" dirty="0"/>
          </a:p>
        </p:txBody>
      </p:sp>
      <p:sp>
        <p:nvSpPr>
          <p:cNvPr id="6" name="Footer Placeholder 5">
            <a:extLst>
              <a:ext uri="{FF2B5EF4-FFF2-40B4-BE49-F238E27FC236}">
                <a16:creationId xmlns:a16="http://schemas.microsoft.com/office/drawing/2014/main" id="{64EA777B-B567-C515-10F8-13DF324D557E}"/>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B8DB59F-4858-287E-FFC4-768CE8873D72}"/>
              </a:ext>
            </a:extLst>
          </p:cNvPr>
          <p:cNvSpPr>
            <a:spLocks noGrp="1"/>
          </p:cNvSpPr>
          <p:nvPr>
            <p:ph type="sldNum" sz="quarter" idx="12"/>
          </p:nvPr>
        </p:nvSpPr>
        <p:spPr/>
        <p:txBody>
          <a:bodyPr/>
          <a:lstStyle/>
          <a:p>
            <a:fld id="{44B1C2C9-384B-44AD-B393-4606460C6BD2}" type="slidenum">
              <a:rPr lang="en-US" smtClean="0"/>
              <a:t>‹#›</a:t>
            </a:fld>
            <a:endParaRPr lang="en-US" dirty="0"/>
          </a:p>
        </p:txBody>
      </p:sp>
    </p:spTree>
    <p:extLst>
      <p:ext uri="{BB962C8B-B14F-4D97-AF65-F5344CB8AC3E}">
        <p14:creationId xmlns:p14="http://schemas.microsoft.com/office/powerpoint/2010/main" val="39469463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0A9D9B-A688-A38A-EF69-FAE77B2D4C60}"/>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30D6E3B-DDCB-1325-2D26-2D5219C78EFF}"/>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65ABFA2-955B-C27B-1E10-AC0307D9080E}"/>
              </a:ext>
            </a:extLst>
          </p:cNvPr>
          <p:cNvSpPr>
            <a:spLocks noGrp="1"/>
          </p:cNvSpPr>
          <p:nvPr>
            <p:ph type="dt" sz="half" idx="10"/>
          </p:nvPr>
        </p:nvSpPr>
        <p:spPr/>
        <p:txBody>
          <a:bodyPr/>
          <a:lstStyle/>
          <a:p>
            <a:fld id="{2E528C14-DE3D-40A3-9646-4D7159F42A9A}" type="datetimeFigureOut">
              <a:rPr lang="en-US" smtClean="0"/>
              <a:t>11/5/2025</a:t>
            </a:fld>
            <a:endParaRPr lang="en-US" dirty="0"/>
          </a:p>
        </p:txBody>
      </p:sp>
      <p:sp>
        <p:nvSpPr>
          <p:cNvPr id="5" name="Footer Placeholder 4">
            <a:extLst>
              <a:ext uri="{FF2B5EF4-FFF2-40B4-BE49-F238E27FC236}">
                <a16:creationId xmlns:a16="http://schemas.microsoft.com/office/drawing/2014/main" id="{20DBD6C2-75E5-940F-D299-2CE6B3A011E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2FF4C05-8E7B-AF11-088F-36E600DB363F}"/>
              </a:ext>
            </a:extLst>
          </p:cNvPr>
          <p:cNvSpPr>
            <a:spLocks noGrp="1"/>
          </p:cNvSpPr>
          <p:nvPr>
            <p:ph type="sldNum" sz="quarter" idx="12"/>
          </p:nvPr>
        </p:nvSpPr>
        <p:spPr/>
        <p:txBody>
          <a:bodyPr/>
          <a:lstStyle/>
          <a:p>
            <a:fld id="{44B1C2C9-384B-44AD-B393-4606460C6BD2}" type="slidenum">
              <a:rPr lang="en-US" smtClean="0"/>
              <a:t>‹#›</a:t>
            </a:fld>
            <a:endParaRPr lang="en-US" dirty="0"/>
          </a:p>
        </p:txBody>
      </p:sp>
    </p:spTree>
    <p:extLst>
      <p:ext uri="{BB962C8B-B14F-4D97-AF65-F5344CB8AC3E}">
        <p14:creationId xmlns:p14="http://schemas.microsoft.com/office/powerpoint/2010/main" val="3669745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7AB8400-3BCF-A4FD-4F39-E0F5C34ED284}"/>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0310A279-1918-198A-FB95-50DAFEA0463C}"/>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86C013B-88BE-EAEE-EFBA-AC1E577FCB8A}"/>
              </a:ext>
            </a:extLst>
          </p:cNvPr>
          <p:cNvSpPr>
            <a:spLocks noGrp="1"/>
          </p:cNvSpPr>
          <p:nvPr>
            <p:ph type="dt" sz="half" idx="10"/>
          </p:nvPr>
        </p:nvSpPr>
        <p:spPr/>
        <p:txBody>
          <a:bodyPr/>
          <a:lstStyle/>
          <a:p>
            <a:fld id="{2E528C14-DE3D-40A3-9646-4D7159F42A9A}" type="datetimeFigureOut">
              <a:rPr lang="en-US" smtClean="0"/>
              <a:t>11/5/2025</a:t>
            </a:fld>
            <a:endParaRPr lang="en-US" dirty="0"/>
          </a:p>
        </p:txBody>
      </p:sp>
      <p:sp>
        <p:nvSpPr>
          <p:cNvPr id="5" name="Footer Placeholder 4">
            <a:extLst>
              <a:ext uri="{FF2B5EF4-FFF2-40B4-BE49-F238E27FC236}">
                <a16:creationId xmlns:a16="http://schemas.microsoft.com/office/drawing/2014/main" id="{C77F3AB2-4A81-23F9-8CBA-74F4E4FA019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9B372A0-5F37-2BA4-247A-AFF733994BDD}"/>
              </a:ext>
            </a:extLst>
          </p:cNvPr>
          <p:cNvSpPr>
            <a:spLocks noGrp="1"/>
          </p:cNvSpPr>
          <p:nvPr>
            <p:ph type="sldNum" sz="quarter" idx="12"/>
          </p:nvPr>
        </p:nvSpPr>
        <p:spPr/>
        <p:txBody>
          <a:bodyPr/>
          <a:lstStyle/>
          <a:p>
            <a:fld id="{44B1C2C9-384B-44AD-B393-4606460C6BD2}" type="slidenum">
              <a:rPr lang="en-US" smtClean="0"/>
              <a:t>‹#›</a:t>
            </a:fld>
            <a:endParaRPr lang="en-US" dirty="0"/>
          </a:p>
        </p:txBody>
      </p:sp>
    </p:spTree>
    <p:extLst>
      <p:ext uri="{BB962C8B-B14F-4D97-AF65-F5344CB8AC3E}">
        <p14:creationId xmlns:p14="http://schemas.microsoft.com/office/powerpoint/2010/main" val="33432534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4DFD3F-0809-6049-4C59-090CBC342918}"/>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B4033913-8B1C-781B-805D-D6C9674D4D9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0B0C0A42-A79B-0963-19AF-55BCA97B078B}"/>
              </a:ext>
            </a:extLst>
          </p:cNvPr>
          <p:cNvSpPr>
            <a:spLocks noGrp="1"/>
          </p:cNvSpPr>
          <p:nvPr>
            <p:ph type="dt" sz="half" idx="10"/>
          </p:nvPr>
        </p:nvSpPr>
        <p:spPr/>
        <p:txBody>
          <a:bodyPr/>
          <a:lstStyle/>
          <a:p>
            <a:fld id="{08EC3ED7-0FD5-48B3-8EF9-270852E354C3}" type="datetimeFigureOut">
              <a:rPr lang="en-US" smtClean="0"/>
              <a:t>11/5/2025</a:t>
            </a:fld>
            <a:endParaRPr lang="en-US" dirty="0"/>
          </a:p>
        </p:txBody>
      </p:sp>
      <p:sp>
        <p:nvSpPr>
          <p:cNvPr id="5" name="Footer Placeholder 4">
            <a:extLst>
              <a:ext uri="{FF2B5EF4-FFF2-40B4-BE49-F238E27FC236}">
                <a16:creationId xmlns:a16="http://schemas.microsoft.com/office/drawing/2014/main" id="{B0B36DF1-898B-2AD6-5C49-C469CE782A7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01C3500-30C6-08C0-79D4-96B3650EDE8C}"/>
              </a:ext>
            </a:extLst>
          </p:cNvPr>
          <p:cNvSpPr>
            <a:spLocks noGrp="1"/>
          </p:cNvSpPr>
          <p:nvPr>
            <p:ph type="sldNum" sz="quarter" idx="12"/>
          </p:nvPr>
        </p:nvSpPr>
        <p:spPr/>
        <p:txBody>
          <a:bodyPr/>
          <a:lstStyle/>
          <a:p>
            <a:fld id="{072750C6-2FFC-4C78-AB8A-2D61C94F1CBD}" type="slidenum">
              <a:rPr lang="en-US" smtClean="0"/>
              <a:t>‹#›</a:t>
            </a:fld>
            <a:endParaRPr lang="en-US" dirty="0"/>
          </a:p>
        </p:txBody>
      </p:sp>
    </p:spTree>
    <p:extLst>
      <p:ext uri="{BB962C8B-B14F-4D97-AF65-F5344CB8AC3E}">
        <p14:creationId xmlns:p14="http://schemas.microsoft.com/office/powerpoint/2010/main" val="4192681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772AD4-522E-54B1-6CFE-3B668DA64DEF}"/>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19B33C8B-F2FA-47EC-94D0-6669BFF344E7}"/>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02BFCF77-2060-338D-E3A3-26D08178023F}"/>
              </a:ext>
            </a:extLst>
          </p:cNvPr>
          <p:cNvSpPr>
            <a:spLocks noGrp="1"/>
          </p:cNvSpPr>
          <p:nvPr>
            <p:ph type="dt" sz="half" idx="10"/>
          </p:nvPr>
        </p:nvSpPr>
        <p:spPr/>
        <p:txBody>
          <a:bodyPr/>
          <a:lstStyle/>
          <a:p>
            <a:fld id="{08EC3ED7-0FD5-48B3-8EF9-270852E354C3}" type="datetimeFigureOut">
              <a:rPr lang="en-US" smtClean="0"/>
              <a:t>11/5/2025</a:t>
            </a:fld>
            <a:endParaRPr lang="en-US" dirty="0"/>
          </a:p>
        </p:txBody>
      </p:sp>
      <p:sp>
        <p:nvSpPr>
          <p:cNvPr id="5" name="Footer Placeholder 4">
            <a:extLst>
              <a:ext uri="{FF2B5EF4-FFF2-40B4-BE49-F238E27FC236}">
                <a16:creationId xmlns:a16="http://schemas.microsoft.com/office/drawing/2014/main" id="{CEA989C8-229B-8F62-C078-3F94A60402D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76A166A-2A7E-1771-3186-BF85DF8167DA}"/>
              </a:ext>
            </a:extLst>
          </p:cNvPr>
          <p:cNvSpPr>
            <a:spLocks noGrp="1"/>
          </p:cNvSpPr>
          <p:nvPr>
            <p:ph type="sldNum" sz="quarter" idx="12"/>
          </p:nvPr>
        </p:nvSpPr>
        <p:spPr/>
        <p:txBody>
          <a:bodyPr/>
          <a:lstStyle/>
          <a:p>
            <a:fld id="{072750C6-2FFC-4C78-AB8A-2D61C94F1CBD}" type="slidenum">
              <a:rPr lang="en-US" smtClean="0"/>
              <a:t>‹#›</a:t>
            </a:fld>
            <a:endParaRPr lang="en-US" dirty="0"/>
          </a:p>
        </p:txBody>
      </p:sp>
    </p:spTree>
    <p:extLst>
      <p:ext uri="{BB962C8B-B14F-4D97-AF65-F5344CB8AC3E}">
        <p14:creationId xmlns:p14="http://schemas.microsoft.com/office/powerpoint/2010/main" val="4190331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68864E-3688-AC51-FD72-640AD6D5F777}"/>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1211C53A-3CB1-2176-9D73-628FC56D31A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CB1DCE10-611C-E664-A0E0-D13DC5D53CE4}"/>
              </a:ext>
            </a:extLst>
          </p:cNvPr>
          <p:cNvSpPr>
            <a:spLocks noGrp="1"/>
          </p:cNvSpPr>
          <p:nvPr>
            <p:ph type="dt" sz="half" idx="10"/>
          </p:nvPr>
        </p:nvSpPr>
        <p:spPr/>
        <p:txBody>
          <a:bodyPr/>
          <a:lstStyle/>
          <a:p>
            <a:fld id="{08EC3ED7-0FD5-48B3-8EF9-270852E354C3}" type="datetimeFigureOut">
              <a:rPr lang="en-US" smtClean="0"/>
              <a:t>11/5/2025</a:t>
            </a:fld>
            <a:endParaRPr lang="en-US" dirty="0"/>
          </a:p>
        </p:txBody>
      </p:sp>
      <p:sp>
        <p:nvSpPr>
          <p:cNvPr id="5" name="Footer Placeholder 4">
            <a:extLst>
              <a:ext uri="{FF2B5EF4-FFF2-40B4-BE49-F238E27FC236}">
                <a16:creationId xmlns:a16="http://schemas.microsoft.com/office/drawing/2014/main" id="{7B981335-95D4-DBE3-B19E-172187E4780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7974D62-F673-0EB4-1125-D27AE394DF52}"/>
              </a:ext>
            </a:extLst>
          </p:cNvPr>
          <p:cNvSpPr>
            <a:spLocks noGrp="1"/>
          </p:cNvSpPr>
          <p:nvPr>
            <p:ph type="sldNum" sz="quarter" idx="12"/>
          </p:nvPr>
        </p:nvSpPr>
        <p:spPr/>
        <p:txBody>
          <a:bodyPr/>
          <a:lstStyle/>
          <a:p>
            <a:fld id="{072750C6-2FFC-4C78-AB8A-2D61C94F1CBD}" type="slidenum">
              <a:rPr lang="en-US" smtClean="0"/>
              <a:t>‹#›</a:t>
            </a:fld>
            <a:endParaRPr lang="en-US" dirty="0"/>
          </a:p>
        </p:txBody>
      </p:sp>
    </p:spTree>
    <p:extLst>
      <p:ext uri="{BB962C8B-B14F-4D97-AF65-F5344CB8AC3E}">
        <p14:creationId xmlns:p14="http://schemas.microsoft.com/office/powerpoint/2010/main" val="12072216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1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F29C1F-3778-4CA0-9C53-D71568B36DC7}"/>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4190A742-348C-02D1-37A6-1E078FC9FE7B}"/>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4669A871-F750-590C-2878-08A6FC237378}"/>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59735636-CC9D-0AFA-BACE-ACE6EC4D3C37}"/>
              </a:ext>
            </a:extLst>
          </p:cNvPr>
          <p:cNvSpPr>
            <a:spLocks noGrp="1"/>
          </p:cNvSpPr>
          <p:nvPr>
            <p:ph type="dt" sz="half" idx="10"/>
          </p:nvPr>
        </p:nvSpPr>
        <p:spPr/>
        <p:txBody>
          <a:bodyPr/>
          <a:lstStyle/>
          <a:p>
            <a:fld id="{08EC3ED7-0FD5-48B3-8EF9-270852E354C3}" type="datetimeFigureOut">
              <a:rPr lang="en-US" smtClean="0"/>
              <a:t>11/5/2025</a:t>
            </a:fld>
            <a:endParaRPr lang="en-US" dirty="0"/>
          </a:p>
        </p:txBody>
      </p:sp>
      <p:sp>
        <p:nvSpPr>
          <p:cNvPr id="6" name="Footer Placeholder 5">
            <a:extLst>
              <a:ext uri="{FF2B5EF4-FFF2-40B4-BE49-F238E27FC236}">
                <a16:creationId xmlns:a16="http://schemas.microsoft.com/office/drawing/2014/main" id="{84E101FB-B2AF-8C8B-F6F8-8904B881965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C424537-38B5-55F7-BC24-B3E4E899C2A2}"/>
              </a:ext>
            </a:extLst>
          </p:cNvPr>
          <p:cNvSpPr>
            <a:spLocks noGrp="1"/>
          </p:cNvSpPr>
          <p:nvPr>
            <p:ph type="sldNum" sz="quarter" idx="12"/>
          </p:nvPr>
        </p:nvSpPr>
        <p:spPr/>
        <p:txBody>
          <a:bodyPr/>
          <a:lstStyle/>
          <a:p>
            <a:fld id="{072750C6-2FFC-4C78-AB8A-2D61C94F1CBD}" type="slidenum">
              <a:rPr lang="en-US" smtClean="0"/>
              <a:t>‹#›</a:t>
            </a:fld>
            <a:endParaRPr lang="en-US" dirty="0"/>
          </a:p>
        </p:txBody>
      </p:sp>
    </p:spTree>
    <p:extLst>
      <p:ext uri="{BB962C8B-B14F-4D97-AF65-F5344CB8AC3E}">
        <p14:creationId xmlns:p14="http://schemas.microsoft.com/office/powerpoint/2010/main" val="272934082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1_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470D53-9020-6883-54F8-36584440CAF4}"/>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1B0C716-8231-C607-26DC-96489317C56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9C5BAC13-C196-E26A-1AAF-D7217A557F37}"/>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811DC6FE-D11C-22AB-9EC7-C98E2F510B6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3385980B-717E-6554-F841-B1371ACA61AB}"/>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5898E4F2-92FF-1587-3980-A1F7A8D24E0D}"/>
              </a:ext>
            </a:extLst>
          </p:cNvPr>
          <p:cNvSpPr>
            <a:spLocks noGrp="1"/>
          </p:cNvSpPr>
          <p:nvPr>
            <p:ph type="dt" sz="half" idx="10"/>
          </p:nvPr>
        </p:nvSpPr>
        <p:spPr/>
        <p:txBody>
          <a:bodyPr/>
          <a:lstStyle/>
          <a:p>
            <a:fld id="{08EC3ED7-0FD5-48B3-8EF9-270852E354C3}" type="datetimeFigureOut">
              <a:rPr lang="en-US" smtClean="0"/>
              <a:t>11/5/2025</a:t>
            </a:fld>
            <a:endParaRPr lang="en-US" dirty="0"/>
          </a:p>
        </p:txBody>
      </p:sp>
      <p:sp>
        <p:nvSpPr>
          <p:cNvPr id="8" name="Footer Placeholder 7">
            <a:extLst>
              <a:ext uri="{FF2B5EF4-FFF2-40B4-BE49-F238E27FC236}">
                <a16:creationId xmlns:a16="http://schemas.microsoft.com/office/drawing/2014/main" id="{7DD27AB4-5961-20C9-E8FE-528131826752}"/>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87D8E418-B2DD-6CF7-ECF9-56E8620A2ADF}"/>
              </a:ext>
            </a:extLst>
          </p:cNvPr>
          <p:cNvSpPr>
            <a:spLocks noGrp="1"/>
          </p:cNvSpPr>
          <p:nvPr>
            <p:ph type="sldNum" sz="quarter" idx="12"/>
          </p:nvPr>
        </p:nvSpPr>
        <p:spPr/>
        <p:txBody>
          <a:bodyPr/>
          <a:lstStyle/>
          <a:p>
            <a:fld id="{072750C6-2FFC-4C78-AB8A-2D61C94F1CBD}" type="slidenum">
              <a:rPr lang="en-US" smtClean="0"/>
              <a:t>‹#›</a:t>
            </a:fld>
            <a:endParaRPr lang="en-US" dirty="0"/>
          </a:p>
        </p:txBody>
      </p:sp>
    </p:spTree>
    <p:extLst>
      <p:ext uri="{BB962C8B-B14F-4D97-AF65-F5344CB8AC3E}">
        <p14:creationId xmlns:p14="http://schemas.microsoft.com/office/powerpoint/2010/main" val="76296663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2781F5-2638-C79B-5A32-22640E7BA098}"/>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618D0B49-047B-DFC8-7338-212E7305894C}"/>
              </a:ext>
            </a:extLst>
          </p:cNvPr>
          <p:cNvSpPr>
            <a:spLocks noGrp="1"/>
          </p:cNvSpPr>
          <p:nvPr>
            <p:ph type="dt" sz="half" idx="10"/>
          </p:nvPr>
        </p:nvSpPr>
        <p:spPr/>
        <p:txBody>
          <a:bodyPr/>
          <a:lstStyle/>
          <a:p>
            <a:fld id="{08EC3ED7-0FD5-48B3-8EF9-270852E354C3}" type="datetimeFigureOut">
              <a:rPr lang="en-US" smtClean="0"/>
              <a:t>11/5/2025</a:t>
            </a:fld>
            <a:endParaRPr lang="en-US" dirty="0"/>
          </a:p>
        </p:txBody>
      </p:sp>
      <p:sp>
        <p:nvSpPr>
          <p:cNvPr id="4" name="Footer Placeholder 3">
            <a:extLst>
              <a:ext uri="{FF2B5EF4-FFF2-40B4-BE49-F238E27FC236}">
                <a16:creationId xmlns:a16="http://schemas.microsoft.com/office/drawing/2014/main" id="{27A8BE97-8372-9D3E-D85E-91BC63172845}"/>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CFF3256C-384D-902B-C5C3-E40D0FEDFCB4}"/>
              </a:ext>
            </a:extLst>
          </p:cNvPr>
          <p:cNvSpPr>
            <a:spLocks noGrp="1"/>
          </p:cNvSpPr>
          <p:nvPr>
            <p:ph type="sldNum" sz="quarter" idx="12"/>
          </p:nvPr>
        </p:nvSpPr>
        <p:spPr/>
        <p:txBody>
          <a:bodyPr/>
          <a:lstStyle/>
          <a:p>
            <a:fld id="{072750C6-2FFC-4C78-AB8A-2D61C94F1CBD}" type="slidenum">
              <a:rPr lang="en-US" smtClean="0"/>
              <a:t>‹#›</a:t>
            </a:fld>
            <a:endParaRPr lang="en-US" dirty="0"/>
          </a:p>
        </p:txBody>
      </p:sp>
    </p:spTree>
    <p:extLst>
      <p:ext uri="{BB962C8B-B14F-4D97-AF65-F5344CB8AC3E}">
        <p14:creationId xmlns:p14="http://schemas.microsoft.com/office/powerpoint/2010/main" val="275013642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96A302E-CBFA-551E-DD84-628E5ECAA835}"/>
              </a:ext>
            </a:extLst>
          </p:cNvPr>
          <p:cNvSpPr>
            <a:spLocks noGrp="1"/>
          </p:cNvSpPr>
          <p:nvPr>
            <p:ph type="dt" sz="half" idx="10"/>
          </p:nvPr>
        </p:nvSpPr>
        <p:spPr/>
        <p:txBody>
          <a:bodyPr/>
          <a:lstStyle/>
          <a:p>
            <a:fld id="{08EC3ED7-0FD5-48B3-8EF9-270852E354C3}" type="datetimeFigureOut">
              <a:rPr lang="en-US" smtClean="0"/>
              <a:t>11/5/2025</a:t>
            </a:fld>
            <a:endParaRPr lang="en-US" dirty="0"/>
          </a:p>
        </p:txBody>
      </p:sp>
      <p:sp>
        <p:nvSpPr>
          <p:cNvPr id="3" name="Footer Placeholder 2">
            <a:extLst>
              <a:ext uri="{FF2B5EF4-FFF2-40B4-BE49-F238E27FC236}">
                <a16:creationId xmlns:a16="http://schemas.microsoft.com/office/drawing/2014/main" id="{2F794AE6-13C4-2B1B-51EC-792C9E5E8B26}"/>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20763EDE-6C6F-E368-6DCC-4DFE63827F12}"/>
              </a:ext>
            </a:extLst>
          </p:cNvPr>
          <p:cNvSpPr>
            <a:spLocks noGrp="1"/>
          </p:cNvSpPr>
          <p:nvPr>
            <p:ph type="sldNum" sz="quarter" idx="12"/>
          </p:nvPr>
        </p:nvSpPr>
        <p:spPr/>
        <p:txBody>
          <a:bodyPr/>
          <a:lstStyle/>
          <a:p>
            <a:fld id="{072750C6-2FFC-4C78-AB8A-2D61C94F1CBD}" type="slidenum">
              <a:rPr lang="en-US" smtClean="0"/>
              <a:t>‹#›</a:t>
            </a:fld>
            <a:endParaRPr lang="en-US" dirty="0"/>
          </a:p>
        </p:txBody>
      </p:sp>
    </p:spTree>
    <p:extLst>
      <p:ext uri="{BB962C8B-B14F-4D97-AF65-F5344CB8AC3E}">
        <p14:creationId xmlns:p14="http://schemas.microsoft.com/office/powerpoint/2010/main" val="153082680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1_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57E10A-7F19-01CF-D40E-C1281DDE357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F5A55DA3-DFC6-54CC-E285-333D73C5DA2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EC02FA77-D8F6-3F9D-3B26-64EE621EF59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E75E92F1-92A9-C6CF-C76B-C7EFAFF7E495}"/>
              </a:ext>
            </a:extLst>
          </p:cNvPr>
          <p:cNvSpPr>
            <a:spLocks noGrp="1"/>
          </p:cNvSpPr>
          <p:nvPr>
            <p:ph type="dt" sz="half" idx="10"/>
          </p:nvPr>
        </p:nvSpPr>
        <p:spPr/>
        <p:txBody>
          <a:bodyPr/>
          <a:lstStyle/>
          <a:p>
            <a:fld id="{08EC3ED7-0FD5-48B3-8EF9-270852E354C3}" type="datetimeFigureOut">
              <a:rPr lang="en-US" smtClean="0"/>
              <a:t>11/5/2025</a:t>
            </a:fld>
            <a:endParaRPr lang="en-US" dirty="0"/>
          </a:p>
        </p:txBody>
      </p:sp>
      <p:sp>
        <p:nvSpPr>
          <p:cNvPr id="6" name="Footer Placeholder 5">
            <a:extLst>
              <a:ext uri="{FF2B5EF4-FFF2-40B4-BE49-F238E27FC236}">
                <a16:creationId xmlns:a16="http://schemas.microsoft.com/office/drawing/2014/main" id="{719A2D5D-AED0-180A-8650-D86F13661CE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ED2DD2D-9F3C-1250-3E9D-E916C479FD69}"/>
              </a:ext>
            </a:extLst>
          </p:cNvPr>
          <p:cNvSpPr>
            <a:spLocks noGrp="1"/>
          </p:cNvSpPr>
          <p:nvPr>
            <p:ph type="sldNum" sz="quarter" idx="12"/>
          </p:nvPr>
        </p:nvSpPr>
        <p:spPr/>
        <p:txBody>
          <a:bodyPr/>
          <a:lstStyle/>
          <a:p>
            <a:fld id="{072750C6-2FFC-4C78-AB8A-2D61C94F1CBD}" type="slidenum">
              <a:rPr lang="en-US" smtClean="0"/>
              <a:t>‹#›</a:t>
            </a:fld>
            <a:endParaRPr lang="en-US" dirty="0"/>
          </a:p>
        </p:txBody>
      </p:sp>
    </p:spTree>
    <p:extLst>
      <p:ext uri="{BB962C8B-B14F-4D97-AF65-F5344CB8AC3E}">
        <p14:creationId xmlns:p14="http://schemas.microsoft.com/office/powerpoint/2010/main" val="369535553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1_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20399A-B118-1AAF-B168-F5C9FBBE3FA3}"/>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3297EE5D-4231-9721-0C48-27BF01112D5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0F2AFE3C-9756-E1A5-D466-6002EC9DB8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88C68F7-1722-0CEC-70F5-48831095FE0E}"/>
              </a:ext>
            </a:extLst>
          </p:cNvPr>
          <p:cNvSpPr>
            <a:spLocks noGrp="1"/>
          </p:cNvSpPr>
          <p:nvPr>
            <p:ph type="dt" sz="half" idx="10"/>
          </p:nvPr>
        </p:nvSpPr>
        <p:spPr/>
        <p:txBody>
          <a:bodyPr/>
          <a:lstStyle/>
          <a:p>
            <a:fld id="{08EC3ED7-0FD5-48B3-8EF9-270852E354C3}" type="datetimeFigureOut">
              <a:rPr lang="en-US" smtClean="0"/>
              <a:t>11/5/2025</a:t>
            </a:fld>
            <a:endParaRPr lang="en-US" dirty="0"/>
          </a:p>
        </p:txBody>
      </p:sp>
      <p:sp>
        <p:nvSpPr>
          <p:cNvPr id="6" name="Footer Placeholder 5">
            <a:extLst>
              <a:ext uri="{FF2B5EF4-FFF2-40B4-BE49-F238E27FC236}">
                <a16:creationId xmlns:a16="http://schemas.microsoft.com/office/drawing/2014/main" id="{5054DD30-88C7-9C22-E030-F8D4D32F4000}"/>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6487635-B612-5374-7A00-6F5B29F90374}"/>
              </a:ext>
            </a:extLst>
          </p:cNvPr>
          <p:cNvSpPr>
            <a:spLocks noGrp="1"/>
          </p:cNvSpPr>
          <p:nvPr>
            <p:ph type="sldNum" sz="quarter" idx="12"/>
          </p:nvPr>
        </p:nvSpPr>
        <p:spPr/>
        <p:txBody>
          <a:bodyPr/>
          <a:lstStyle/>
          <a:p>
            <a:fld id="{072750C6-2FFC-4C78-AB8A-2D61C94F1CBD}" type="slidenum">
              <a:rPr lang="en-US" smtClean="0"/>
              <a:t>‹#›</a:t>
            </a:fld>
            <a:endParaRPr lang="en-US" dirty="0"/>
          </a:p>
        </p:txBody>
      </p:sp>
    </p:spTree>
    <p:extLst>
      <p:ext uri="{BB962C8B-B14F-4D97-AF65-F5344CB8AC3E}">
        <p14:creationId xmlns:p14="http://schemas.microsoft.com/office/powerpoint/2010/main" val="411830764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1_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18B206-5CE2-1A66-0009-4F5DAC121411}"/>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992FE83-B8A1-E404-9894-5694C677EED2}"/>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17B4894-65A0-54BD-7587-D2939A40E992}"/>
              </a:ext>
            </a:extLst>
          </p:cNvPr>
          <p:cNvSpPr>
            <a:spLocks noGrp="1"/>
          </p:cNvSpPr>
          <p:nvPr>
            <p:ph type="dt" sz="half" idx="10"/>
          </p:nvPr>
        </p:nvSpPr>
        <p:spPr/>
        <p:txBody>
          <a:bodyPr/>
          <a:lstStyle/>
          <a:p>
            <a:fld id="{08EC3ED7-0FD5-48B3-8EF9-270852E354C3}" type="datetimeFigureOut">
              <a:rPr lang="en-US" smtClean="0"/>
              <a:t>11/5/2025</a:t>
            </a:fld>
            <a:endParaRPr lang="en-US" dirty="0"/>
          </a:p>
        </p:txBody>
      </p:sp>
      <p:sp>
        <p:nvSpPr>
          <p:cNvPr id="5" name="Footer Placeholder 4">
            <a:extLst>
              <a:ext uri="{FF2B5EF4-FFF2-40B4-BE49-F238E27FC236}">
                <a16:creationId xmlns:a16="http://schemas.microsoft.com/office/drawing/2014/main" id="{A7D79031-8D87-0F70-9746-DC281E8B70E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633F065F-7484-2C82-AF7C-03FC0DA509FF}"/>
              </a:ext>
            </a:extLst>
          </p:cNvPr>
          <p:cNvSpPr>
            <a:spLocks noGrp="1"/>
          </p:cNvSpPr>
          <p:nvPr>
            <p:ph type="sldNum" sz="quarter" idx="12"/>
          </p:nvPr>
        </p:nvSpPr>
        <p:spPr/>
        <p:txBody>
          <a:bodyPr/>
          <a:lstStyle/>
          <a:p>
            <a:fld id="{072750C6-2FFC-4C78-AB8A-2D61C94F1CBD}" type="slidenum">
              <a:rPr lang="en-US" smtClean="0"/>
              <a:t>‹#›</a:t>
            </a:fld>
            <a:endParaRPr lang="en-US" dirty="0"/>
          </a:p>
        </p:txBody>
      </p:sp>
    </p:spTree>
    <p:extLst>
      <p:ext uri="{BB962C8B-B14F-4D97-AF65-F5344CB8AC3E}">
        <p14:creationId xmlns:p14="http://schemas.microsoft.com/office/powerpoint/2010/main" val="150203348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1_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0F1DAFD-58E4-FEBC-AB32-1198C0114E83}"/>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B5213C25-8AAE-7535-8655-294450F60B3F}"/>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906C11D-E861-5E68-2D6B-699647B50B85}"/>
              </a:ext>
            </a:extLst>
          </p:cNvPr>
          <p:cNvSpPr>
            <a:spLocks noGrp="1"/>
          </p:cNvSpPr>
          <p:nvPr>
            <p:ph type="dt" sz="half" idx="10"/>
          </p:nvPr>
        </p:nvSpPr>
        <p:spPr/>
        <p:txBody>
          <a:bodyPr/>
          <a:lstStyle/>
          <a:p>
            <a:fld id="{08EC3ED7-0FD5-48B3-8EF9-270852E354C3}" type="datetimeFigureOut">
              <a:rPr lang="en-US" smtClean="0"/>
              <a:t>11/5/2025</a:t>
            </a:fld>
            <a:endParaRPr lang="en-US" dirty="0"/>
          </a:p>
        </p:txBody>
      </p:sp>
      <p:sp>
        <p:nvSpPr>
          <p:cNvPr id="5" name="Footer Placeholder 4">
            <a:extLst>
              <a:ext uri="{FF2B5EF4-FFF2-40B4-BE49-F238E27FC236}">
                <a16:creationId xmlns:a16="http://schemas.microsoft.com/office/drawing/2014/main" id="{1332FA67-1968-E24B-36EB-39A33227DD5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1609E7AC-8A85-7544-6AFC-BDC63E1BEBFD}"/>
              </a:ext>
            </a:extLst>
          </p:cNvPr>
          <p:cNvSpPr>
            <a:spLocks noGrp="1"/>
          </p:cNvSpPr>
          <p:nvPr>
            <p:ph type="sldNum" sz="quarter" idx="12"/>
          </p:nvPr>
        </p:nvSpPr>
        <p:spPr/>
        <p:txBody>
          <a:bodyPr/>
          <a:lstStyle/>
          <a:p>
            <a:fld id="{072750C6-2FFC-4C78-AB8A-2D61C94F1CBD}" type="slidenum">
              <a:rPr lang="en-US" smtClean="0"/>
              <a:t>‹#›</a:t>
            </a:fld>
            <a:endParaRPr lang="en-US" dirty="0"/>
          </a:p>
        </p:txBody>
      </p:sp>
    </p:spTree>
    <p:extLst>
      <p:ext uri="{BB962C8B-B14F-4D97-AF65-F5344CB8AC3E}">
        <p14:creationId xmlns:p14="http://schemas.microsoft.com/office/powerpoint/2010/main" val="80998018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2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44A122-7272-118D-BEB7-66F017659008}"/>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91A39ACA-5A81-D770-A7C2-E79D9FC1BD5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66BC926A-93AC-81AB-BD16-1E4A9994F4B0}"/>
              </a:ext>
            </a:extLst>
          </p:cNvPr>
          <p:cNvSpPr>
            <a:spLocks noGrp="1"/>
          </p:cNvSpPr>
          <p:nvPr>
            <p:ph type="dt" sz="half" idx="10"/>
          </p:nvPr>
        </p:nvSpPr>
        <p:spPr/>
        <p:txBody>
          <a:bodyPr/>
          <a:lstStyle/>
          <a:p>
            <a:fld id="{56DCC756-1902-44D3-A5FD-95D10A8D428D}" type="datetimeFigureOut">
              <a:rPr lang="en-US" smtClean="0"/>
              <a:t>11/5/2025</a:t>
            </a:fld>
            <a:endParaRPr lang="en-US" dirty="0"/>
          </a:p>
        </p:txBody>
      </p:sp>
      <p:sp>
        <p:nvSpPr>
          <p:cNvPr id="5" name="Footer Placeholder 4">
            <a:extLst>
              <a:ext uri="{FF2B5EF4-FFF2-40B4-BE49-F238E27FC236}">
                <a16:creationId xmlns:a16="http://schemas.microsoft.com/office/drawing/2014/main" id="{BCEB72CC-0E7C-D74D-E80D-1C790F32705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2D7E015-45DD-5F2E-9E9C-4BF868289D30}"/>
              </a:ext>
            </a:extLst>
          </p:cNvPr>
          <p:cNvSpPr>
            <a:spLocks noGrp="1"/>
          </p:cNvSpPr>
          <p:nvPr>
            <p:ph type="sldNum" sz="quarter" idx="12"/>
          </p:nvPr>
        </p:nvSpPr>
        <p:spPr/>
        <p:txBody>
          <a:bodyPr/>
          <a:lstStyle/>
          <a:p>
            <a:fld id="{90E647C2-BEDC-48DF-8FCF-1A5C9FA108D4}" type="slidenum">
              <a:rPr lang="en-US" smtClean="0"/>
              <a:t>‹#›</a:t>
            </a:fld>
            <a:endParaRPr lang="en-US" dirty="0"/>
          </a:p>
        </p:txBody>
      </p:sp>
    </p:spTree>
    <p:extLst>
      <p:ext uri="{BB962C8B-B14F-4D97-AF65-F5344CB8AC3E}">
        <p14:creationId xmlns:p14="http://schemas.microsoft.com/office/powerpoint/2010/main" val="358821359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2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3D5602-6FC2-C2F4-3788-F475C9A665CA}"/>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D9945B1D-D449-6582-F954-17FDF94F9C6B}"/>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DE244D1-B852-F6AF-24F8-69A2AFB74CE7}"/>
              </a:ext>
            </a:extLst>
          </p:cNvPr>
          <p:cNvSpPr>
            <a:spLocks noGrp="1"/>
          </p:cNvSpPr>
          <p:nvPr>
            <p:ph type="dt" sz="half" idx="10"/>
          </p:nvPr>
        </p:nvSpPr>
        <p:spPr/>
        <p:txBody>
          <a:bodyPr/>
          <a:lstStyle/>
          <a:p>
            <a:fld id="{56DCC756-1902-44D3-A5FD-95D10A8D428D}" type="datetimeFigureOut">
              <a:rPr lang="en-US" smtClean="0"/>
              <a:t>11/5/2025</a:t>
            </a:fld>
            <a:endParaRPr lang="en-US" dirty="0"/>
          </a:p>
        </p:txBody>
      </p:sp>
      <p:sp>
        <p:nvSpPr>
          <p:cNvPr id="5" name="Footer Placeholder 4">
            <a:extLst>
              <a:ext uri="{FF2B5EF4-FFF2-40B4-BE49-F238E27FC236}">
                <a16:creationId xmlns:a16="http://schemas.microsoft.com/office/drawing/2014/main" id="{3F6A318F-E89A-EA66-242A-EEBC851093A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1B6E4D7-C6C3-3CD2-68CF-5AD2F55FC7FC}"/>
              </a:ext>
            </a:extLst>
          </p:cNvPr>
          <p:cNvSpPr>
            <a:spLocks noGrp="1"/>
          </p:cNvSpPr>
          <p:nvPr>
            <p:ph type="sldNum" sz="quarter" idx="12"/>
          </p:nvPr>
        </p:nvSpPr>
        <p:spPr/>
        <p:txBody>
          <a:bodyPr/>
          <a:lstStyle/>
          <a:p>
            <a:fld id="{90E647C2-BEDC-48DF-8FCF-1A5C9FA108D4}" type="slidenum">
              <a:rPr lang="en-US" smtClean="0"/>
              <a:t>‹#›</a:t>
            </a:fld>
            <a:endParaRPr lang="en-US" dirty="0"/>
          </a:p>
        </p:txBody>
      </p:sp>
    </p:spTree>
    <p:extLst>
      <p:ext uri="{BB962C8B-B14F-4D97-AF65-F5344CB8AC3E}">
        <p14:creationId xmlns:p14="http://schemas.microsoft.com/office/powerpoint/2010/main" val="422580868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2_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D4F907-7099-518D-0A1B-2F5FC09ABF6B}"/>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7AFABB3F-06A7-0967-0581-B4131099F5B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E81335DA-3C72-534B-C998-AFA47DC478EE}"/>
              </a:ext>
            </a:extLst>
          </p:cNvPr>
          <p:cNvSpPr>
            <a:spLocks noGrp="1"/>
          </p:cNvSpPr>
          <p:nvPr>
            <p:ph type="dt" sz="half" idx="10"/>
          </p:nvPr>
        </p:nvSpPr>
        <p:spPr/>
        <p:txBody>
          <a:bodyPr/>
          <a:lstStyle/>
          <a:p>
            <a:fld id="{56DCC756-1902-44D3-A5FD-95D10A8D428D}" type="datetimeFigureOut">
              <a:rPr lang="en-US" smtClean="0"/>
              <a:t>11/5/2025</a:t>
            </a:fld>
            <a:endParaRPr lang="en-US" dirty="0"/>
          </a:p>
        </p:txBody>
      </p:sp>
      <p:sp>
        <p:nvSpPr>
          <p:cNvPr id="5" name="Footer Placeholder 4">
            <a:extLst>
              <a:ext uri="{FF2B5EF4-FFF2-40B4-BE49-F238E27FC236}">
                <a16:creationId xmlns:a16="http://schemas.microsoft.com/office/drawing/2014/main" id="{C9261755-13E8-7BF1-08A0-ABA26376F2D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709F46C-9419-EDEA-ECA1-A0F4D5C455E4}"/>
              </a:ext>
            </a:extLst>
          </p:cNvPr>
          <p:cNvSpPr>
            <a:spLocks noGrp="1"/>
          </p:cNvSpPr>
          <p:nvPr>
            <p:ph type="sldNum" sz="quarter" idx="12"/>
          </p:nvPr>
        </p:nvSpPr>
        <p:spPr/>
        <p:txBody>
          <a:bodyPr/>
          <a:lstStyle/>
          <a:p>
            <a:fld id="{90E647C2-BEDC-48DF-8FCF-1A5C9FA108D4}" type="slidenum">
              <a:rPr lang="en-US" smtClean="0"/>
              <a:t>‹#›</a:t>
            </a:fld>
            <a:endParaRPr lang="en-US" dirty="0"/>
          </a:p>
        </p:txBody>
      </p:sp>
    </p:spTree>
    <p:extLst>
      <p:ext uri="{BB962C8B-B14F-4D97-AF65-F5344CB8AC3E}">
        <p14:creationId xmlns:p14="http://schemas.microsoft.com/office/powerpoint/2010/main" val="70523666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2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711593-4404-2FBE-FA96-22EAEDA521C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EB30861B-1A2E-8FE3-389C-713641EEB009}"/>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F1B08B9F-080B-006E-C78D-13D087FB6DF8}"/>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4E5EC8DA-FF50-6E49-BF4C-810BADFF47F5}"/>
              </a:ext>
            </a:extLst>
          </p:cNvPr>
          <p:cNvSpPr>
            <a:spLocks noGrp="1"/>
          </p:cNvSpPr>
          <p:nvPr>
            <p:ph type="dt" sz="half" idx="10"/>
          </p:nvPr>
        </p:nvSpPr>
        <p:spPr/>
        <p:txBody>
          <a:bodyPr/>
          <a:lstStyle/>
          <a:p>
            <a:fld id="{56DCC756-1902-44D3-A5FD-95D10A8D428D}" type="datetimeFigureOut">
              <a:rPr lang="en-US" smtClean="0"/>
              <a:t>11/5/2025</a:t>
            </a:fld>
            <a:endParaRPr lang="en-US" dirty="0"/>
          </a:p>
        </p:txBody>
      </p:sp>
      <p:sp>
        <p:nvSpPr>
          <p:cNvPr id="6" name="Footer Placeholder 5">
            <a:extLst>
              <a:ext uri="{FF2B5EF4-FFF2-40B4-BE49-F238E27FC236}">
                <a16:creationId xmlns:a16="http://schemas.microsoft.com/office/drawing/2014/main" id="{38631B28-5DFE-D0FE-5481-ADBA18ED4AA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07E9849-3283-1955-F518-8B76A35A5D42}"/>
              </a:ext>
            </a:extLst>
          </p:cNvPr>
          <p:cNvSpPr>
            <a:spLocks noGrp="1"/>
          </p:cNvSpPr>
          <p:nvPr>
            <p:ph type="sldNum" sz="quarter" idx="12"/>
          </p:nvPr>
        </p:nvSpPr>
        <p:spPr/>
        <p:txBody>
          <a:bodyPr/>
          <a:lstStyle/>
          <a:p>
            <a:fld id="{90E647C2-BEDC-48DF-8FCF-1A5C9FA108D4}" type="slidenum">
              <a:rPr lang="en-US" smtClean="0"/>
              <a:t>‹#›</a:t>
            </a:fld>
            <a:endParaRPr lang="en-US" dirty="0"/>
          </a:p>
        </p:txBody>
      </p:sp>
    </p:spTree>
    <p:extLst>
      <p:ext uri="{BB962C8B-B14F-4D97-AF65-F5344CB8AC3E}">
        <p14:creationId xmlns:p14="http://schemas.microsoft.com/office/powerpoint/2010/main" val="71921702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2_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8B034C-A98E-7632-BD5C-9D1AEF731D74}"/>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F34713EA-A7E9-58B1-A793-975746490C7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2037F626-EC27-EEE7-1B4E-7781D4D63804}"/>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673DDAEA-AC63-2B5B-1776-64710050DF9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1B85873-2C91-048C-2F11-3330E4D1B48A}"/>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BE5EFCF7-8F06-2DF6-4A68-92F4CEEBE780}"/>
              </a:ext>
            </a:extLst>
          </p:cNvPr>
          <p:cNvSpPr>
            <a:spLocks noGrp="1"/>
          </p:cNvSpPr>
          <p:nvPr>
            <p:ph type="dt" sz="half" idx="10"/>
          </p:nvPr>
        </p:nvSpPr>
        <p:spPr/>
        <p:txBody>
          <a:bodyPr/>
          <a:lstStyle/>
          <a:p>
            <a:fld id="{56DCC756-1902-44D3-A5FD-95D10A8D428D}" type="datetimeFigureOut">
              <a:rPr lang="en-US" smtClean="0"/>
              <a:t>11/5/2025</a:t>
            </a:fld>
            <a:endParaRPr lang="en-US" dirty="0"/>
          </a:p>
        </p:txBody>
      </p:sp>
      <p:sp>
        <p:nvSpPr>
          <p:cNvPr id="8" name="Footer Placeholder 7">
            <a:extLst>
              <a:ext uri="{FF2B5EF4-FFF2-40B4-BE49-F238E27FC236}">
                <a16:creationId xmlns:a16="http://schemas.microsoft.com/office/drawing/2014/main" id="{0282CC56-695A-43D8-0E04-F16278824FCE}"/>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76F893FE-D4ED-0B82-AB92-A002A42FCDC6}"/>
              </a:ext>
            </a:extLst>
          </p:cNvPr>
          <p:cNvSpPr>
            <a:spLocks noGrp="1"/>
          </p:cNvSpPr>
          <p:nvPr>
            <p:ph type="sldNum" sz="quarter" idx="12"/>
          </p:nvPr>
        </p:nvSpPr>
        <p:spPr/>
        <p:txBody>
          <a:bodyPr/>
          <a:lstStyle/>
          <a:p>
            <a:fld id="{90E647C2-BEDC-48DF-8FCF-1A5C9FA108D4}" type="slidenum">
              <a:rPr lang="en-US" smtClean="0"/>
              <a:t>‹#›</a:t>
            </a:fld>
            <a:endParaRPr lang="en-US" dirty="0"/>
          </a:p>
        </p:txBody>
      </p:sp>
    </p:spTree>
    <p:extLst>
      <p:ext uri="{BB962C8B-B14F-4D97-AF65-F5344CB8AC3E}">
        <p14:creationId xmlns:p14="http://schemas.microsoft.com/office/powerpoint/2010/main" val="159607907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2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59BF85-23B5-AF41-8B6E-5A5A8A57316D}"/>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58ACA5AA-AA16-B374-8B06-5DDBF82D1F69}"/>
              </a:ext>
            </a:extLst>
          </p:cNvPr>
          <p:cNvSpPr>
            <a:spLocks noGrp="1"/>
          </p:cNvSpPr>
          <p:nvPr>
            <p:ph type="dt" sz="half" idx="10"/>
          </p:nvPr>
        </p:nvSpPr>
        <p:spPr/>
        <p:txBody>
          <a:bodyPr/>
          <a:lstStyle/>
          <a:p>
            <a:fld id="{56DCC756-1902-44D3-A5FD-95D10A8D428D}" type="datetimeFigureOut">
              <a:rPr lang="en-US" smtClean="0"/>
              <a:t>11/5/2025</a:t>
            </a:fld>
            <a:endParaRPr lang="en-US" dirty="0"/>
          </a:p>
        </p:txBody>
      </p:sp>
      <p:sp>
        <p:nvSpPr>
          <p:cNvPr id="4" name="Footer Placeholder 3">
            <a:extLst>
              <a:ext uri="{FF2B5EF4-FFF2-40B4-BE49-F238E27FC236}">
                <a16:creationId xmlns:a16="http://schemas.microsoft.com/office/drawing/2014/main" id="{E114D34E-CFD7-B229-7FD6-DD3E7EBD441D}"/>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AF37D0D8-5707-D82B-D4C2-93702E644419}"/>
              </a:ext>
            </a:extLst>
          </p:cNvPr>
          <p:cNvSpPr>
            <a:spLocks noGrp="1"/>
          </p:cNvSpPr>
          <p:nvPr>
            <p:ph type="sldNum" sz="quarter" idx="12"/>
          </p:nvPr>
        </p:nvSpPr>
        <p:spPr/>
        <p:txBody>
          <a:bodyPr/>
          <a:lstStyle/>
          <a:p>
            <a:fld id="{90E647C2-BEDC-48DF-8FCF-1A5C9FA108D4}" type="slidenum">
              <a:rPr lang="en-US" smtClean="0"/>
              <a:t>‹#›</a:t>
            </a:fld>
            <a:endParaRPr lang="en-US" dirty="0"/>
          </a:p>
        </p:txBody>
      </p:sp>
    </p:spTree>
    <p:extLst>
      <p:ext uri="{BB962C8B-B14F-4D97-AF65-F5344CB8AC3E}">
        <p14:creationId xmlns:p14="http://schemas.microsoft.com/office/powerpoint/2010/main" val="182540459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2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7CD87CD-FBD0-AA18-6AED-94CFF4D1B2A3}"/>
              </a:ext>
            </a:extLst>
          </p:cNvPr>
          <p:cNvSpPr>
            <a:spLocks noGrp="1"/>
          </p:cNvSpPr>
          <p:nvPr>
            <p:ph type="dt" sz="half" idx="10"/>
          </p:nvPr>
        </p:nvSpPr>
        <p:spPr/>
        <p:txBody>
          <a:bodyPr/>
          <a:lstStyle/>
          <a:p>
            <a:fld id="{56DCC756-1902-44D3-A5FD-95D10A8D428D}" type="datetimeFigureOut">
              <a:rPr lang="en-US" smtClean="0"/>
              <a:t>11/5/2025</a:t>
            </a:fld>
            <a:endParaRPr lang="en-US" dirty="0"/>
          </a:p>
        </p:txBody>
      </p:sp>
      <p:sp>
        <p:nvSpPr>
          <p:cNvPr id="3" name="Footer Placeholder 2">
            <a:extLst>
              <a:ext uri="{FF2B5EF4-FFF2-40B4-BE49-F238E27FC236}">
                <a16:creationId xmlns:a16="http://schemas.microsoft.com/office/drawing/2014/main" id="{67BC8C1D-F500-757C-D925-9AE7E1EF6E68}"/>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5165B8E6-6ED8-80DE-9225-B5621EF2305A}"/>
              </a:ext>
            </a:extLst>
          </p:cNvPr>
          <p:cNvSpPr>
            <a:spLocks noGrp="1"/>
          </p:cNvSpPr>
          <p:nvPr>
            <p:ph type="sldNum" sz="quarter" idx="12"/>
          </p:nvPr>
        </p:nvSpPr>
        <p:spPr/>
        <p:txBody>
          <a:bodyPr/>
          <a:lstStyle/>
          <a:p>
            <a:fld id="{90E647C2-BEDC-48DF-8FCF-1A5C9FA108D4}" type="slidenum">
              <a:rPr lang="en-US" smtClean="0"/>
              <a:t>‹#›</a:t>
            </a:fld>
            <a:endParaRPr lang="en-US" dirty="0"/>
          </a:p>
        </p:txBody>
      </p:sp>
    </p:spTree>
    <p:extLst>
      <p:ext uri="{BB962C8B-B14F-4D97-AF65-F5344CB8AC3E}">
        <p14:creationId xmlns:p14="http://schemas.microsoft.com/office/powerpoint/2010/main" val="93387967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2_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BA8FD6-4295-725C-5EF8-BF9298744D2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6F9D3B9F-12E1-E5EA-F8A7-7A7BB159496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6EED8C9D-D5D6-B8F7-D596-1AD83F7C941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30CCBFB8-4D14-5B13-601B-76D7F19CD26C}"/>
              </a:ext>
            </a:extLst>
          </p:cNvPr>
          <p:cNvSpPr>
            <a:spLocks noGrp="1"/>
          </p:cNvSpPr>
          <p:nvPr>
            <p:ph type="dt" sz="half" idx="10"/>
          </p:nvPr>
        </p:nvSpPr>
        <p:spPr/>
        <p:txBody>
          <a:bodyPr/>
          <a:lstStyle/>
          <a:p>
            <a:fld id="{56DCC756-1902-44D3-A5FD-95D10A8D428D}" type="datetimeFigureOut">
              <a:rPr lang="en-US" smtClean="0"/>
              <a:t>11/5/2025</a:t>
            </a:fld>
            <a:endParaRPr lang="en-US" dirty="0"/>
          </a:p>
        </p:txBody>
      </p:sp>
      <p:sp>
        <p:nvSpPr>
          <p:cNvPr id="6" name="Footer Placeholder 5">
            <a:extLst>
              <a:ext uri="{FF2B5EF4-FFF2-40B4-BE49-F238E27FC236}">
                <a16:creationId xmlns:a16="http://schemas.microsoft.com/office/drawing/2014/main" id="{7C9FC14C-FC38-E4BC-3CB7-518B52D9A80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686A7B2-AE6D-E8CB-2139-652B42B3BCA2}"/>
              </a:ext>
            </a:extLst>
          </p:cNvPr>
          <p:cNvSpPr>
            <a:spLocks noGrp="1"/>
          </p:cNvSpPr>
          <p:nvPr>
            <p:ph type="sldNum" sz="quarter" idx="12"/>
          </p:nvPr>
        </p:nvSpPr>
        <p:spPr/>
        <p:txBody>
          <a:bodyPr/>
          <a:lstStyle/>
          <a:p>
            <a:fld id="{90E647C2-BEDC-48DF-8FCF-1A5C9FA108D4}" type="slidenum">
              <a:rPr lang="en-US" smtClean="0"/>
              <a:t>‹#›</a:t>
            </a:fld>
            <a:endParaRPr lang="en-US" dirty="0"/>
          </a:p>
        </p:txBody>
      </p:sp>
    </p:spTree>
    <p:extLst>
      <p:ext uri="{BB962C8B-B14F-4D97-AF65-F5344CB8AC3E}">
        <p14:creationId xmlns:p14="http://schemas.microsoft.com/office/powerpoint/2010/main" val="31941184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2_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816428-6F53-D391-9782-2FE61664C026}"/>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50C08012-D714-EAD7-1AC5-ADF22680B4A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11B6C799-B5FE-AB1D-0439-F107E881683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989B17C-91AC-AA12-182D-F82DB6FCB97D}"/>
              </a:ext>
            </a:extLst>
          </p:cNvPr>
          <p:cNvSpPr>
            <a:spLocks noGrp="1"/>
          </p:cNvSpPr>
          <p:nvPr>
            <p:ph type="dt" sz="half" idx="10"/>
          </p:nvPr>
        </p:nvSpPr>
        <p:spPr/>
        <p:txBody>
          <a:bodyPr/>
          <a:lstStyle/>
          <a:p>
            <a:fld id="{56DCC756-1902-44D3-A5FD-95D10A8D428D}" type="datetimeFigureOut">
              <a:rPr lang="en-US" smtClean="0"/>
              <a:t>11/5/2025</a:t>
            </a:fld>
            <a:endParaRPr lang="en-US" dirty="0"/>
          </a:p>
        </p:txBody>
      </p:sp>
      <p:sp>
        <p:nvSpPr>
          <p:cNvPr id="6" name="Footer Placeholder 5">
            <a:extLst>
              <a:ext uri="{FF2B5EF4-FFF2-40B4-BE49-F238E27FC236}">
                <a16:creationId xmlns:a16="http://schemas.microsoft.com/office/drawing/2014/main" id="{E5CD5155-8D28-9647-7BBD-62E31187BBD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F8965AB-B317-F2F4-0EF9-F86A2891CF15}"/>
              </a:ext>
            </a:extLst>
          </p:cNvPr>
          <p:cNvSpPr>
            <a:spLocks noGrp="1"/>
          </p:cNvSpPr>
          <p:nvPr>
            <p:ph type="sldNum" sz="quarter" idx="12"/>
          </p:nvPr>
        </p:nvSpPr>
        <p:spPr/>
        <p:txBody>
          <a:bodyPr/>
          <a:lstStyle/>
          <a:p>
            <a:fld id="{90E647C2-BEDC-48DF-8FCF-1A5C9FA108D4}" type="slidenum">
              <a:rPr lang="en-US" smtClean="0"/>
              <a:t>‹#›</a:t>
            </a:fld>
            <a:endParaRPr lang="en-US" dirty="0"/>
          </a:p>
        </p:txBody>
      </p:sp>
    </p:spTree>
    <p:extLst>
      <p:ext uri="{BB962C8B-B14F-4D97-AF65-F5344CB8AC3E}">
        <p14:creationId xmlns:p14="http://schemas.microsoft.com/office/powerpoint/2010/main" val="243775206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2_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548316-FB8D-C797-3F5C-F403146C2ACA}"/>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57CCD3A9-D3A5-A6BB-4611-83D19B44DD01}"/>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78FD22D-1972-0DBC-55AA-19A2D091EE89}"/>
              </a:ext>
            </a:extLst>
          </p:cNvPr>
          <p:cNvSpPr>
            <a:spLocks noGrp="1"/>
          </p:cNvSpPr>
          <p:nvPr>
            <p:ph type="dt" sz="half" idx="10"/>
          </p:nvPr>
        </p:nvSpPr>
        <p:spPr/>
        <p:txBody>
          <a:bodyPr/>
          <a:lstStyle/>
          <a:p>
            <a:fld id="{56DCC756-1902-44D3-A5FD-95D10A8D428D}" type="datetimeFigureOut">
              <a:rPr lang="en-US" smtClean="0"/>
              <a:t>11/5/2025</a:t>
            </a:fld>
            <a:endParaRPr lang="en-US" dirty="0"/>
          </a:p>
        </p:txBody>
      </p:sp>
      <p:sp>
        <p:nvSpPr>
          <p:cNvPr id="5" name="Footer Placeholder 4">
            <a:extLst>
              <a:ext uri="{FF2B5EF4-FFF2-40B4-BE49-F238E27FC236}">
                <a16:creationId xmlns:a16="http://schemas.microsoft.com/office/drawing/2014/main" id="{0E23D590-D80A-C755-7FEF-1649F15A5B7F}"/>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EBB87AC-8EE0-968C-DCE1-0548EBECED62}"/>
              </a:ext>
            </a:extLst>
          </p:cNvPr>
          <p:cNvSpPr>
            <a:spLocks noGrp="1"/>
          </p:cNvSpPr>
          <p:nvPr>
            <p:ph type="sldNum" sz="quarter" idx="12"/>
          </p:nvPr>
        </p:nvSpPr>
        <p:spPr/>
        <p:txBody>
          <a:bodyPr/>
          <a:lstStyle/>
          <a:p>
            <a:fld id="{90E647C2-BEDC-48DF-8FCF-1A5C9FA108D4}" type="slidenum">
              <a:rPr lang="en-US" smtClean="0"/>
              <a:t>‹#›</a:t>
            </a:fld>
            <a:endParaRPr lang="en-US" dirty="0"/>
          </a:p>
        </p:txBody>
      </p:sp>
    </p:spTree>
    <p:extLst>
      <p:ext uri="{BB962C8B-B14F-4D97-AF65-F5344CB8AC3E}">
        <p14:creationId xmlns:p14="http://schemas.microsoft.com/office/powerpoint/2010/main" val="261403657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2_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CFD0256-0F1B-5BC9-ABDB-3DE948E74FE8}"/>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3C6A9911-CF11-1495-1F0D-39C93B270320}"/>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F7E0E8E-CE19-35DC-6D29-C7BFC0BEEDC8}"/>
              </a:ext>
            </a:extLst>
          </p:cNvPr>
          <p:cNvSpPr>
            <a:spLocks noGrp="1"/>
          </p:cNvSpPr>
          <p:nvPr>
            <p:ph type="dt" sz="half" idx="10"/>
          </p:nvPr>
        </p:nvSpPr>
        <p:spPr/>
        <p:txBody>
          <a:bodyPr/>
          <a:lstStyle/>
          <a:p>
            <a:fld id="{56DCC756-1902-44D3-A5FD-95D10A8D428D}" type="datetimeFigureOut">
              <a:rPr lang="en-US" smtClean="0"/>
              <a:t>11/5/2025</a:t>
            </a:fld>
            <a:endParaRPr lang="en-US" dirty="0"/>
          </a:p>
        </p:txBody>
      </p:sp>
      <p:sp>
        <p:nvSpPr>
          <p:cNvPr id="5" name="Footer Placeholder 4">
            <a:extLst>
              <a:ext uri="{FF2B5EF4-FFF2-40B4-BE49-F238E27FC236}">
                <a16:creationId xmlns:a16="http://schemas.microsoft.com/office/drawing/2014/main" id="{5ADCAD5D-09F4-57AF-0D74-F1C1EBB7CBD0}"/>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3B4BC4F-083B-364C-EC6C-2601E2CCD597}"/>
              </a:ext>
            </a:extLst>
          </p:cNvPr>
          <p:cNvSpPr>
            <a:spLocks noGrp="1"/>
          </p:cNvSpPr>
          <p:nvPr>
            <p:ph type="sldNum" sz="quarter" idx="12"/>
          </p:nvPr>
        </p:nvSpPr>
        <p:spPr/>
        <p:txBody>
          <a:bodyPr/>
          <a:lstStyle/>
          <a:p>
            <a:fld id="{90E647C2-BEDC-48DF-8FCF-1A5C9FA108D4}" type="slidenum">
              <a:rPr lang="en-US" smtClean="0"/>
              <a:t>‹#›</a:t>
            </a:fld>
            <a:endParaRPr lang="en-US" dirty="0"/>
          </a:p>
        </p:txBody>
      </p:sp>
    </p:spTree>
    <p:extLst>
      <p:ext uri="{BB962C8B-B14F-4D97-AF65-F5344CB8AC3E}">
        <p14:creationId xmlns:p14="http://schemas.microsoft.com/office/powerpoint/2010/main" val="149499474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3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44550A-9BC9-65AE-A526-6FA361964E2B}"/>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3ECC6EE3-2E84-F632-66CC-70E9AF0CEB3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A60CACE8-83CA-9622-88B4-B292773CE87B}"/>
              </a:ext>
            </a:extLst>
          </p:cNvPr>
          <p:cNvSpPr>
            <a:spLocks noGrp="1"/>
          </p:cNvSpPr>
          <p:nvPr>
            <p:ph type="dt" sz="half" idx="10"/>
          </p:nvPr>
        </p:nvSpPr>
        <p:spPr/>
        <p:txBody>
          <a:bodyPr/>
          <a:lstStyle/>
          <a:p>
            <a:fld id="{E005D412-1F9F-4FA1-B1AF-E56A5C1EB0A1}" type="datetimeFigureOut">
              <a:rPr lang="en-US" smtClean="0"/>
              <a:t>11/5/2025</a:t>
            </a:fld>
            <a:endParaRPr lang="en-US" dirty="0"/>
          </a:p>
        </p:txBody>
      </p:sp>
      <p:sp>
        <p:nvSpPr>
          <p:cNvPr id="5" name="Footer Placeholder 4">
            <a:extLst>
              <a:ext uri="{FF2B5EF4-FFF2-40B4-BE49-F238E27FC236}">
                <a16:creationId xmlns:a16="http://schemas.microsoft.com/office/drawing/2014/main" id="{76FED565-8B29-4D25-8784-EBEA48A2697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68FF306C-6273-F628-3341-197D4104247F}"/>
              </a:ext>
            </a:extLst>
          </p:cNvPr>
          <p:cNvSpPr>
            <a:spLocks noGrp="1"/>
          </p:cNvSpPr>
          <p:nvPr>
            <p:ph type="sldNum" sz="quarter" idx="12"/>
          </p:nvPr>
        </p:nvSpPr>
        <p:spPr/>
        <p:txBody>
          <a:bodyPr/>
          <a:lstStyle/>
          <a:p>
            <a:fld id="{7F4700D4-D408-411F-B5EC-F2DAB75D3CED}" type="slidenum">
              <a:rPr lang="en-US" smtClean="0"/>
              <a:t>‹#›</a:t>
            </a:fld>
            <a:endParaRPr lang="en-US" dirty="0"/>
          </a:p>
        </p:txBody>
      </p:sp>
    </p:spTree>
    <p:extLst>
      <p:ext uri="{BB962C8B-B14F-4D97-AF65-F5344CB8AC3E}">
        <p14:creationId xmlns:p14="http://schemas.microsoft.com/office/powerpoint/2010/main" val="250049936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3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6432C0-598D-276D-07F1-E98E0A7EE428}"/>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F2D43546-1387-65DA-9FFD-EA51D2846EEC}"/>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0291F00-F0A8-6623-23E3-67B5B13930F7}"/>
              </a:ext>
            </a:extLst>
          </p:cNvPr>
          <p:cNvSpPr>
            <a:spLocks noGrp="1"/>
          </p:cNvSpPr>
          <p:nvPr>
            <p:ph type="dt" sz="half" idx="10"/>
          </p:nvPr>
        </p:nvSpPr>
        <p:spPr/>
        <p:txBody>
          <a:bodyPr/>
          <a:lstStyle/>
          <a:p>
            <a:fld id="{E005D412-1F9F-4FA1-B1AF-E56A5C1EB0A1}" type="datetimeFigureOut">
              <a:rPr lang="en-US" smtClean="0"/>
              <a:t>11/5/2025</a:t>
            </a:fld>
            <a:endParaRPr lang="en-US" dirty="0"/>
          </a:p>
        </p:txBody>
      </p:sp>
      <p:sp>
        <p:nvSpPr>
          <p:cNvPr id="5" name="Footer Placeholder 4">
            <a:extLst>
              <a:ext uri="{FF2B5EF4-FFF2-40B4-BE49-F238E27FC236}">
                <a16:creationId xmlns:a16="http://schemas.microsoft.com/office/drawing/2014/main" id="{8A0BE318-0599-FDA6-5782-30D6DD789E2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FB59549-477E-F4B4-715D-6DF88B46928C}"/>
              </a:ext>
            </a:extLst>
          </p:cNvPr>
          <p:cNvSpPr>
            <a:spLocks noGrp="1"/>
          </p:cNvSpPr>
          <p:nvPr>
            <p:ph type="sldNum" sz="quarter" idx="12"/>
          </p:nvPr>
        </p:nvSpPr>
        <p:spPr/>
        <p:txBody>
          <a:bodyPr/>
          <a:lstStyle/>
          <a:p>
            <a:fld id="{7F4700D4-D408-411F-B5EC-F2DAB75D3CED}" type="slidenum">
              <a:rPr lang="en-US" smtClean="0"/>
              <a:t>‹#›</a:t>
            </a:fld>
            <a:endParaRPr lang="en-US" dirty="0"/>
          </a:p>
        </p:txBody>
      </p:sp>
    </p:spTree>
    <p:extLst>
      <p:ext uri="{BB962C8B-B14F-4D97-AF65-F5344CB8AC3E}">
        <p14:creationId xmlns:p14="http://schemas.microsoft.com/office/powerpoint/2010/main" val="263782692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3_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FEF76-D7B6-11B4-AFD5-694F07447C1E}"/>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B4035B19-FCBF-8AFF-7F42-8A7C1B8A3CF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EDCBFCF5-2815-5040-FAA3-55AE90ACE668}"/>
              </a:ext>
            </a:extLst>
          </p:cNvPr>
          <p:cNvSpPr>
            <a:spLocks noGrp="1"/>
          </p:cNvSpPr>
          <p:nvPr>
            <p:ph type="dt" sz="half" idx="10"/>
          </p:nvPr>
        </p:nvSpPr>
        <p:spPr/>
        <p:txBody>
          <a:bodyPr/>
          <a:lstStyle/>
          <a:p>
            <a:fld id="{E005D412-1F9F-4FA1-B1AF-E56A5C1EB0A1}" type="datetimeFigureOut">
              <a:rPr lang="en-US" smtClean="0"/>
              <a:t>11/5/2025</a:t>
            </a:fld>
            <a:endParaRPr lang="en-US" dirty="0"/>
          </a:p>
        </p:txBody>
      </p:sp>
      <p:sp>
        <p:nvSpPr>
          <p:cNvPr id="5" name="Footer Placeholder 4">
            <a:extLst>
              <a:ext uri="{FF2B5EF4-FFF2-40B4-BE49-F238E27FC236}">
                <a16:creationId xmlns:a16="http://schemas.microsoft.com/office/drawing/2014/main" id="{E43CB901-2C1E-EA36-5EC6-5E3510B4800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A6D8E98-0173-6C7C-2861-A61A0DA55141}"/>
              </a:ext>
            </a:extLst>
          </p:cNvPr>
          <p:cNvSpPr>
            <a:spLocks noGrp="1"/>
          </p:cNvSpPr>
          <p:nvPr>
            <p:ph type="sldNum" sz="quarter" idx="12"/>
          </p:nvPr>
        </p:nvSpPr>
        <p:spPr/>
        <p:txBody>
          <a:bodyPr/>
          <a:lstStyle/>
          <a:p>
            <a:fld id="{7F4700D4-D408-411F-B5EC-F2DAB75D3CED}" type="slidenum">
              <a:rPr lang="en-US" smtClean="0"/>
              <a:t>‹#›</a:t>
            </a:fld>
            <a:endParaRPr lang="en-US" dirty="0"/>
          </a:p>
        </p:txBody>
      </p:sp>
    </p:spTree>
    <p:extLst>
      <p:ext uri="{BB962C8B-B14F-4D97-AF65-F5344CB8AC3E}">
        <p14:creationId xmlns:p14="http://schemas.microsoft.com/office/powerpoint/2010/main" val="419988030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3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3DC40-3022-7239-3EF9-96FC68A0F14A}"/>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44B32F17-C850-2082-8D52-D84C69DC0D9F}"/>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08013981-D731-518C-AE95-D4911610E3A3}"/>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9F1A76FF-8D8B-C2AB-14A3-3702F1A0A02A}"/>
              </a:ext>
            </a:extLst>
          </p:cNvPr>
          <p:cNvSpPr>
            <a:spLocks noGrp="1"/>
          </p:cNvSpPr>
          <p:nvPr>
            <p:ph type="dt" sz="half" idx="10"/>
          </p:nvPr>
        </p:nvSpPr>
        <p:spPr/>
        <p:txBody>
          <a:bodyPr/>
          <a:lstStyle/>
          <a:p>
            <a:fld id="{E005D412-1F9F-4FA1-B1AF-E56A5C1EB0A1}" type="datetimeFigureOut">
              <a:rPr lang="en-US" smtClean="0"/>
              <a:t>11/5/2025</a:t>
            </a:fld>
            <a:endParaRPr lang="en-US" dirty="0"/>
          </a:p>
        </p:txBody>
      </p:sp>
      <p:sp>
        <p:nvSpPr>
          <p:cNvPr id="6" name="Footer Placeholder 5">
            <a:extLst>
              <a:ext uri="{FF2B5EF4-FFF2-40B4-BE49-F238E27FC236}">
                <a16:creationId xmlns:a16="http://schemas.microsoft.com/office/drawing/2014/main" id="{38AC2300-3ED2-E5FB-DE0F-AB3D70132E4E}"/>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F6F28AB-F681-7692-ECEF-86197B95D9BA}"/>
              </a:ext>
            </a:extLst>
          </p:cNvPr>
          <p:cNvSpPr>
            <a:spLocks noGrp="1"/>
          </p:cNvSpPr>
          <p:nvPr>
            <p:ph type="sldNum" sz="quarter" idx="12"/>
          </p:nvPr>
        </p:nvSpPr>
        <p:spPr/>
        <p:txBody>
          <a:bodyPr/>
          <a:lstStyle/>
          <a:p>
            <a:fld id="{7F4700D4-D408-411F-B5EC-F2DAB75D3CED}" type="slidenum">
              <a:rPr lang="en-US" smtClean="0"/>
              <a:t>‹#›</a:t>
            </a:fld>
            <a:endParaRPr lang="en-US" dirty="0"/>
          </a:p>
        </p:txBody>
      </p:sp>
    </p:spTree>
    <p:extLst>
      <p:ext uri="{BB962C8B-B14F-4D97-AF65-F5344CB8AC3E}">
        <p14:creationId xmlns:p14="http://schemas.microsoft.com/office/powerpoint/2010/main" val="149411107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3_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13CF2-AD06-47FD-0A3D-EBAD8F4C2CF9}"/>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1040AA21-E20F-7C3A-B011-89BA285B9FF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A5B06B30-750A-7C98-3B27-3666B020B01C}"/>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7AB121DD-3772-EC63-D168-6ABEA5301F4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A35E7B89-25B9-31A0-B1FA-F1657596FDE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05D6FAFA-E9E7-D7BD-F9A2-E127291F232C}"/>
              </a:ext>
            </a:extLst>
          </p:cNvPr>
          <p:cNvSpPr>
            <a:spLocks noGrp="1"/>
          </p:cNvSpPr>
          <p:nvPr>
            <p:ph type="dt" sz="half" idx="10"/>
          </p:nvPr>
        </p:nvSpPr>
        <p:spPr/>
        <p:txBody>
          <a:bodyPr/>
          <a:lstStyle/>
          <a:p>
            <a:fld id="{E005D412-1F9F-4FA1-B1AF-E56A5C1EB0A1}" type="datetimeFigureOut">
              <a:rPr lang="en-US" smtClean="0"/>
              <a:t>11/5/2025</a:t>
            </a:fld>
            <a:endParaRPr lang="en-US" dirty="0"/>
          </a:p>
        </p:txBody>
      </p:sp>
      <p:sp>
        <p:nvSpPr>
          <p:cNvPr id="8" name="Footer Placeholder 7">
            <a:extLst>
              <a:ext uri="{FF2B5EF4-FFF2-40B4-BE49-F238E27FC236}">
                <a16:creationId xmlns:a16="http://schemas.microsoft.com/office/drawing/2014/main" id="{B5ED6113-728E-137D-B776-14C4FDA3491D}"/>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DBA5CFD3-1DD1-91BA-2993-1E3286811D6C}"/>
              </a:ext>
            </a:extLst>
          </p:cNvPr>
          <p:cNvSpPr>
            <a:spLocks noGrp="1"/>
          </p:cNvSpPr>
          <p:nvPr>
            <p:ph type="sldNum" sz="quarter" idx="12"/>
          </p:nvPr>
        </p:nvSpPr>
        <p:spPr/>
        <p:txBody>
          <a:bodyPr/>
          <a:lstStyle/>
          <a:p>
            <a:fld id="{7F4700D4-D408-411F-B5EC-F2DAB75D3CED}" type="slidenum">
              <a:rPr lang="en-US" smtClean="0"/>
              <a:t>‹#›</a:t>
            </a:fld>
            <a:endParaRPr lang="en-US" dirty="0"/>
          </a:p>
        </p:txBody>
      </p:sp>
    </p:spTree>
    <p:extLst>
      <p:ext uri="{BB962C8B-B14F-4D97-AF65-F5344CB8AC3E}">
        <p14:creationId xmlns:p14="http://schemas.microsoft.com/office/powerpoint/2010/main" val="71744295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3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287D9D-B69C-771A-BF46-99CE0662C1FE}"/>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6B242472-2C96-A7D9-2D6B-168953A7C1C1}"/>
              </a:ext>
            </a:extLst>
          </p:cNvPr>
          <p:cNvSpPr>
            <a:spLocks noGrp="1"/>
          </p:cNvSpPr>
          <p:nvPr>
            <p:ph type="dt" sz="half" idx="10"/>
          </p:nvPr>
        </p:nvSpPr>
        <p:spPr/>
        <p:txBody>
          <a:bodyPr/>
          <a:lstStyle/>
          <a:p>
            <a:fld id="{E005D412-1F9F-4FA1-B1AF-E56A5C1EB0A1}" type="datetimeFigureOut">
              <a:rPr lang="en-US" smtClean="0"/>
              <a:t>11/5/2025</a:t>
            </a:fld>
            <a:endParaRPr lang="en-US" dirty="0"/>
          </a:p>
        </p:txBody>
      </p:sp>
      <p:sp>
        <p:nvSpPr>
          <p:cNvPr id="4" name="Footer Placeholder 3">
            <a:extLst>
              <a:ext uri="{FF2B5EF4-FFF2-40B4-BE49-F238E27FC236}">
                <a16:creationId xmlns:a16="http://schemas.microsoft.com/office/drawing/2014/main" id="{4162B36A-4620-A0AA-A9CD-0950631307E6}"/>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B918F21-A718-6373-A78F-5C7C93AC4F03}"/>
              </a:ext>
            </a:extLst>
          </p:cNvPr>
          <p:cNvSpPr>
            <a:spLocks noGrp="1"/>
          </p:cNvSpPr>
          <p:nvPr>
            <p:ph type="sldNum" sz="quarter" idx="12"/>
          </p:nvPr>
        </p:nvSpPr>
        <p:spPr/>
        <p:txBody>
          <a:bodyPr/>
          <a:lstStyle/>
          <a:p>
            <a:fld id="{7F4700D4-D408-411F-B5EC-F2DAB75D3CED}" type="slidenum">
              <a:rPr lang="en-US" smtClean="0"/>
              <a:t>‹#›</a:t>
            </a:fld>
            <a:endParaRPr lang="en-US" dirty="0"/>
          </a:p>
        </p:txBody>
      </p:sp>
    </p:spTree>
    <p:extLst>
      <p:ext uri="{BB962C8B-B14F-4D97-AF65-F5344CB8AC3E}">
        <p14:creationId xmlns:p14="http://schemas.microsoft.com/office/powerpoint/2010/main" val="358539482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3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B979A50-4946-288A-50E7-5618E3ECB1DF}"/>
              </a:ext>
            </a:extLst>
          </p:cNvPr>
          <p:cNvSpPr>
            <a:spLocks noGrp="1"/>
          </p:cNvSpPr>
          <p:nvPr>
            <p:ph type="dt" sz="half" idx="10"/>
          </p:nvPr>
        </p:nvSpPr>
        <p:spPr/>
        <p:txBody>
          <a:bodyPr/>
          <a:lstStyle/>
          <a:p>
            <a:fld id="{E005D412-1F9F-4FA1-B1AF-E56A5C1EB0A1}" type="datetimeFigureOut">
              <a:rPr lang="en-US" smtClean="0"/>
              <a:t>11/5/2025</a:t>
            </a:fld>
            <a:endParaRPr lang="en-US" dirty="0"/>
          </a:p>
        </p:txBody>
      </p:sp>
      <p:sp>
        <p:nvSpPr>
          <p:cNvPr id="3" name="Footer Placeholder 2">
            <a:extLst>
              <a:ext uri="{FF2B5EF4-FFF2-40B4-BE49-F238E27FC236}">
                <a16:creationId xmlns:a16="http://schemas.microsoft.com/office/drawing/2014/main" id="{083B1BF9-9DE0-4F16-98B2-ECACE685D083}"/>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1B5DD668-DB4B-2004-C71C-5267C595F7EF}"/>
              </a:ext>
            </a:extLst>
          </p:cNvPr>
          <p:cNvSpPr>
            <a:spLocks noGrp="1"/>
          </p:cNvSpPr>
          <p:nvPr>
            <p:ph type="sldNum" sz="quarter" idx="12"/>
          </p:nvPr>
        </p:nvSpPr>
        <p:spPr/>
        <p:txBody>
          <a:bodyPr/>
          <a:lstStyle/>
          <a:p>
            <a:fld id="{7F4700D4-D408-411F-B5EC-F2DAB75D3CED}" type="slidenum">
              <a:rPr lang="en-US" smtClean="0"/>
              <a:t>‹#›</a:t>
            </a:fld>
            <a:endParaRPr lang="en-US" dirty="0"/>
          </a:p>
        </p:txBody>
      </p:sp>
    </p:spTree>
    <p:extLst>
      <p:ext uri="{BB962C8B-B14F-4D97-AF65-F5344CB8AC3E}">
        <p14:creationId xmlns:p14="http://schemas.microsoft.com/office/powerpoint/2010/main" val="253374673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Content with Picture 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0"/>
            <a:ext cx="10963655" cy="891102"/>
          </a:xfrm>
        </p:spPr>
        <p:txBody>
          <a:bodyPr anchor="b">
            <a:noAutofit/>
          </a:bodyPr>
          <a:lstStyle>
            <a:lvl1pPr>
              <a:defRPr sz="5400"/>
            </a:lvl1pPr>
          </a:lstStyle>
          <a:p>
            <a:r>
              <a:rPr lang="en-US" dirty="0"/>
              <a:t>Click to edit Master title style</a:t>
            </a:r>
          </a:p>
        </p:txBody>
      </p:sp>
      <p:sp>
        <p:nvSpPr>
          <p:cNvPr id="9" name="Picture Placeholder 8">
            <a:extLst>
              <a:ext uri="{FF2B5EF4-FFF2-40B4-BE49-F238E27FC236}">
                <a16:creationId xmlns:a16="http://schemas.microsoft.com/office/drawing/2014/main" id="{2EC4665C-5805-BDA9-0EA4-387D86C88ABA}"/>
              </a:ext>
            </a:extLst>
          </p:cNvPr>
          <p:cNvSpPr>
            <a:spLocks noGrp="1"/>
          </p:cNvSpPr>
          <p:nvPr>
            <p:ph type="pic" sz="quarter" idx="15"/>
          </p:nvPr>
        </p:nvSpPr>
        <p:spPr>
          <a:xfrm>
            <a:off x="612647" y="2057400"/>
            <a:ext cx="2740153" cy="4091502"/>
          </a:xfrm>
          <a:blipFill>
            <a:blip r:embed="rId2">
              <a:alphaModFix amt="60000"/>
            </a:blip>
            <a:stretch>
              <a:fillRect/>
            </a:stretch>
          </a:blipFill>
        </p:spPr>
        <p:txBody>
          <a:bodyPr/>
          <a:lstStyle/>
          <a:p>
            <a:endParaRPr lang="en-US" dirty="0"/>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3810001" y="2057400"/>
            <a:ext cx="7766302" cy="4091502"/>
          </a:xfrm>
        </p:spPr>
        <p:txBody>
          <a:bodyPr>
            <a:no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dirty="0"/>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7B708C30-1428-4C16-AD49-DE42CFEA37BF}" type="datetime1">
              <a:rPr lang="en-US" smtClean="0"/>
              <a:t>11/5/2025</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314122758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woObj" preserve="1">
  <p:cSld name="5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5B415-83E5-06EC-04EA-1F585F3868E6}"/>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5341DDE7-F0DF-AB20-9CED-7A697E4D19AF}"/>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69353135-0676-10B7-26AF-34BC1155FD0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02D9E16D-1D8D-9FAF-071E-3B5D0DDC849B}"/>
              </a:ext>
            </a:extLst>
          </p:cNvPr>
          <p:cNvSpPr>
            <a:spLocks noGrp="1"/>
          </p:cNvSpPr>
          <p:nvPr>
            <p:ph type="dt" sz="half" idx="10"/>
          </p:nvPr>
        </p:nvSpPr>
        <p:spPr/>
        <p:txBody>
          <a:bodyPr/>
          <a:lstStyle/>
          <a:p>
            <a:fld id="{775CD7F3-709D-4E7A-9F43-1897958EE44C}" type="datetimeFigureOut">
              <a:rPr lang="en-US" smtClean="0"/>
              <a:t>11/5/2025</a:t>
            </a:fld>
            <a:endParaRPr lang="en-US" dirty="0"/>
          </a:p>
        </p:txBody>
      </p:sp>
      <p:sp>
        <p:nvSpPr>
          <p:cNvPr id="6" name="Footer Placeholder 5">
            <a:extLst>
              <a:ext uri="{FF2B5EF4-FFF2-40B4-BE49-F238E27FC236}">
                <a16:creationId xmlns:a16="http://schemas.microsoft.com/office/drawing/2014/main" id="{B24B2EEE-30A6-3306-6404-FE44D7D6D4D8}"/>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3DFE655-B480-E514-28E7-5ADE0983EDDB}"/>
              </a:ext>
            </a:extLst>
          </p:cNvPr>
          <p:cNvSpPr>
            <a:spLocks noGrp="1"/>
          </p:cNvSpPr>
          <p:nvPr>
            <p:ph type="sldNum" sz="quarter" idx="12"/>
          </p:nvPr>
        </p:nvSpPr>
        <p:spPr/>
        <p:txBody>
          <a:bodyPr/>
          <a:lstStyle/>
          <a:p>
            <a:fld id="{419DBA48-55D8-46F8-807E-674634ACAA03}" type="slidenum">
              <a:rPr lang="en-US" smtClean="0"/>
              <a:t>‹#›</a:t>
            </a:fld>
            <a:endParaRPr lang="en-US" dirty="0"/>
          </a:p>
        </p:txBody>
      </p:sp>
    </p:spTree>
    <p:extLst>
      <p:ext uri="{BB962C8B-B14F-4D97-AF65-F5344CB8AC3E}">
        <p14:creationId xmlns:p14="http://schemas.microsoft.com/office/powerpoint/2010/main" val="362349480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 preserve="1">
  <p:cSld name="6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E3E25F-47FD-F53D-7249-E11AFF77F81F}"/>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D24B80FD-C540-B5EA-1FBB-0AE08EADE199}"/>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C9BF2DE-D15A-1CE0-C2E1-51CF48332512}"/>
              </a:ext>
            </a:extLst>
          </p:cNvPr>
          <p:cNvSpPr>
            <a:spLocks noGrp="1"/>
          </p:cNvSpPr>
          <p:nvPr>
            <p:ph type="dt" sz="half" idx="10"/>
          </p:nvPr>
        </p:nvSpPr>
        <p:spPr/>
        <p:txBody>
          <a:bodyPr/>
          <a:lstStyle/>
          <a:p>
            <a:fld id="{92FD00FE-05ED-4C73-8FA9-80AF06A51FA7}" type="datetimeFigureOut">
              <a:rPr lang="en-US" smtClean="0"/>
              <a:t>11/5/2025</a:t>
            </a:fld>
            <a:endParaRPr lang="en-US" dirty="0"/>
          </a:p>
        </p:txBody>
      </p:sp>
      <p:sp>
        <p:nvSpPr>
          <p:cNvPr id="5" name="Footer Placeholder 4">
            <a:extLst>
              <a:ext uri="{FF2B5EF4-FFF2-40B4-BE49-F238E27FC236}">
                <a16:creationId xmlns:a16="http://schemas.microsoft.com/office/drawing/2014/main" id="{AB5C5688-D8A3-4073-E087-D8F12DA1271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A4207E3-4B20-E362-7C1E-D887EC157B59}"/>
              </a:ext>
            </a:extLst>
          </p:cNvPr>
          <p:cNvSpPr>
            <a:spLocks noGrp="1"/>
          </p:cNvSpPr>
          <p:nvPr>
            <p:ph type="sldNum" sz="quarter" idx="12"/>
          </p:nvPr>
        </p:nvSpPr>
        <p:spPr/>
        <p:txBody>
          <a:bodyPr/>
          <a:lstStyle/>
          <a:p>
            <a:fld id="{FB5B8A50-758B-492B-9F6C-B9734314D786}" type="slidenum">
              <a:rPr lang="en-US" smtClean="0"/>
              <a:t>‹#›</a:t>
            </a:fld>
            <a:endParaRPr lang="en-US" dirty="0"/>
          </a:p>
        </p:txBody>
      </p:sp>
    </p:spTree>
    <p:extLst>
      <p:ext uri="{BB962C8B-B14F-4D97-AF65-F5344CB8AC3E}">
        <p14:creationId xmlns:p14="http://schemas.microsoft.com/office/powerpoint/2010/main" val="340414502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woObj" preserve="1">
  <p:cSld name="6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50DF3E-20A4-164A-BD67-171ED3211933}"/>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0B1A087F-3402-E537-5D6F-DA2AB4E0191F}"/>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096B665B-CD02-9A6A-DB41-AD582BF8128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E5BD7A2C-0F8B-2D4B-D0D3-E91EF672CCAE}"/>
              </a:ext>
            </a:extLst>
          </p:cNvPr>
          <p:cNvSpPr>
            <a:spLocks noGrp="1"/>
          </p:cNvSpPr>
          <p:nvPr>
            <p:ph type="dt" sz="half" idx="10"/>
          </p:nvPr>
        </p:nvSpPr>
        <p:spPr/>
        <p:txBody>
          <a:bodyPr/>
          <a:lstStyle/>
          <a:p>
            <a:fld id="{92FD00FE-05ED-4C73-8FA9-80AF06A51FA7}" type="datetimeFigureOut">
              <a:rPr lang="en-US" smtClean="0"/>
              <a:t>11/5/2025</a:t>
            </a:fld>
            <a:endParaRPr lang="en-US" dirty="0"/>
          </a:p>
        </p:txBody>
      </p:sp>
      <p:sp>
        <p:nvSpPr>
          <p:cNvPr id="6" name="Footer Placeholder 5">
            <a:extLst>
              <a:ext uri="{FF2B5EF4-FFF2-40B4-BE49-F238E27FC236}">
                <a16:creationId xmlns:a16="http://schemas.microsoft.com/office/drawing/2014/main" id="{23E3AD3C-5C67-36A7-151C-4CEC5C8BFD1E}"/>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A717EE2-6C3D-BB8E-EAD2-2FA8B0920783}"/>
              </a:ext>
            </a:extLst>
          </p:cNvPr>
          <p:cNvSpPr>
            <a:spLocks noGrp="1"/>
          </p:cNvSpPr>
          <p:nvPr>
            <p:ph type="sldNum" sz="quarter" idx="12"/>
          </p:nvPr>
        </p:nvSpPr>
        <p:spPr/>
        <p:txBody>
          <a:bodyPr/>
          <a:lstStyle/>
          <a:p>
            <a:fld id="{FB5B8A50-758B-492B-9F6C-B9734314D786}" type="slidenum">
              <a:rPr lang="en-US" smtClean="0"/>
              <a:t>‹#›</a:t>
            </a:fld>
            <a:endParaRPr lang="en-US" dirty="0"/>
          </a:p>
        </p:txBody>
      </p:sp>
    </p:spTree>
    <p:extLst>
      <p:ext uri="{BB962C8B-B14F-4D97-AF65-F5344CB8AC3E}">
        <p14:creationId xmlns:p14="http://schemas.microsoft.com/office/powerpoint/2010/main" val="32841146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 preserve="1">
  <p:cSld name="7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0EDE23-F93B-6BF6-3890-59C066A0553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C823D176-8E1B-E10C-C7C7-20C7C130FA29}"/>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72928711-AAA8-44B2-3F51-DA296220EE65}"/>
              </a:ext>
            </a:extLst>
          </p:cNvPr>
          <p:cNvSpPr>
            <a:spLocks noGrp="1"/>
          </p:cNvSpPr>
          <p:nvPr>
            <p:ph type="dt" sz="half" idx="10"/>
          </p:nvPr>
        </p:nvSpPr>
        <p:spPr/>
        <p:txBody>
          <a:bodyPr/>
          <a:lstStyle/>
          <a:p>
            <a:fld id="{E056E261-1D23-4E7F-9DA8-FBCFACCB0F37}" type="datetimeFigureOut">
              <a:rPr lang="en-US" smtClean="0"/>
              <a:t>11/5/2025</a:t>
            </a:fld>
            <a:endParaRPr lang="en-US" dirty="0"/>
          </a:p>
        </p:txBody>
      </p:sp>
      <p:sp>
        <p:nvSpPr>
          <p:cNvPr id="5" name="Footer Placeholder 4">
            <a:extLst>
              <a:ext uri="{FF2B5EF4-FFF2-40B4-BE49-F238E27FC236}">
                <a16:creationId xmlns:a16="http://schemas.microsoft.com/office/drawing/2014/main" id="{6ED23DE0-9301-6FB2-A085-DB3ED3FBE51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DF5819D-794E-0C31-DF90-DB1C03836675}"/>
              </a:ext>
            </a:extLst>
          </p:cNvPr>
          <p:cNvSpPr>
            <a:spLocks noGrp="1"/>
          </p:cNvSpPr>
          <p:nvPr>
            <p:ph type="sldNum" sz="quarter" idx="12"/>
          </p:nvPr>
        </p:nvSpPr>
        <p:spPr/>
        <p:txBody>
          <a:bodyPr/>
          <a:lstStyle/>
          <a:p>
            <a:fld id="{5BF97922-472C-467E-96C6-BF96478260D8}" type="slidenum">
              <a:rPr lang="en-US" smtClean="0"/>
              <a:t>‹#›</a:t>
            </a:fld>
            <a:endParaRPr lang="en-US" dirty="0"/>
          </a:p>
        </p:txBody>
      </p:sp>
    </p:spTree>
    <p:extLst>
      <p:ext uri="{BB962C8B-B14F-4D97-AF65-F5344CB8AC3E}">
        <p14:creationId xmlns:p14="http://schemas.microsoft.com/office/powerpoint/2010/main" val="61425406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woObj" preserve="1">
  <p:cSld name="7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D7AEAB-C1E2-4815-542C-91198BC4096D}"/>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D8D349E2-FC5A-FBC4-C137-03D6ED36F934}"/>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38354758-9CF9-E580-0AB6-FE72B0C84E27}"/>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71876D6D-13B2-64B9-6FD6-2894D7FF5A14}"/>
              </a:ext>
            </a:extLst>
          </p:cNvPr>
          <p:cNvSpPr>
            <a:spLocks noGrp="1"/>
          </p:cNvSpPr>
          <p:nvPr>
            <p:ph type="dt" sz="half" idx="10"/>
          </p:nvPr>
        </p:nvSpPr>
        <p:spPr/>
        <p:txBody>
          <a:bodyPr/>
          <a:lstStyle/>
          <a:p>
            <a:fld id="{E056E261-1D23-4E7F-9DA8-FBCFACCB0F37}" type="datetimeFigureOut">
              <a:rPr lang="en-US" smtClean="0"/>
              <a:t>11/5/2025</a:t>
            </a:fld>
            <a:endParaRPr lang="en-US" dirty="0"/>
          </a:p>
        </p:txBody>
      </p:sp>
      <p:sp>
        <p:nvSpPr>
          <p:cNvPr id="6" name="Footer Placeholder 5">
            <a:extLst>
              <a:ext uri="{FF2B5EF4-FFF2-40B4-BE49-F238E27FC236}">
                <a16:creationId xmlns:a16="http://schemas.microsoft.com/office/drawing/2014/main" id="{53249B45-AB66-A6B0-A81E-FDA830BF25DE}"/>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7F9AEDA-0479-0CA3-CB50-95CFD95D585A}"/>
              </a:ext>
            </a:extLst>
          </p:cNvPr>
          <p:cNvSpPr>
            <a:spLocks noGrp="1"/>
          </p:cNvSpPr>
          <p:nvPr>
            <p:ph type="sldNum" sz="quarter" idx="12"/>
          </p:nvPr>
        </p:nvSpPr>
        <p:spPr/>
        <p:txBody>
          <a:bodyPr/>
          <a:lstStyle/>
          <a:p>
            <a:fld id="{5BF97922-472C-467E-96C6-BF96478260D8}" type="slidenum">
              <a:rPr lang="en-US" smtClean="0"/>
              <a:t>‹#›</a:t>
            </a:fld>
            <a:endParaRPr lang="en-US" dirty="0"/>
          </a:p>
        </p:txBody>
      </p:sp>
    </p:spTree>
    <p:extLst>
      <p:ext uri="{BB962C8B-B14F-4D97-AF65-F5344CB8AC3E}">
        <p14:creationId xmlns:p14="http://schemas.microsoft.com/office/powerpoint/2010/main" val="159387959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itle" preserve="1">
  <p:cSld name="8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3072EF-6E22-C1DA-EFED-CEE5132B7C3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930CC6F2-A6A4-4D7D-7C6E-22AEAF859F3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E926E2D3-F142-D53B-C0E5-667CEE3D24A8}"/>
              </a:ext>
            </a:extLst>
          </p:cNvPr>
          <p:cNvSpPr>
            <a:spLocks noGrp="1"/>
          </p:cNvSpPr>
          <p:nvPr>
            <p:ph type="dt" sz="half" idx="10"/>
          </p:nvPr>
        </p:nvSpPr>
        <p:spPr/>
        <p:txBody>
          <a:bodyPr/>
          <a:lstStyle/>
          <a:p>
            <a:fld id="{F33C97F0-C4E2-42A5-8A83-36D526C8CD91}" type="datetimeFigureOut">
              <a:rPr lang="en-US" smtClean="0"/>
              <a:t>11/5/2025</a:t>
            </a:fld>
            <a:endParaRPr lang="en-US" dirty="0"/>
          </a:p>
        </p:txBody>
      </p:sp>
      <p:sp>
        <p:nvSpPr>
          <p:cNvPr id="5" name="Footer Placeholder 4">
            <a:extLst>
              <a:ext uri="{FF2B5EF4-FFF2-40B4-BE49-F238E27FC236}">
                <a16:creationId xmlns:a16="http://schemas.microsoft.com/office/drawing/2014/main" id="{01761B53-D26C-D7B2-1F91-7FD456EB6B6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6823C92-2530-3157-930B-978C92B10A96}"/>
              </a:ext>
            </a:extLst>
          </p:cNvPr>
          <p:cNvSpPr>
            <a:spLocks noGrp="1"/>
          </p:cNvSpPr>
          <p:nvPr>
            <p:ph type="sldNum" sz="quarter" idx="12"/>
          </p:nvPr>
        </p:nvSpPr>
        <p:spPr/>
        <p:txBody>
          <a:bodyPr/>
          <a:lstStyle/>
          <a:p>
            <a:fld id="{8A609874-AEF2-4860-9BAA-D92E1075295A}" type="slidenum">
              <a:rPr lang="en-US" smtClean="0"/>
              <a:t>‹#›</a:t>
            </a:fld>
            <a:endParaRPr lang="en-US" dirty="0"/>
          </a:p>
        </p:txBody>
      </p:sp>
    </p:spTree>
    <p:extLst>
      <p:ext uri="{BB962C8B-B14F-4D97-AF65-F5344CB8AC3E}">
        <p14:creationId xmlns:p14="http://schemas.microsoft.com/office/powerpoint/2010/main" val="404398817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 preserve="1">
  <p:cSld name="8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0A3E85-E0BF-6AE0-E433-DCF4D05B2AA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3233853C-7D01-7BA4-2109-40B565A7E54C}"/>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AF096F2-DE8E-AACA-5112-9D35D23DB2AC}"/>
              </a:ext>
            </a:extLst>
          </p:cNvPr>
          <p:cNvSpPr>
            <a:spLocks noGrp="1"/>
          </p:cNvSpPr>
          <p:nvPr>
            <p:ph type="dt" sz="half" idx="10"/>
          </p:nvPr>
        </p:nvSpPr>
        <p:spPr/>
        <p:txBody>
          <a:bodyPr/>
          <a:lstStyle/>
          <a:p>
            <a:fld id="{F33C97F0-C4E2-42A5-8A83-36D526C8CD91}" type="datetimeFigureOut">
              <a:rPr lang="en-US" smtClean="0"/>
              <a:t>11/5/2025</a:t>
            </a:fld>
            <a:endParaRPr lang="en-US" dirty="0"/>
          </a:p>
        </p:txBody>
      </p:sp>
      <p:sp>
        <p:nvSpPr>
          <p:cNvPr id="5" name="Footer Placeholder 4">
            <a:extLst>
              <a:ext uri="{FF2B5EF4-FFF2-40B4-BE49-F238E27FC236}">
                <a16:creationId xmlns:a16="http://schemas.microsoft.com/office/drawing/2014/main" id="{F40823E1-7E69-688E-D4D3-AD0E88AD19E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8D91E49-5480-3151-1D0F-C9B97FB2BB44}"/>
              </a:ext>
            </a:extLst>
          </p:cNvPr>
          <p:cNvSpPr>
            <a:spLocks noGrp="1"/>
          </p:cNvSpPr>
          <p:nvPr>
            <p:ph type="sldNum" sz="quarter" idx="12"/>
          </p:nvPr>
        </p:nvSpPr>
        <p:spPr/>
        <p:txBody>
          <a:bodyPr/>
          <a:lstStyle/>
          <a:p>
            <a:fld id="{8A609874-AEF2-4860-9BAA-D92E1075295A}" type="slidenum">
              <a:rPr lang="en-US" smtClean="0"/>
              <a:t>‹#›</a:t>
            </a:fld>
            <a:endParaRPr lang="en-US" dirty="0"/>
          </a:p>
        </p:txBody>
      </p:sp>
    </p:spTree>
    <p:extLst>
      <p:ext uri="{BB962C8B-B14F-4D97-AF65-F5344CB8AC3E}">
        <p14:creationId xmlns:p14="http://schemas.microsoft.com/office/powerpoint/2010/main" val="282108917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Obj" preserve="1">
  <p:cSld name="8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5B9E5-8A41-D874-E709-AD9593C784CE}"/>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66B8F5CD-418D-0574-444F-9FAF6F68188D}"/>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A8653AAE-33FF-01B0-536C-4F3356160761}"/>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59907E8B-7E03-6D8E-3BBA-3449065F5D50}"/>
              </a:ext>
            </a:extLst>
          </p:cNvPr>
          <p:cNvSpPr>
            <a:spLocks noGrp="1"/>
          </p:cNvSpPr>
          <p:nvPr>
            <p:ph type="dt" sz="half" idx="10"/>
          </p:nvPr>
        </p:nvSpPr>
        <p:spPr/>
        <p:txBody>
          <a:bodyPr/>
          <a:lstStyle/>
          <a:p>
            <a:fld id="{F33C97F0-C4E2-42A5-8A83-36D526C8CD91}" type="datetimeFigureOut">
              <a:rPr lang="en-US" smtClean="0"/>
              <a:t>11/5/2025</a:t>
            </a:fld>
            <a:endParaRPr lang="en-US" dirty="0"/>
          </a:p>
        </p:txBody>
      </p:sp>
      <p:sp>
        <p:nvSpPr>
          <p:cNvPr id="6" name="Footer Placeholder 5">
            <a:extLst>
              <a:ext uri="{FF2B5EF4-FFF2-40B4-BE49-F238E27FC236}">
                <a16:creationId xmlns:a16="http://schemas.microsoft.com/office/drawing/2014/main" id="{CFFD8DC6-BFD9-ED13-F194-976F331DAF67}"/>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9F9943F9-9B4C-3267-144D-4567089C9FE0}"/>
              </a:ext>
            </a:extLst>
          </p:cNvPr>
          <p:cNvSpPr>
            <a:spLocks noGrp="1"/>
          </p:cNvSpPr>
          <p:nvPr>
            <p:ph type="sldNum" sz="quarter" idx="12"/>
          </p:nvPr>
        </p:nvSpPr>
        <p:spPr/>
        <p:txBody>
          <a:bodyPr/>
          <a:lstStyle/>
          <a:p>
            <a:fld id="{8A609874-AEF2-4860-9BAA-D92E1075295A}" type="slidenum">
              <a:rPr lang="en-US" smtClean="0"/>
              <a:t>‹#›</a:t>
            </a:fld>
            <a:endParaRPr lang="en-US" dirty="0"/>
          </a:p>
        </p:txBody>
      </p:sp>
    </p:spTree>
    <p:extLst>
      <p:ext uri="{BB962C8B-B14F-4D97-AF65-F5344CB8AC3E}">
        <p14:creationId xmlns:p14="http://schemas.microsoft.com/office/powerpoint/2010/main" val="187572257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 preserve="1">
  <p:cSld name="9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46D0A-4AE2-A299-2DC2-408DBC245C1A}"/>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144D2C6-3AD2-0550-96F0-299B64DCDC3F}"/>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0F960641-2613-E7EE-5C55-33C8EA1ADB58}"/>
              </a:ext>
            </a:extLst>
          </p:cNvPr>
          <p:cNvSpPr>
            <a:spLocks noGrp="1"/>
          </p:cNvSpPr>
          <p:nvPr>
            <p:ph type="dt" sz="half" idx="10"/>
          </p:nvPr>
        </p:nvSpPr>
        <p:spPr/>
        <p:txBody>
          <a:bodyPr/>
          <a:lstStyle/>
          <a:p>
            <a:fld id="{FA4BD5D4-9A31-42AB-882C-5FDE1D32A45C}" type="datetimeFigureOut">
              <a:rPr lang="en-US" smtClean="0"/>
              <a:t>11/5/2025</a:t>
            </a:fld>
            <a:endParaRPr lang="en-US" dirty="0"/>
          </a:p>
        </p:txBody>
      </p:sp>
      <p:sp>
        <p:nvSpPr>
          <p:cNvPr id="5" name="Footer Placeholder 4">
            <a:extLst>
              <a:ext uri="{FF2B5EF4-FFF2-40B4-BE49-F238E27FC236}">
                <a16:creationId xmlns:a16="http://schemas.microsoft.com/office/drawing/2014/main" id="{A17628B8-FD25-D286-C60F-AF67E0C7B37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253142A-BE41-0FF8-28C1-00F394EC18FA}"/>
              </a:ext>
            </a:extLst>
          </p:cNvPr>
          <p:cNvSpPr>
            <a:spLocks noGrp="1"/>
          </p:cNvSpPr>
          <p:nvPr>
            <p:ph type="sldNum" sz="quarter" idx="12"/>
          </p:nvPr>
        </p:nvSpPr>
        <p:spPr/>
        <p:txBody>
          <a:bodyPr/>
          <a:lstStyle/>
          <a:p>
            <a:fld id="{F8C604A3-21E1-45D3-A374-5C5E213B0C59}" type="slidenum">
              <a:rPr lang="en-US" smtClean="0"/>
              <a:t>‹#›</a:t>
            </a:fld>
            <a:endParaRPr lang="en-US" dirty="0"/>
          </a:p>
        </p:txBody>
      </p:sp>
    </p:spTree>
    <p:extLst>
      <p:ext uri="{BB962C8B-B14F-4D97-AF65-F5344CB8AC3E}">
        <p14:creationId xmlns:p14="http://schemas.microsoft.com/office/powerpoint/2010/main" val="167394060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woObj" preserve="1">
  <p:cSld name="9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9ACF7-2D0E-3550-8D9B-2CAC4CFE3417}"/>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35E9F872-9F97-E692-CAEE-BE96628F24FA}"/>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965F5390-B863-9804-885F-60A2328102F9}"/>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2BF040E2-6D10-7950-2327-5E4F1A325092}"/>
              </a:ext>
            </a:extLst>
          </p:cNvPr>
          <p:cNvSpPr>
            <a:spLocks noGrp="1"/>
          </p:cNvSpPr>
          <p:nvPr>
            <p:ph type="dt" sz="half" idx="10"/>
          </p:nvPr>
        </p:nvSpPr>
        <p:spPr/>
        <p:txBody>
          <a:bodyPr/>
          <a:lstStyle/>
          <a:p>
            <a:fld id="{FA4BD5D4-9A31-42AB-882C-5FDE1D32A45C}" type="datetimeFigureOut">
              <a:rPr lang="en-US" smtClean="0"/>
              <a:t>11/5/2025</a:t>
            </a:fld>
            <a:endParaRPr lang="en-US" dirty="0"/>
          </a:p>
        </p:txBody>
      </p:sp>
      <p:sp>
        <p:nvSpPr>
          <p:cNvPr id="6" name="Footer Placeholder 5">
            <a:extLst>
              <a:ext uri="{FF2B5EF4-FFF2-40B4-BE49-F238E27FC236}">
                <a16:creationId xmlns:a16="http://schemas.microsoft.com/office/drawing/2014/main" id="{F3AACEBA-479C-CE88-2C72-AE10E13C82C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8C6CDBD9-C700-4D90-43B7-95F24F5B9C81}"/>
              </a:ext>
            </a:extLst>
          </p:cNvPr>
          <p:cNvSpPr>
            <a:spLocks noGrp="1"/>
          </p:cNvSpPr>
          <p:nvPr>
            <p:ph type="sldNum" sz="quarter" idx="12"/>
          </p:nvPr>
        </p:nvSpPr>
        <p:spPr/>
        <p:txBody>
          <a:bodyPr/>
          <a:lstStyle/>
          <a:p>
            <a:fld id="{F8C604A3-21E1-45D3-A374-5C5E213B0C59}" type="slidenum">
              <a:rPr lang="en-US" smtClean="0"/>
              <a:t>‹#›</a:t>
            </a:fld>
            <a:endParaRPr lang="en-US" dirty="0"/>
          </a:p>
        </p:txBody>
      </p:sp>
    </p:spTree>
    <p:extLst>
      <p:ext uri="{BB962C8B-B14F-4D97-AF65-F5344CB8AC3E}">
        <p14:creationId xmlns:p14="http://schemas.microsoft.com/office/powerpoint/2010/main" val="295444105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woObj" preserve="1">
  <p:cSld name="10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607C42-D684-F5F9-561C-FB559CE23F2A}"/>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C7F4C664-518F-C705-17F5-6F086861FC4D}"/>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7FE512DA-BAF2-D19A-B573-2564087A6B93}"/>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6E24AFEA-4713-6F98-F71D-ADF6CB3CDE73}"/>
              </a:ext>
            </a:extLst>
          </p:cNvPr>
          <p:cNvSpPr>
            <a:spLocks noGrp="1"/>
          </p:cNvSpPr>
          <p:nvPr>
            <p:ph type="dt" sz="half" idx="10"/>
          </p:nvPr>
        </p:nvSpPr>
        <p:spPr/>
        <p:txBody>
          <a:bodyPr/>
          <a:lstStyle/>
          <a:p>
            <a:fld id="{269A9542-7DC3-4123-82CE-7F9B7701504C}" type="datetimeFigureOut">
              <a:rPr lang="en-US" smtClean="0"/>
              <a:t>11/5/2025</a:t>
            </a:fld>
            <a:endParaRPr lang="en-US" dirty="0"/>
          </a:p>
        </p:txBody>
      </p:sp>
      <p:sp>
        <p:nvSpPr>
          <p:cNvPr id="6" name="Footer Placeholder 5">
            <a:extLst>
              <a:ext uri="{FF2B5EF4-FFF2-40B4-BE49-F238E27FC236}">
                <a16:creationId xmlns:a16="http://schemas.microsoft.com/office/drawing/2014/main" id="{97BF6D21-38F9-9AC3-CFF2-00B8D50131F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49501F90-A8A9-2F2F-948D-B50AC0CF8C4D}"/>
              </a:ext>
            </a:extLst>
          </p:cNvPr>
          <p:cNvSpPr>
            <a:spLocks noGrp="1"/>
          </p:cNvSpPr>
          <p:nvPr>
            <p:ph type="sldNum" sz="quarter" idx="12"/>
          </p:nvPr>
        </p:nvSpPr>
        <p:spPr/>
        <p:txBody>
          <a:bodyPr/>
          <a:lstStyle/>
          <a:p>
            <a:fld id="{65D161CA-40B9-4A40-B093-BF2758B94BFC}" type="slidenum">
              <a:rPr lang="en-US" smtClean="0"/>
              <a:t>‹#›</a:t>
            </a:fld>
            <a:endParaRPr lang="en-US" dirty="0"/>
          </a:p>
        </p:txBody>
      </p:sp>
    </p:spTree>
    <p:extLst>
      <p:ext uri="{BB962C8B-B14F-4D97-AF65-F5344CB8AC3E}">
        <p14:creationId xmlns:p14="http://schemas.microsoft.com/office/powerpoint/2010/main" val="64489397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woObj" preserve="1">
  <p:cSld name="11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B854AD-49BE-C6CB-EEE3-325C0A059E64}"/>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798A9F46-B51C-1942-9528-9359D980BA2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1689CFBC-017C-C43D-73C4-D8D19AF2028B}"/>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05DEDB9F-D68F-DE58-5610-EC93136056C6}"/>
              </a:ext>
            </a:extLst>
          </p:cNvPr>
          <p:cNvSpPr>
            <a:spLocks noGrp="1"/>
          </p:cNvSpPr>
          <p:nvPr>
            <p:ph type="dt" sz="half" idx="10"/>
          </p:nvPr>
        </p:nvSpPr>
        <p:spPr/>
        <p:txBody>
          <a:bodyPr/>
          <a:lstStyle/>
          <a:p>
            <a:fld id="{6FE2292E-0F63-448A-AC41-34F7CEBC3291}" type="datetimeFigureOut">
              <a:rPr lang="en-US" smtClean="0"/>
              <a:t>11/5/2025</a:t>
            </a:fld>
            <a:endParaRPr lang="en-US" dirty="0"/>
          </a:p>
        </p:txBody>
      </p:sp>
      <p:sp>
        <p:nvSpPr>
          <p:cNvPr id="6" name="Footer Placeholder 5">
            <a:extLst>
              <a:ext uri="{FF2B5EF4-FFF2-40B4-BE49-F238E27FC236}">
                <a16:creationId xmlns:a16="http://schemas.microsoft.com/office/drawing/2014/main" id="{7021FA58-8EC4-D7DD-3733-3918FBB64FC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8DAAE65-091D-73DC-D682-1AB6FFAE7D76}"/>
              </a:ext>
            </a:extLst>
          </p:cNvPr>
          <p:cNvSpPr>
            <a:spLocks noGrp="1"/>
          </p:cNvSpPr>
          <p:nvPr>
            <p:ph type="sldNum" sz="quarter" idx="12"/>
          </p:nvPr>
        </p:nvSpPr>
        <p:spPr/>
        <p:txBody>
          <a:bodyPr/>
          <a:lstStyle/>
          <a:p>
            <a:fld id="{25250801-77AA-4C7F-8AC8-1E1E3E1E8FE7}" type="slidenum">
              <a:rPr lang="en-US" smtClean="0"/>
              <a:t>‹#›</a:t>
            </a:fld>
            <a:endParaRPr lang="en-US" dirty="0"/>
          </a:p>
        </p:txBody>
      </p:sp>
    </p:spTree>
    <p:extLst>
      <p:ext uri="{BB962C8B-B14F-4D97-AF65-F5344CB8AC3E}">
        <p14:creationId xmlns:p14="http://schemas.microsoft.com/office/powerpoint/2010/main" val="285733414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09800" y="4464030"/>
            <a:ext cx="9144000" cy="1641491"/>
          </a:xfrm>
        </p:spPr>
        <p:txBody>
          <a:bodyPr wrap="none" anchor="t">
            <a:normAutofit/>
          </a:bodyPr>
          <a:lstStyle>
            <a:lvl1pPr algn="r">
              <a:defRPr sz="7200" b="0" spc="-225">
                <a:gradFill flip="none" rotWithShape="1">
                  <a:gsLst>
                    <a:gs pos="32000">
                      <a:schemeClr val="tx1">
                        <a:lumMod val="89000"/>
                      </a:schemeClr>
                    </a:gs>
                    <a:gs pos="0">
                      <a:schemeClr val="bg1">
                        <a:lumMod val="41000"/>
                        <a:lumOff val="59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en-US"/>
              <a:t>Click to edit Master title style</a:t>
            </a:r>
            <a:endParaRPr lang="en-US" dirty="0"/>
          </a:p>
        </p:txBody>
      </p:sp>
      <p:sp>
        <p:nvSpPr>
          <p:cNvPr id="3" name="Subtitle 2"/>
          <p:cNvSpPr>
            <a:spLocks noGrp="1"/>
          </p:cNvSpPr>
          <p:nvPr>
            <p:ph type="subTitle" idx="1"/>
          </p:nvPr>
        </p:nvSpPr>
        <p:spPr>
          <a:xfrm>
            <a:off x="2209799" y="3694382"/>
            <a:ext cx="9144000" cy="754025"/>
          </a:xfrm>
        </p:spPr>
        <p:txBody>
          <a:bodyPr anchor="b">
            <a:normAutofit/>
          </a:bodyPr>
          <a:lstStyle>
            <a:lvl1pPr marL="0" indent="0" algn="r">
              <a:buNone/>
              <a:defRPr sz="24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11/5/2025</a:t>
            </a:fld>
            <a:endParaRPr lang="en-US" dirty="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8" name="Footer Placeholder 7"/>
          <p:cNvSpPr>
            <a:spLocks noGrp="1"/>
          </p:cNvSpPr>
          <p:nvPr>
            <p:ph type="ftr" sz="quarter" idx="11"/>
          </p:nvPr>
        </p:nvSpPr>
        <p:spPr/>
        <p:txBody>
          <a:bodyPr/>
          <a:lstStyle/>
          <a:p>
            <a:endParaRPr lang="en-US" dirty="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9" name="Slide Number Placeholder 8"/>
          <p:cNvSpPr>
            <a:spLocks noGrp="1"/>
          </p:cNvSpPr>
          <p:nvPr>
            <p:ph type="sldNum" sz="quarter" idx="12"/>
          </p:nvPr>
        </p:nvSpPr>
        <p:spPr/>
        <p:txBody>
          <a:bodyPr/>
          <a:lstStyle/>
          <a:p>
            <a:fld id="{C1FF6DA9-008F-8B48-92A6-B652298478BF}" type="slidenum">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a:t>
            </a:fld>
            <a:endParaRPr lang="en-US" dirty="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Tree>
    <p:extLst>
      <p:ext uri="{BB962C8B-B14F-4D97-AF65-F5344CB8AC3E}">
        <p14:creationId xmlns:p14="http://schemas.microsoft.com/office/powerpoint/2010/main" val="168407244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8"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11/5/2025</a:t>
            </a:fld>
            <a:endParaRPr lang="en-US" dirty="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5" name="Footer Placeholder 4"/>
          <p:cNvSpPr>
            <a:spLocks noGrp="1"/>
          </p:cNvSpPr>
          <p:nvPr>
            <p:ph type="ftr" sz="quarter" idx="11"/>
          </p:nvPr>
        </p:nvSpPr>
        <p:spPr/>
        <p:txBody>
          <a:bodyPr/>
          <a:lstStyle/>
          <a:p>
            <a:endParaRPr lang="en-US" dirty="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6" name="Slide Number Placeholder 5"/>
          <p:cNvSpPr>
            <a:spLocks noGrp="1"/>
          </p:cNvSpPr>
          <p:nvPr>
            <p:ph type="sldNum" sz="quarter" idx="12"/>
          </p:nvPr>
        </p:nvSpPr>
        <p:spPr/>
        <p:txBody>
          <a:bodyPr/>
          <a:lstStyle/>
          <a:p>
            <a:fld id="{C1FF6DA9-008F-8B48-92A6-B652298478BF}" type="slidenum">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a:t>
            </a:fld>
            <a:endParaRPr lang="en-US" dirty="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Tree>
    <p:extLst>
      <p:ext uri="{BB962C8B-B14F-4D97-AF65-F5344CB8AC3E}">
        <p14:creationId xmlns:p14="http://schemas.microsoft.com/office/powerpoint/2010/main" val="257936378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Title 1"/>
          <p:cNvSpPr>
            <a:spLocks noGrp="1"/>
          </p:cNvSpPr>
          <p:nvPr>
            <p:ph type="ctrTitle"/>
          </p:nvPr>
        </p:nvSpPr>
        <p:spPr>
          <a:xfrm>
            <a:off x="854532" y="4464030"/>
            <a:ext cx="9144000" cy="1641491"/>
          </a:xfrm>
        </p:spPr>
        <p:txBody>
          <a:bodyPr wrap="none" anchor="t">
            <a:normAutofit/>
          </a:bodyPr>
          <a:lstStyle>
            <a:lvl1pPr algn="l">
              <a:defRPr sz="7200" b="0" spc="-225">
                <a:gradFill flip="none" rotWithShape="1">
                  <a:gsLst>
                    <a:gs pos="32000">
                      <a:schemeClr val="tx1">
                        <a:lumMod val="89000"/>
                      </a:schemeClr>
                    </a:gs>
                    <a:gs pos="0">
                      <a:schemeClr val="bg1">
                        <a:lumMod val="47000"/>
                        <a:lumOff val="53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en-US"/>
              <a:t>Click to edit Master title style</a:t>
            </a:r>
            <a:endParaRPr lang="en-US" dirty="0"/>
          </a:p>
        </p:txBody>
      </p:sp>
      <p:sp>
        <p:nvSpPr>
          <p:cNvPr id="8" name="Subtitle 2"/>
          <p:cNvSpPr>
            <a:spLocks noGrp="1"/>
          </p:cNvSpPr>
          <p:nvPr>
            <p:ph type="subTitle" idx="1"/>
          </p:nvPr>
        </p:nvSpPr>
        <p:spPr>
          <a:xfrm>
            <a:off x="854532" y="3693679"/>
            <a:ext cx="9144000" cy="754025"/>
          </a:xfrm>
        </p:spPr>
        <p:txBody>
          <a:bodyPr anchor="b">
            <a:normAutofit/>
          </a:bodyPr>
          <a:lstStyle>
            <a:lvl1pPr marL="0" indent="0" algn="l">
              <a:buNone/>
              <a:defRPr sz="24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11/5/2025</a:t>
            </a:fld>
            <a:endParaRPr lang="en-US" dirty="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5" name="Footer Placeholder 4"/>
          <p:cNvSpPr>
            <a:spLocks noGrp="1"/>
          </p:cNvSpPr>
          <p:nvPr>
            <p:ph type="ftr" sz="quarter" idx="11"/>
          </p:nvPr>
        </p:nvSpPr>
        <p:spPr/>
        <p:txBody>
          <a:bodyPr/>
          <a:lstStyle/>
          <a:p>
            <a:endParaRPr lang="en-US" dirty="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6" name="Slide Number Placeholder 5"/>
          <p:cNvSpPr>
            <a:spLocks noGrp="1"/>
          </p:cNvSpPr>
          <p:nvPr>
            <p:ph type="sldNum" sz="quarter" idx="12"/>
          </p:nvPr>
        </p:nvSpPr>
        <p:spPr/>
        <p:txBody>
          <a:bodyPr/>
          <a:lstStyle/>
          <a:p>
            <a:fld id="{D57F1E4F-1CFF-5643-939E-217C01CDF565}" type="slidenum">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a:t>
            </a:fld>
            <a:endParaRPr lang="en-US" dirty="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Tree>
    <p:extLst>
      <p:ext uri="{BB962C8B-B14F-4D97-AF65-F5344CB8AC3E}">
        <p14:creationId xmlns:p14="http://schemas.microsoft.com/office/powerpoint/2010/main" val="2042051655"/>
      </p:ext>
    </p:extLst>
  </p:cSld>
  <p:clrMapOvr>
    <a:masterClrMapping/>
  </p:clrMapOvr>
  <p:hf sldNum="0" hdr="0" ftr="0" dt="0"/>
</p:sldLayout>
</file>

<file path=ppt/slideLayouts/slideLayout5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20000" y="1825625"/>
            <a:ext cx="5025216"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19840" y="1825625"/>
            <a:ext cx="5033960"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11/5/2025</a:t>
            </a:fld>
            <a:endParaRPr lang="en-US" dirty="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6" name="Footer Placeholder 5"/>
          <p:cNvSpPr>
            <a:spLocks noGrp="1"/>
          </p:cNvSpPr>
          <p:nvPr>
            <p:ph type="ftr" sz="quarter" idx="11"/>
          </p:nvPr>
        </p:nvSpPr>
        <p:spPr/>
        <p:txBody>
          <a:bodyPr/>
          <a:lstStyle/>
          <a:p>
            <a:endParaRPr lang="en-US" dirty="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7" name="Slide Number Placeholder 6"/>
          <p:cNvSpPr>
            <a:spLocks noGrp="1"/>
          </p:cNvSpPr>
          <p:nvPr>
            <p:ph type="sldNum" sz="quarter" idx="12"/>
          </p:nvPr>
        </p:nvSpPr>
        <p:spPr/>
        <p:txBody>
          <a:bodyPr/>
          <a:lstStyle/>
          <a:p>
            <a:fld id="{6FF9F0C5-380F-41C2-899A-BAC0F0927E16}" type="slidenum">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a:t>
            </a:fld>
            <a:endParaRPr lang="en-US" dirty="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Tree>
    <p:extLst>
      <p:ext uri="{BB962C8B-B14F-4D97-AF65-F5344CB8AC3E}">
        <p14:creationId xmlns:p14="http://schemas.microsoft.com/office/powerpoint/2010/main" val="858053521"/>
      </p:ext>
    </p:extLst>
  </p:cSld>
  <p:clrMapOvr>
    <a:masterClrMapping/>
  </p:clrMapOvr>
  <p:hf sldNum="0" hdr="0" ftr="0" dt="0"/>
</p:sldLayout>
</file>

<file path=ppt/slideLayouts/slideLayout5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6"/>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20000" y="1681163"/>
            <a:ext cx="5025216" cy="823912"/>
          </a:xfrm>
        </p:spPr>
        <p:txBody>
          <a:bodyPr anchor="b"/>
          <a:lstStyle>
            <a:lvl1pPr marL="0" indent="0">
              <a:buNone/>
              <a:defRPr sz="18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1120000" y="2505075"/>
            <a:ext cx="5025216"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19850" y="1681163"/>
            <a:ext cx="5035548" cy="823912"/>
          </a:xfrm>
        </p:spPr>
        <p:txBody>
          <a:bodyPr vert="horz" lIns="91440" tIns="45720" rIns="91440" bIns="45720" rtlCol="0" anchor="b">
            <a:normAutofit/>
          </a:bodyPr>
          <a:lstStyle>
            <a:lvl1pPr>
              <a:buNone/>
              <a:defRPr lang="en-US" sz="18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Click to edit Master text styles</a:t>
            </a:r>
          </a:p>
        </p:txBody>
      </p:sp>
      <p:sp>
        <p:nvSpPr>
          <p:cNvPr id="6" name="Content Placeholder 5"/>
          <p:cNvSpPr>
            <a:spLocks noGrp="1"/>
          </p:cNvSpPr>
          <p:nvPr>
            <p:ph sz="quarter" idx="4"/>
          </p:nvPr>
        </p:nvSpPr>
        <p:spPr>
          <a:xfrm>
            <a:off x="6319850" y="2505075"/>
            <a:ext cx="503554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11/5/2025</a:t>
            </a:fld>
            <a:endParaRPr lang="en-US" dirty="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8" name="Footer Placeholder 7"/>
          <p:cNvSpPr>
            <a:spLocks noGrp="1"/>
          </p:cNvSpPr>
          <p:nvPr>
            <p:ph type="ftr" sz="quarter" idx="11"/>
          </p:nvPr>
        </p:nvSpPr>
        <p:spPr/>
        <p:txBody>
          <a:bodyPr/>
          <a:lstStyle/>
          <a:p>
            <a:endParaRPr lang="en-US" dirty="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9" name="Slide Number Placeholder 8"/>
          <p:cNvSpPr>
            <a:spLocks noGrp="1"/>
          </p:cNvSpPr>
          <p:nvPr>
            <p:ph type="sldNum" sz="quarter" idx="12"/>
          </p:nvPr>
        </p:nvSpPr>
        <p:spPr/>
        <p:txBody>
          <a:bodyPr/>
          <a:lstStyle/>
          <a:p>
            <a:fld id="{D57F1E4F-1CFF-5643-939E-217C01CDF565}" type="slidenum">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a:t>
            </a:fld>
            <a:endParaRPr lang="en-US" dirty="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Tree>
    <p:extLst>
      <p:ext uri="{BB962C8B-B14F-4D97-AF65-F5344CB8AC3E}">
        <p14:creationId xmlns:p14="http://schemas.microsoft.com/office/powerpoint/2010/main" val="790543990"/>
      </p:ext>
    </p:extLst>
  </p:cSld>
  <p:clrMapOvr>
    <a:masterClrMapping/>
  </p:clrMapOvr>
  <p:hf sldNum="0" hdr="0" ftr="0" dt="0"/>
</p:sldLayout>
</file>

<file path=ppt/slideLayouts/slideLayout5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11/5/2025</a:t>
            </a:fld>
            <a:endParaRPr lang="en-US" dirty="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4" name="Footer Placeholder 3"/>
          <p:cNvSpPr>
            <a:spLocks noGrp="1"/>
          </p:cNvSpPr>
          <p:nvPr>
            <p:ph type="ftr" sz="quarter" idx="11"/>
          </p:nvPr>
        </p:nvSpPr>
        <p:spPr/>
        <p:txBody>
          <a:bodyPr/>
          <a:lstStyle/>
          <a:p>
            <a:endParaRPr lang="en-US" dirty="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5" name="Slide Number Placeholder 4"/>
          <p:cNvSpPr>
            <a:spLocks noGrp="1"/>
          </p:cNvSpPr>
          <p:nvPr>
            <p:ph type="sldNum" sz="quarter" idx="12"/>
          </p:nvPr>
        </p:nvSpPr>
        <p:spPr/>
        <p:txBody>
          <a:bodyPr/>
          <a:lstStyle/>
          <a:p>
            <a:fld id="{C1FF6DA9-008F-8B48-92A6-B652298478BF}" type="slidenum">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a:t>
            </a:fld>
            <a:endParaRPr lang="en-US" dirty="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Tree>
    <p:extLst>
      <p:ext uri="{BB962C8B-B14F-4D97-AF65-F5344CB8AC3E}">
        <p14:creationId xmlns:p14="http://schemas.microsoft.com/office/powerpoint/2010/main" val="174879943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11/5/2025</a:t>
            </a:fld>
            <a:endParaRPr lang="en-US" dirty="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3" name="Footer Placeholder 2"/>
          <p:cNvSpPr>
            <a:spLocks noGrp="1"/>
          </p:cNvSpPr>
          <p:nvPr>
            <p:ph type="ftr" sz="quarter" idx="11"/>
          </p:nvPr>
        </p:nvSpPr>
        <p:spPr/>
        <p:txBody>
          <a:bodyPr/>
          <a:lstStyle/>
          <a:p>
            <a:endParaRPr lang="en-US" dirty="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4" name="Slide Number Placeholder 3"/>
          <p:cNvSpPr>
            <a:spLocks noGrp="1"/>
          </p:cNvSpPr>
          <p:nvPr>
            <p:ph type="sldNum" sz="quarter" idx="12"/>
          </p:nvPr>
        </p:nvSpPr>
        <p:spPr/>
        <p:txBody>
          <a:bodyPr/>
          <a:lstStyle/>
          <a:p>
            <a:fld id="{C1FF6DA9-008F-8B48-92A6-B652298478BF}" type="slidenum">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a:t>
            </a:fld>
            <a:endParaRPr lang="en-US" dirty="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Tree>
    <p:extLst>
      <p:ext uri="{BB962C8B-B14F-4D97-AF65-F5344CB8AC3E}">
        <p14:creationId xmlns:p14="http://schemas.microsoft.com/office/powerpoint/2010/main" val="2843283115"/>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5183188" y="987431"/>
            <a:ext cx="6172200" cy="48736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20010" y="2057403"/>
            <a:ext cx="3652025" cy="3811588"/>
          </a:xfrm>
        </p:spPr>
        <p:txBody>
          <a:bodyPr/>
          <a:lstStyle>
            <a:lvl1pPr marL="0" indent="0">
              <a:buNone/>
              <a:defRPr sz="12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11/5/2025</a:t>
            </a:fld>
            <a:endParaRPr lang="en-US" dirty="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6" name="Footer Placeholder 5"/>
          <p:cNvSpPr>
            <a:spLocks noGrp="1"/>
          </p:cNvSpPr>
          <p:nvPr>
            <p:ph type="ftr" sz="quarter" idx="11"/>
          </p:nvPr>
        </p:nvSpPr>
        <p:spPr/>
        <p:txBody>
          <a:bodyPr/>
          <a:lstStyle/>
          <a:p>
            <a:endParaRPr lang="en-US" dirty="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7" name="Slide Number Placeholder 6"/>
          <p:cNvSpPr>
            <a:spLocks noGrp="1"/>
          </p:cNvSpPr>
          <p:nvPr>
            <p:ph type="sldNum" sz="quarter" idx="12"/>
          </p:nvPr>
        </p:nvSpPr>
        <p:spPr/>
        <p:txBody>
          <a:bodyPr/>
          <a:lstStyle/>
          <a:p>
            <a:fld id="{519954A3-9DFD-4C44-94BA-B95130A3BA1C}" type="slidenum">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a:t>
            </a:fld>
            <a:endParaRPr lang="en-US" dirty="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Tree>
    <p:extLst>
      <p:ext uri="{BB962C8B-B14F-4D97-AF65-F5344CB8AC3E}">
        <p14:creationId xmlns:p14="http://schemas.microsoft.com/office/powerpoint/2010/main" val="3069960130"/>
      </p:ext>
    </p:extLst>
  </p:cSld>
  <p:clrMapOvr>
    <a:masterClrMapping/>
  </p:clrMapOvr>
  <p:hf sldNum="0" hdr="0" ftr="0" dt="0"/>
</p:sldLayout>
</file>

<file path=ppt/slideLayouts/slideLayout6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31"/>
            <a:ext cx="6172200" cy="4873625"/>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dirty="0"/>
              <a:t>Click icon to add picture</a:t>
            </a:r>
          </a:p>
        </p:txBody>
      </p:sp>
      <p:sp>
        <p:nvSpPr>
          <p:cNvPr id="4" name="Text Placeholder 3"/>
          <p:cNvSpPr>
            <a:spLocks noGrp="1"/>
          </p:cNvSpPr>
          <p:nvPr>
            <p:ph type="body" sz="half" idx="2"/>
          </p:nvPr>
        </p:nvSpPr>
        <p:spPr>
          <a:xfrm>
            <a:off x="1120010" y="2057403"/>
            <a:ext cx="3652025" cy="3811588"/>
          </a:xfrm>
        </p:spPr>
        <p:txBody>
          <a:bodyPr/>
          <a:lstStyle>
            <a:lvl1pPr marL="0" indent="0">
              <a:buNone/>
              <a:defRPr sz="12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11/5/2025</a:t>
            </a:fld>
            <a:endParaRPr lang="en-US" dirty="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6" name="Footer Placeholder 5"/>
          <p:cNvSpPr>
            <a:spLocks noGrp="1"/>
          </p:cNvSpPr>
          <p:nvPr>
            <p:ph type="ftr" sz="quarter" idx="11"/>
          </p:nvPr>
        </p:nvSpPr>
        <p:spPr/>
        <p:txBody>
          <a:bodyPr/>
          <a:lstStyle/>
          <a:p>
            <a:endParaRPr lang="en-US" dirty="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7" name="Slide Number Placeholder 6"/>
          <p:cNvSpPr>
            <a:spLocks noGrp="1"/>
          </p:cNvSpPr>
          <p:nvPr>
            <p:ph type="sldNum" sz="quarter" idx="12"/>
          </p:nvPr>
        </p:nvSpPr>
        <p:spPr/>
        <p:txBody>
          <a:bodyPr/>
          <a:lstStyle/>
          <a:p>
            <a:fld id="{D57F1E4F-1CFF-5643-939E-217C01CDF565}" type="slidenum">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a:t>
            </a:fld>
            <a:endParaRPr lang="en-US" dirty="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Tree>
    <p:extLst>
      <p:ext uri="{BB962C8B-B14F-4D97-AF65-F5344CB8AC3E}">
        <p14:creationId xmlns:p14="http://schemas.microsoft.com/office/powerpoint/2010/main" val="2124252"/>
      </p:ext>
    </p:extLst>
  </p:cSld>
  <p:clrMapOvr>
    <a:masterClrMapping/>
  </p:clrMapOvr>
  <p:hf sldNum="0" hdr="0" ftr="0" dt="0"/>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367161"/>
            <a:ext cx="10515600" cy="819355"/>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39788" y="987431"/>
            <a:ext cx="10515600" cy="3379735"/>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dirty="0"/>
              <a:t>Click icon to add picture</a:t>
            </a:r>
          </a:p>
        </p:txBody>
      </p:sp>
      <p:sp>
        <p:nvSpPr>
          <p:cNvPr id="4" name="Text Placeholder 3"/>
          <p:cNvSpPr>
            <a:spLocks noGrp="1"/>
          </p:cNvSpPr>
          <p:nvPr>
            <p:ph type="body" sz="half" idx="2"/>
          </p:nvPr>
        </p:nvSpPr>
        <p:spPr>
          <a:xfrm>
            <a:off x="839798" y="5186516"/>
            <a:ext cx="10514012" cy="682472"/>
          </a:xfrm>
        </p:spPr>
        <p:txBody>
          <a:bodyPr/>
          <a:lstStyle>
            <a:lvl1pPr marL="0" indent="0">
              <a:buNone/>
              <a:defRPr sz="12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11/5/2025</a:t>
            </a:fld>
            <a:endParaRPr lang="en-US" dirty="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6" name="Footer Placeholder 5"/>
          <p:cNvSpPr>
            <a:spLocks noGrp="1"/>
          </p:cNvSpPr>
          <p:nvPr>
            <p:ph type="ftr" sz="quarter" idx="11"/>
          </p:nvPr>
        </p:nvSpPr>
        <p:spPr/>
        <p:txBody>
          <a:bodyPr/>
          <a:lstStyle/>
          <a:p>
            <a:endParaRPr lang="en-US" dirty="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7" name="Slide Number Placeholder 6"/>
          <p:cNvSpPr>
            <a:spLocks noGrp="1"/>
          </p:cNvSpPr>
          <p:nvPr>
            <p:ph type="sldNum" sz="quarter" idx="12"/>
          </p:nvPr>
        </p:nvSpPr>
        <p:spPr/>
        <p:txBody>
          <a:bodyPr/>
          <a:lstStyle/>
          <a:p>
            <a:fld id="{D57F1E4F-1CFF-5643-939E-217C01CDF565}" type="slidenum">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a:t>
            </a:fld>
            <a:endParaRPr lang="en-US" dirty="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Tree>
    <p:extLst>
      <p:ext uri="{BB962C8B-B14F-4D97-AF65-F5344CB8AC3E}">
        <p14:creationId xmlns:p14="http://schemas.microsoft.com/office/powerpoint/2010/main" val="3373235827"/>
      </p:ext>
    </p:extLst>
  </p:cSld>
  <p:clrMapOvr>
    <a:masterClrMapping/>
  </p:clrMapOvr>
  <p:hf sldNum="0" hdr="0" ftr="0" dt="0"/>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3534344"/>
          </a:xfrm>
        </p:spPr>
        <p:txBody>
          <a:bodyPr anchor="ctr"/>
          <a:lstStyle>
            <a:lvl1pPr>
              <a:defRPr sz="2400"/>
            </a:lvl1pPr>
          </a:lstStyle>
          <a:p>
            <a:r>
              <a:rPr lang="en-US"/>
              <a:t>Click to edit Master title style</a:t>
            </a:r>
            <a:endParaRPr lang="en-US" dirty="0"/>
          </a:p>
        </p:txBody>
      </p:sp>
      <p:sp>
        <p:nvSpPr>
          <p:cNvPr id="4" name="Text Placeholder 3"/>
          <p:cNvSpPr>
            <a:spLocks noGrp="1"/>
          </p:cNvSpPr>
          <p:nvPr>
            <p:ph type="body" sz="half" idx="2"/>
          </p:nvPr>
        </p:nvSpPr>
        <p:spPr>
          <a:xfrm>
            <a:off x="839798" y="4489402"/>
            <a:ext cx="10514012" cy="1501827"/>
          </a:xfrm>
        </p:spPr>
        <p:txBody>
          <a:bodyPr anchor="ct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11/5/2025</a:t>
            </a:fld>
            <a:endParaRPr lang="en-US" dirty="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6" name="Footer Placeholder 5"/>
          <p:cNvSpPr>
            <a:spLocks noGrp="1"/>
          </p:cNvSpPr>
          <p:nvPr>
            <p:ph type="ftr" sz="quarter" idx="11"/>
          </p:nvPr>
        </p:nvSpPr>
        <p:spPr/>
        <p:txBody>
          <a:bodyPr/>
          <a:lstStyle/>
          <a:p>
            <a:endParaRPr lang="en-US" dirty="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7" name="Slide Number Placeholder 6"/>
          <p:cNvSpPr>
            <a:spLocks noGrp="1"/>
          </p:cNvSpPr>
          <p:nvPr>
            <p:ph type="sldNum" sz="quarter" idx="12"/>
          </p:nvPr>
        </p:nvSpPr>
        <p:spPr/>
        <p:txBody>
          <a:bodyPr/>
          <a:lstStyle/>
          <a:p>
            <a:fld id="{D57F1E4F-1CFF-5643-939E-217C01CDF565}" type="slidenum">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a:t>
            </a:fld>
            <a:endParaRPr lang="en-US" dirty="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Tree>
    <p:extLst>
      <p:ext uri="{BB962C8B-B14F-4D97-AF65-F5344CB8AC3E}">
        <p14:creationId xmlns:p14="http://schemas.microsoft.com/office/powerpoint/2010/main" val="1261824493"/>
      </p:ext>
    </p:extLst>
  </p:cSld>
  <p:clrMapOvr>
    <a:masterClrMapping/>
  </p:clrMapOvr>
  <p:hf sldNum="0" hdr="0" ftr="0" dt="0"/>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365125"/>
            <a:ext cx="9302752" cy="2992904"/>
          </a:xfrm>
        </p:spPr>
        <p:txBody>
          <a:bodyPr anchor="ctr"/>
          <a:lstStyle>
            <a:lvl1pPr>
              <a:defRPr sz="3300"/>
            </a:lvl1pPr>
          </a:lstStyle>
          <a:p>
            <a:r>
              <a:rPr lang="en-US"/>
              <a:t>Click to edit Master title style</a:t>
            </a:r>
            <a:endParaRPr lang="en-US" dirty="0"/>
          </a:p>
        </p:txBody>
      </p:sp>
      <p:sp>
        <p:nvSpPr>
          <p:cNvPr id="12" name="Text Placeholder 3"/>
          <p:cNvSpPr>
            <a:spLocks noGrp="1"/>
          </p:cNvSpPr>
          <p:nvPr>
            <p:ph type="body" sz="half" idx="13"/>
          </p:nvPr>
        </p:nvSpPr>
        <p:spPr>
          <a:xfrm>
            <a:off x="1720645" y="3365557"/>
            <a:ext cx="8752299" cy="548968"/>
          </a:xfrm>
        </p:spPr>
        <p:txBody>
          <a:bodyPr anchor="t">
            <a:normAutofit/>
          </a:bodyPr>
          <a:lstStyle>
            <a:lvl1pPr marL="0" indent="0">
              <a:buNone/>
              <a:defRPr sz="105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4" name="Text Placeholder 3"/>
          <p:cNvSpPr>
            <a:spLocks noGrp="1"/>
          </p:cNvSpPr>
          <p:nvPr>
            <p:ph type="body" sz="half" idx="2"/>
          </p:nvPr>
        </p:nvSpPr>
        <p:spPr>
          <a:xfrm>
            <a:off x="838200" y="4501729"/>
            <a:ext cx="10512424" cy="1489496"/>
          </a:xfrm>
        </p:spPr>
        <p:txBody>
          <a:bodyPr anchor="ctr">
            <a:normAutofit/>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11/5/2025</a:t>
            </a:fld>
            <a:endParaRPr lang="en-US" dirty="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6" name="Footer Placeholder 5"/>
          <p:cNvSpPr>
            <a:spLocks noGrp="1"/>
          </p:cNvSpPr>
          <p:nvPr>
            <p:ph type="ftr" sz="quarter" idx="11"/>
          </p:nvPr>
        </p:nvSpPr>
        <p:spPr/>
        <p:txBody>
          <a:bodyPr/>
          <a:lstStyle/>
          <a:p>
            <a:endParaRPr lang="en-US" dirty="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7" name="Slide Number Placeholder 6"/>
          <p:cNvSpPr>
            <a:spLocks noGrp="1"/>
          </p:cNvSpPr>
          <p:nvPr>
            <p:ph type="sldNum" sz="quarter" idx="12"/>
          </p:nvPr>
        </p:nvSpPr>
        <p:spPr/>
        <p:txBody>
          <a:bodyPr/>
          <a:lstStyle/>
          <a:p>
            <a:fld id="{D57F1E4F-1CFF-5643-939E-217C01CDF565}" type="slidenum">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a:t>
            </a:fld>
            <a:endParaRPr lang="en-US" dirty="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9" name="TextBox 8"/>
          <p:cNvSpPr txBox="1"/>
          <p:nvPr/>
        </p:nvSpPr>
        <p:spPr>
          <a:xfrm>
            <a:off x="1111044" y="786824"/>
            <a:ext cx="609600" cy="584776"/>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r>
              <a:rPr lang="en-US" sz="6000" dirty="0">
                <a:solidFill>
                  <a:prstClr val="white"/>
                </a:solidFill>
                <a:effectLst/>
              </a:rPr>
              <a:t>“</a:t>
            </a:r>
          </a:p>
        </p:txBody>
      </p:sp>
      <p:sp>
        <p:nvSpPr>
          <p:cNvPr id="10" name="TextBox 9"/>
          <p:cNvSpPr txBox="1"/>
          <p:nvPr/>
        </p:nvSpPr>
        <p:spPr>
          <a:xfrm>
            <a:off x="10437812" y="2743200"/>
            <a:ext cx="609600" cy="584776"/>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algn="r"/>
            <a:r>
              <a:rPr lang="en-US" sz="6000" dirty="0">
                <a:solidFill>
                  <a:prstClr val="white"/>
                </a:solidFill>
                <a:effectLst/>
              </a:rPr>
              <a:t>”</a:t>
            </a:r>
          </a:p>
        </p:txBody>
      </p:sp>
    </p:spTree>
    <p:extLst>
      <p:ext uri="{BB962C8B-B14F-4D97-AF65-F5344CB8AC3E}">
        <p14:creationId xmlns:p14="http://schemas.microsoft.com/office/powerpoint/2010/main" val="4052179307"/>
      </p:ext>
    </p:extLst>
  </p:cSld>
  <p:clrMapOvr>
    <a:masterClrMapping/>
  </p:clrMapOvr>
  <p:hf sldNum="0" hdr="0" ftr="0" dt="0"/>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39788" y="2326970"/>
            <a:ext cx="10515600" cy="2511835"/>
          </a:xfrm>
        </p:spPr>
        <p:txBody>
          <a:bodyPr anchor="b">
            <a:normAutofit/>
          </a:bodyPr>
          <a:lstStyle>
            <a:lvl1pPr>
              <a:defRPr sz="4050"/>
            </a:lvl1pPr>
          </a:lstStyle>
          <a:p>
            <a:r>
              <a:rPr lang="en-US"/>
              <a:t>Click to edit Master title style</a:t>
            </a:r>
            <a:endParaRPr lang="en-US" dirty="0"/>
          </a:p>
        </p:txBody>
      </p:sp>
      <p:sp>
        <p:nvSpPr>
          <p:cNvPr id="4" name="Text Placeholder 3"/>
          <p:cNvSpPr>
            <a:spLocks noGrp="1"/>
          </p:cNvSpPr>
          <p:nvPr>
            <p:ph type="body" sz="half" idx="2"/>
          </p:nvPr>
        </p:nvSpPr>
        <p:spPr>
          <a:xfrm>
            <a:off x="839798" y="4850583"/>
            <a:ext cx="10514012" cy="1140644"/>
          </a:xfrm>
        </p:spPr>
        <p:txBody>
          <a:bodyPr anchor="t"/>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11/5/2025</a:t>
            </a:fld>
            <a:endParaRPr lang="en-US" dirty="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6" name="Footer Placeholder 5"/>
          <p:cNvSpPr>
            <a:spLocks noGrp="1"/>
          </p:cNvSpPr>
          <p:nvPr>
            <p:ph type="ftr" sz="quarter" idx="11"/>
          </p:nvPr>
        </p:nvSpPr>
        <p:spPr/>
        <p:txBody>
          <a:bodyPr/>
          <a:lstStyle/>
          <a:p>
            <a:endParaRPr lang="en-US" dirty="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7" name="Slide Number Placeholder 6"/>
          <p:cNvSpPr>
            <a:spLocks noGrp="1"/>
          </p:cNvSpPr>
          <p:nvPr>
            <p:ph type="sldNum" sz="quarter" idx="12"/>
          </p:nvPr>
        </p:nvSpPr>
        <p:spPr/>
        <p:txBody>
          <a:bodyPr/>
          <a:lstStyle/>
          <a:p>
            <a:fld id="{D57F1E4F-1CFF-5643-939E-217C01CDF565}" type="slidenum">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a:t>
            </a:fld>
            <a:endParaRPr lang="en-US" dirty="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Tree>
    <p:extLst>
      <p:ext uri="{BB962C8B-B14F-4D97-AF65-F5344CB8AC3E}">
        <p14:creationId xmlns:p14="http://schemas.microsoft.com/office/powerpoint/2010/main" val="1347460288"/>
      </p:ext>
    </p:extLst>
  </p:cSld>
  <p:clrMapOvr>
    <a:masterClrMapping/>
  </p:clrMapOvr>
  <p:hf sldNum="0" hdr="0" ftr="0" dt="0"/>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838200" y="365126"/>
            <a:ext cx="10515600"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1337281" y="1885955"/>
            <a:ext cx="2946867" cy="576263"/>
          </a:xfrm>
        </p:spPr>
        <p:txBody>
          <a:bodyPr anchor="b">
            <a:noAutofit/>
          </a:bodyPr>
          <a:lstStyle>
            <a:lvl1pPr marL="0" indent="0">
              <a:buNone/>
              <a:defRPr sz="18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3"/>
          <p:cNvSpPr>
            <a:spLocks noGrp="1"/>
          </p:cNvSpPr>
          <p:nvPr>
            <p:ph type="body" sz="half" idx="15"/>
          </p:nvPr>
        </p:nvSpPr>
        <p:spPr>
          <a:xfrm>
            <a:off x="1356807" y="2571750"/>
            <a:ext cx="2927351" cy="3589339"/>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9" name="Text Placeholder 4"/>
          <p:cNvSpPr>
            <a:spLocks noGrp="1"/>
          </p:cNvSpPr>
          <p:nvPr>
            <p:ph type="body" sz="quarter" idx="3"/>
          </p:nvPr>
        </p:nvSpPr>
        <p:spPr>
          <a:xfrm>
            <a:off x="4588005" y="1885955"/>
            <a:ext cx="2936241" cy="576263"/>
          </a:xfrm>
        </p:spPr>
        <p:txBody>
          <a:bodyPr vert="horz" lIns="91440" tIns="45720" rIns="91440" bIns="45720" rtlCol="0" anchor="b">
            <a:noAutofit/>
          </a:bodyPr>
          <a:lstStyle>
            <a:lvl1pPr>
              <a:buNone/>
              <a:defRPr lang="en-US" sz="18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Click to edit Master text styles</a:t>
            </a:r>
          </a:p>
        </p:txBody>
      </p:sp>
      <p:sp>
        <p:nvSpPr>
          <p:cNvPr id="10" name="Text Placeholder 3"/>
          <p:cNvSpPr>
            <a:spLocks noGrp="1"/>
          </p:cNvSpPr>
          <p:nvPr>
            <p:ph type="body" sz="half" idx="16"/>
          </p:nvPr>
        </p:nvSpPr>
        <p:spPr>
          <a:xfrm>
            <a:off x="4577441" y="2571750"/>
            <a:ext cx="2946795" cy="3589339"/>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1" name="Text Placeholder 4"/>
          <p:cNvSpPr>
            <a:spLocks noGrp="1"/>
          </p:cNvSpPr>
          <p:nvPr>
            <p:ph type="body" sz="quarter" idx="13"/>
          </p:nvPr>
        </p:nvSpPr>
        <p:spPr>
          <a:xfrm>
            <a:off x="7829046" y="1885955"/>
            <a:ext cx="2932113" cy="576263"/>
          </a:xfrm>
        </p:spPr>
        <p:txBody>
          <a:bodyPr vert="horz" lIns="91440" tIns="45720" rIns="91440" bIns="45720" rtlCol="0" anchor="b">
            <a:noAutofit/>
          </a:bodyPr>
          <a:lstStyle>
            <a:lvl1pPr>
              <a:buNone/>
              <a:defRPr lang="en-US" sz="1800" b="0" dirty="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Click to edit Master text styles</a:t>
            </a:r>
          </a:p>
        </p:txBody>
      </p:sp>
      <p:sp>
        <p:nvSpPr>
          <p:cNvPr id="12" name="Text Placeholder 3"/>
          <p:cNvSpPr>
            <a:spLocks noGrp="1"/>
          </p:cNvSpPr>
          <p:nvPr>
            <p:ph type="body" sz="half" idx="17"/>
          </p:nvPr>
        </p:nvSpPr>
        <p:spPr>
          <a:xfrm>
            <a:off x="7829046" y="2571750"/>
            <a:ext cx="2932113" cy="3589339"/>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3" name="Date Placeholder 2"/>
          <p:cNvSpPr>
            <a:spLocks noGrp="1"/>
          </p:cNvSpPr>
          <p:nvPr>
            <p:ph type="dt" sz="half" idx="10"/>
          </p:nvPr>
        </p:nvSpPr>
        <p:spPr/>
        <p:txBody>
          <a:bodyPr/>
          <a:lstStyle/>
          <a:p>
            <a:fld id="{B61BEF0D-F0BB-DE4B-95CE-6DB70DBA9567}" type="datetimeFigureOut">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11/5/2025</a:t>
            </a:fld>
            <a:endParaRPr lang="en-US" dirty="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4" name="Footer Placeholder 3"/>
          <p:cNvSpPr>
            <a:spLocks noGrp="1"/>
          </p:cNvSpPr>
          <p:nvPr>
            <p:ph type="ftr" sz="quarter" idx="11"/>
          </p:nvPr>
        </p:nvSpPr>
        <p:spPr/>
        <p:txBody>
          <a:bodyPr/>
          <a:lstStyle/>
          <a:p>
            <a:endParaRPr lang="en-US" dirty="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5" name="Slide Number Placeholder 4"/>
          <p:cNvSpPr>
            <a:spLocks noGrp="1"/>
          </p:cNvSpPr>
          <p:nvPr>
            <p:ph type="sldNum" sz="quarter" idx="12"/>
          </p:nvPr>
        </p:nvSpPr>
        <p:spPr/>
        <p:txBody>
          <a:bodyPr/>
          <a:lstStyle/>
          <a:p>
            <a:fld id="{D57F1E4F-1CFF-5643-939E-217C01CDF565}" type="slidenum">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a:t>
            </a:fld>
            <a:endParaRPr lang="en-US" dirty="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Tree>
    <p:extLst>
      <p:ext uri="{BB962C8B-B14F-4D97-AF65-F5344CB8AC3E}">
        <p14:creationId xmlns:p14="http://schemas.microsoft.com/office/powerpoint/2010/main" val="2015710371"/>
      </p:ext>
    </p:extLst>
  </p:cSld>
  <p:clrMapOvr>
    <a:masterClrMapping/>
  </p:clrMapOvr>
  <p:hf sldNum="0" hdr="0" ftr="0" dt="0"/>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838200" y="365126"/>
            <a:ext cx="10515600"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332085" y="4297508"/>
            <a:ext cx="2940051" cy="576263"/>
          </a:xfrm>
        </p:spPr>
        <p:txBody>
          <a:bodyPr anchor="b">
            <a:noAutofit/>
          </a:bodyPr>
          <a:lstStyle>
            <a:lvl1pPr marL="0" indent="0">
              <a:buNone/>
              <a:defRPr sz="18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0" name="Picture Placeholder 2"/>
          <p:cNvSpPr>
            <a:spLocks noGrp="1" noChangeAspect="1"/>
          </p:cNvSpPr>
          <p:nvPr>
            <p:ph type="pic" idx="15"/>
          </p:nvPr>
        </p:nvSpPr>
        <p:spPr>
          <a:xfrm>
            <a:off x="1332085" y="2256355"/>
            <a:ext cx="2940051"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dirty="0"/>
              <a:t>Click icon to add picture</a:t>
            </a:r>
          </a:p>
        </p:txBody>
      </p:sp>
      <p:sp>
        <p:nvSpPr>
          <p:cNvPr id="21" name="Text Placeholder 3"/>
          <p:cNvSpPr>
            <a:spLocks noGrp="1"/>
          </p:cNvSpPr>
          <p:nvPr>
            <p:ph type="body" sz="half" idx="18"/>
          </p:nvPr>
        </p:nvSpPr>
        <p:spPr>
          <a:xfrm>
            <a:off x="1332085" y="4873769"/>
            <a:ext cx="2940051" cy="659189"/>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22" name="Text Placeholder 4"/>
          <p:cNvSpPr>
            <a:spLocks noGrp="1"/>
          </p:cNvSpPr>
          <p:nvPr>
            <p:ph type="body" sz="quarter" idx="3"/>
          </p:nvPr>
        </p:nvSpPr>
        <p:spPr>
          <a:xfrm>
            <a:off x="4568998" y="4297508"/>
            <a:ext cx="2930525" cy="576263"/>
          </a:xfrm>
        </p:spPr>
        <p:txBody>
          <a:bodyPr anchor="b">
            <a:noAutofit/>
          </a:bodyPr>
          <a:lstStyle>
            <a:lvl1pPr marL="0" indent="0">
              <a:buNone/>
              <a:defRPr sz="18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3" name="Picture Placeholder 2"/>
          <p:cNvSpPr>
            <a:spLocks noGrp="1" noChangeAspect="1"/>
          </p:cNvSpPr>
          <p:nvPr>
            <p:ph type="pic" idx="21"/>
          </p:nvPr>
        </p:nvSpPr>
        <p:spPr>
          <a:xfrm>
            <a:off x="4568996" y="2256355"/>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dirty="0"/>
              <a:t>Click icon to add picture</a:t>
            </a:r>
          </a:p>
        </p:txBody>
      </p:sp>
      <p:sp>
        <p:nvSpPr>
          <p:cNvPr id="24" name="Text Placeholder 3"/>
          <p:cNvSpPr>
            <a:spLocks noGrp="1"/>
          </p:cNvSpPr>
          <p:nvPr>
            <p:ph type="body" sz="half" idx="19"/>
          </p:nvPr>
        </p:nvSpPr>
        <p:spPr>
          <a:xfrm>
            <a:off x="4567654" y="4873765"/>
            <a:ext cx="2934407" cy="659189"/>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25" name="Text Placeholder 4"/>
          <p:cNvSpPr>
            <a:spLocks noGrp="1"/>
          </p:cNvSpPr>
          <p:nvPr>
            <p:ph type="body" sz="quarter" idx="13"/>
          </p:nvPr>
        </p:nvSpPr>
        <p:spPr>
          <a:xfrm>
            <a:off x="7804333" y="4297508"/>
            <a:ext cx="2932113" cy="576263"/>
          </a:xfrm>
        </p:spPr>
        <p:txBody>
          <a:bodyPr anchor="b">
            <a:noAutofit/>
          </a:bodyPr>
          <a:lstStyle>
            <a:lvl1pPr marL="0" indent="0">
              <a:buNone/>
              <a:defRPr sz="18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6" name="Picture Placeholder 2"/>
          <p:cNvSpPr>
            <a:spLocks noGrp="1" noChangeAspect="1"/>
          </p:cNvSpPr>
          <p:nvPr>
            <p:ph type="pic" idx="22"/>
          </p:nvPr>
        </p:nvSpPr>
        <p:spPr>
          <a:xfrm>
            <a:off x="7804332" y="2256355"/>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dirty="0"/>
              <a:t>Click icon to add picture</a:t>
            </a:r>
          </a:p>
        </p:txBody>
      </p:sp>
      <p:sp>
        <p:nvSpPr>
          <p:cNvPr id="27" name="Text Placeholder 3"/>
          <p:cNvSpPr>
            <a:spLocks noGrp="1"/>
          </p:cNvSpPr>
          <p:nvPr>
            <p:ph type="body" sz="half" idx="20"/>
          </p:nvPr>
        </p:nvSpPr>
        <p:spPr>
          <a:xfrm>
            <a:off x="7804198" y="4873764"/>
            <a:ext cx="2935997" cy="659189"/>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3" name="Date Placeholder 2"/>
          <p:cNvSpPr>
            <a:spLocks noGrp="1"/>
          </p:cNvSpPr>
          <p:nvPr>
            <p:ph type="dt" sz="half" idx="10"/>
          </p:nvPr>
        </p:nvSpPr>
        <p:spPr/>
        <p:txBody>
          <a:bodyPr/>
          <a:lstStyle/>
          <a:p>
            <a:fld id="{B61BEF0D-F0BB-DE4B-95CE-6DB70DBA9567}" type="datetimeFigureOut">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11/5/2025</a:t>
            </a:fld>
            <a:endParaRPr lang="en-US" dirty="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4" name="Footer Placeholder 3"/>
          <p:cNvSpPr>
            <a:spLocks noGrp="1"/>
          </p:cNvSpPr>
          <p:nvPr>
            <p:ph type="ftr" sz="quarter" idx="11"/>
          </p:nvPr>
        </p:nvSpPr>
        <p:spPr/>
        <p:txBody>
          <a:bodyPr/>
          <a:lstStyle/>
          <a:p>
            <a:endParaRPr lang="en-US" dirty="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5" name="Slide Number Placeholder 4"/>
          <p:cNvSpPr>
            <a:spLocks noGrp="1"/>
          </p:cNvSpPr>
          <p:nvPr>
            <p:ph type="sldNum" sz="quarter" idx="12"/>
          </p:nvPr>
        </p:nvSpPr>
        <p:spPr/>
        <p:txBody>
          <a:bodyPr/>
          <a:lstStyle/>
          <a:p>
            <a:fld id="{D57F1E4F-1CFF-5643-939E-217C01CDF565}" type="slidenum">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a:t>
            </a:fld>
            <a:endParaRPr lang="en-US" dirty="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Tree>
    <p:extLst>
      <p:ext uri="{BB962C8B-B14F-4D97-AF65-F5344CB8AC3E}">
        <p14:creationId xmlns:p14="http://schemas.microsoft.com/office/powerpoint/2010/main" val="569385150"/>
      </p:ext>
    </p:extLst>
  </p:cSld>
  <p:clrMapOvr>
    <a:masterClrMapping/>
  </p:clrMapOvr>
  <p:hf sldNum="0" hdr="0" ftr="0" dt="0"/>
</p:sldLayout>
</file>

<file path=ppt/slideLayouts/slideLayout6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11/5/2025</a:t>
            </a:fld>
            <a:endParaRPr lang="en-US" dirty="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5" name="Footer Placeholder 4"/>
          <p:cNvSpPr>
            <a:spLocks noGrp="1"/>
          </p:cNvSpPr>
          <p:nvPr>
            <p:ph type="ftr" sz="quarter" idx="11"/>
          </p:nvPr>
        </p:nvSpPr>
        <p:spPr/>
        <p:txBody>
          <a:bodyPr/>
          <a:lstStyle/>
          <a:p>
            <a:endParaRPr lang="en-US" dirty="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6" name="Slide Number Placeholder 5"/>
          <p:cNvSpPr>
            <a:spLocks noGrp="1"/>
          </p:cNvSpPr>
          <p:nvPr>
            <p:ph type="sldNum" sz="quarter" idx="12"/>
          </p:nvPr>
        </p:nvSpPr>
        <p:spPr/>
        <p:txBody>
          <a:bodyPr/>
          <a:lstStyle/>
          <a:p>
            <a:fld id="{89333C77-0158-454C-844F-B7AB9BD7DAD4}" type="slidenum">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a:t>
            </a:fld>
            <a:endParaRPr lang="en-US" dirty="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Tree>
    <p:extLst>
      <p:ext uri="{BB962C8B-B14F-4D97-AF65-F5344CB8AC3E}">
        <p14:creationId xmlns:p14="http://schemas.microsoft.com/office/powerpoint/2010/main" val="3588868480"/>
      </p:ext>
    </p:extLst>
  </p:cSld>
  <p:clrMapOvr>
    <a:masterClrMapping/>
  </p:clrMapOvr>
  <p:hf sldNum="0" hdr="0" ftr="0" dt="0"/>
</p:sldLayout>
</file>

<file path=ppt/slideLayouts/slideLayout7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2" y="365131"/>
            <a:ext cx="2628900" cy="581183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10" y="365131"/>
            <a:ext cx="7734300" cy="581183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11/5/2025</a:t>
            </a:fld>
            <a:endParaRPr lang="en-US" dirty="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5" name="Footer Placeholder 4"/>
          <p:cNvSpPr>
            <a:spLocks noGrp="1"/>
          </p:cNvSpPr>
          <p:nvPr>
            <p:ph type="ftr" sz="quarter" idx="11"/>
          </p:nvPr>
        </p:nvSpPr>
        <p:spPr/>
        <p:txBody>
          <a:bodyPr/>
          <a:lstStyle/>
          <a:p>
            <a:endParaRPr lang="en-US" dirty="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6" name="Slide Number Placeholder 5"/>
          <p:cNvSpPr>
            <a:spLocks noGrp="1"/>
          </p:cNvSpPr>
          <p:nvPr>
            <p:ph type="sldNum" sz="quarter" idx="12"/>
          </p:nvPr>
        </p:nvSpPr>
        <p:spPr/>
        <p:txBody>
          <a:bodyPr/>
          <a:lstStyle/>
          <a:p>
            <a:fld id="{D57F1E4F-1CFF-5643-939E-217C01CDF565}" type="slidenum">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a:t>
            </a:fld>
            <a:endParaRPr lang="en-US" dirty="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Tree>
    <p:extLst>
      <p:ext uri="{BB962C8B-B14F-4D97-AF65-F5344CB8AC3E}">
        <p14:creationId xmlns:p14="http://schemas.microsoft.com/office/powerpoint/2010/main" val="2875213031"/>
      </p:ext>
    </p:extLst>
  </p:cSld>
  <p:clrMapOvr>
    <a:masterClrMapping/>
  </p:clrMapOvr>
  <p:hf sldNum="0" hdr="0" ftr="0" dt="0"/>
</p:sldLayout>
</file>

<file path=ppt/slideLayouts/slideLayout71.xml><?xml version="1.0" encoding="utf-8"?>
<p:sldLayout xmlns:a="http://schemas.openxmlformats.org/drawingml/2006/main" xmlns:r="http://schemas.openxmlformats.org/officeDocument/2006/relationships" xmlns:p="http://schemas.openxmlformats.org/presentationml/2006/main">
  <p:cSld name="DEFAULT">
    <p:spTree>
      <p:nvGrpSpPr>
        <p:cNvPr id="1" name=""/>
        <p:cNvGrpSpPr/>
        <p:nvPr/>
      </p:nvGrpSpPr>
      <p:grpSpPr>
        <a:xfrm>
          <a:off x="0" y="0"/>
          <a:ext cx="0" cy="0"/>
          <a:chOff x="0" y="0"/>
          <a:chExt cx="0" cy="0"/>
        </a:xfrm>
      </p:grpSpPr>
    </p:spTree>
    <p:extLst>
      <p:ext uri="{BB962C8B-B14F-4D97-AF65-F5344CB8AC3E}">
        <p14:creationId xmlns:p14="http://schemas.microsoft.com/office/powerpoint/2010/main" val="374275355"/>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userDrawn="1">
  <p:cSld name="Text and im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Slide Number Placeholder 3"/>
          <p:cNvSpPr>
            <a:spLocks noGrp="1"/>
          </p:cNvSpPr>
          <p:nvPr>
            <p:ph type="sldNum" sz="quarter" idx="11"/>
          </p:nvPr>
        </p:nvSpPr>
        <p:spPr>
          <a:xfrm>
            <a:off x="11487035" y="6502115"/>
            <a:ext cx="188085" cy="184665"/>
          </a:xfrm>
        </p:spPr>
        <p:txBody>
          <a:bodyPr/>
          <a:lstStyle/>
          <a:p>
            <a:fld id="{C60C2248-B95D-984B-A0F4-42B9A4652AA7}" type="slidenum">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a:t>
            </a:fld>
            <a:endParaRPr lang="en-US" dirty="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5" name="Content Placeholder 2"/>
          <p:cNvSpPr>
            <a:spLocks noGrp="1"/>
          </p:cNvSpPr>
          <p:nvPr>
            <p:ph idx="1"/>
          </p:nvPr>
        </p:nvSpPr>
        <p:spPr>
          <a:xfrm>
            <a:off x="522816" y="1655766"/>
            <a:ext cx="5424000" cy="4511675"/>
          </a:xfrm>
          <a:prstGeom prst="rect">
            <a:avLst/>
          </a:prstGeom>
        </p:spPr>
        <p:txBody>
          <a:bodyPr/>
          <a:lstStyle/>
          <a:p>
            <a:pPr lvl="0"/>
            <a:r>
              <a:rPr lang="en-US"/>
              <a:t>Click to edit Master text styles</a:t>
            </a:r>
          </a:p>
          <a:p>
            <a:pPr lvl="1"/>
            <a:r>
              <a:rPr lang="en-US"/>
              <a:t>Second level</a:t>
            </a:r>
          </a:p>
          <a:p>
            <a:pPr lvl="2"/>
            <a:r>
              <a:rPr lang="en-US"/>
              <a:t>Third level</a:t>
            </a:r>
          </a:p>
        </p:txBody>
      </p:sp>
      <p:sp>
        <p:nvSpPr>
          <p:cNvPr id="14" name="Picture Placeholder 12"/>
          <p:cNvSpPr>
            <a:spLocks noGrp="1"/>
          </p:cNvSpPr>
          <p:nvPr>
            <p:ph type="pic" sz="quarter" idx="13" hasCustomPrompt="1"/>
          </p:nvPr>
        </p:nvSpPr>
        <p:spPr>
          <a:xfrm>
            <a:off x="6254677" y="1655766"/>
            <a:ext cx="5403667" cy="4511675"/>
          </a:xfrm>
          <a:prstGeom prst="rect">
            <a:avLst/>
          </a:prstGeom>
          <a:solidFill>
            <a:schemeClr val="accent3">
              <a:lumMod val="20000"/>
              <a:lumOff val="80000"/>
            </a:schemeClr>
          </a:solidFill>
        </p:spPr>
        <p:txBody>
          <a:bodyPr/>
          <a:lstStyle>
            <a:lvl1pPr marL="0" marR="0" indent="0" algn="l" defTabSz="514350" rtl="0" eaLnBrk="1" fontAlgn="auto" latinLnBrk="0" hangingPunct="1">
              <a:lnSpc>
                <a:spcPct val="110000"/>
              </a:lnSpc>
              <a:spcBef>
                <a:spcPts val="0"/>
              </a:spcBef>
              <a:spcAft>
                <a:spcPts val="0"/>
              </a:spcAft>
              <a:buClr>
                <a:srgbClr val="8DC63F"/>
              </a:buClr>
              <a:buSzTx/>
              <a:buFont typeface="Calibri" panose="020F0502020204030204" pitchFamily="34" charset="0"/>
              <a:buNone/>
              <a:tabLst/>
              <a:defRPr/>
            </a:lvl1pPr>
          </a:lstStyle>
          <a:p>
            <a:r>
              <a:rPr lang="fi-FI" dirty="0"/>
              <a:t>Click icon to add picture</a:t>
            </a:r>
            <a:br>
              <a:rPr lang="fi-FI" dirty="0"/>
            </a:br>
            <a:br>
              <a:rPr lang="fi-FI" dirty="0"/>
            </a:br>
            <a:r>
              <a:rPr lang="en-US" cap="none" baseline="0" dirty="0"/>
              <a:t>Go to the speaker notes of this slide for instructions on how to add pictures</a:t>
            </a:r>
            <a:endParaRPr lang="fi-FI" dirty="0"/>
          </a:p>
        </p:txBody>
      </p:sp>
    </p:spTree>
    <p:extLst>
      <p:ext uri="{BB962C8B-B14F-4D97-AF65-F5344CB8AC3E}">
        <p14:creationId xmlns:p14="http://schemas.microsoft.com/office/powerpoint/2010/main" val="3969469928"/>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Title with Pictur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82880" y="5176159"/>
            <a:ext cx="11640312" cy="845493"/>
          </a:xfrm>
        </p:spPr>
        <p:txBody>
          <a:bodyPr vert="horz" lIns="91440" tIns="45720" rIns="91440" bIns="45720" rtlCol="0" anchor="b">
            <a:normAutofit/>
          </a:bodyPr>
          <a:lstStyle>
            <a:lvl1pPr>
              <a:defRPr lang="en-US" sz="440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10313" y="5980176"/>
            <a:ext cx="11612880" cy="530352"/>
          </a:xfrm>
        </p:spPr>
        <p:txBody>
          <a:bodyPr vert="horz" lIns="91440" tIns="45720" rIns="91440" bIns="45720" rtlCol="0">
            <a:normAutofit/>
          </a:bodyPr>
          <a:lstStyle>
            <a:lvl1pPr marL="0" indent="0">
              <a:buNone/>
              <a:defRPr lang="en-US" sz="1600" dirty="0">
                <a:solidFill>
                  <a:schemeClr val="tx2"/>
                </a:solidFill>
              </a:defRPr>
            </a:lvl1pPr>
          </a:lstStyle>
          <a:p>
            <a:pPr lvl="0"/>
            <a:r>
              <a:rPr lang="en-US"/>
              <a:t>Click to edit Master subtitle style</a:t>
            </a:r>
            <a:endParaRPr lang="en-US" dirty="0"/>
          </a:p>
        </p:txBody>
      </p:sp>
      <p:sp>
        <p:nvSpPr>
          <p:cNvPr id="10" name="Picture Placeholder 9">
            <a:extLst>
              <a:ext uri="{FF2B5EF4-FFF2-40B4-BE49-F238E27FC236}">
                <a16:creationId xmlns:a16="http://schemas.microsoft.com/office/drawing/2014/main" id="{150AF6FA-7D1D-1351-A76E-43C54D28FD68}"/>
              </a:ext>
            </a:extLst>
          </p:cNvPr>
          <p:cNvSpPr>
            <a:spLocks noGrp="1"/>
          </p:cNvSpPr>
          <p:nvPr>
            <p:ph type="pic" sz="quarter" idx="13" hasCustomPrompt="1"/>
          </p:nvPr>
        </p:nvSpPr>
        <p:spPr>
          <a:xfrm>
            <a:off x="274220" y="266700"/>
            <a:ext cx="11649456" cy="4853814"/>
          </a:xfrm>
          <a:custGeom>
            <a:avLst/>
            <a:gdLst>
              <a:gd name="connsiteX0" fmla="*/ 291520 w 11651080"/>
              <a:gd name="connsiteY0" fmla="*/ 0 h 4853814"/>
              <a:gd name="connsiteX1" fmla="*/ 11359560 w 11651080"/>
              <a:gd name="connsiteY1" fmla="*/ 0 h 4853814"/>
              <a:gd name="connsiteX2" fmla="*/ 11651080 w 11651080"/>
              <a:gd name="connsiteY2" fmla="*/ 291520 h 4853814"/>
              <a:gd name="connsiteX3" fmla="*/ 11651080 w 11651080"/>
              <a:gd name="connsiteY3" fmla="*/ 4562294 h 4853814"/>
              <a:gd name="connsiteX4" fmla="*/ 11359560 w 11651080"/>
              <a:gd name="connsiteY4" fmla="*/ 4853814 h 4853814"/>
              <a:gd name="connsiteX5" fmla="*/ 291520 w 11651080"/>
              <a:gd name="connsiteY5" fmla="*/ 4853814 h 4853814"/>
              <a:gd name="connsiteX6" fmla="*/ 0 w 11651080"/>
              <a:gd name="connsiteY6" fmla="*/ 4562294 h 4853814"/>
              <a:gd name="connsiteX7" fmla="*/ 0 w 11651080"/>
              <a:gd name="connsiteY7" fmla="*/ 291520 h 4853814"/>
              <a:gd name="connsiteX8" fmla="*/ 291520 w 11651080"/>
              <a:gd name="connsiteY8" fmla="*/ 0 h 4853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651080" h="4853814">
                <a:moveTo>
                  <a:pt x="291520" y="0"/>
                </a:moveTo>
                <a:lnTo>
                  <a:pt x="11359560" y="0"/>
                </a:lnTo>
                <a:cubicBezTo>
                  <a:pt x="11520562" y="0"/>
                  <a:pt x="11651080" y="130518"/>
                  <a:pt x="11651080" y="291520"/>
                </a:cubicBezTo>
                <a:lnTo>
                  <a:pt x="11651080" y="4562294"/>
                </a:lnTo>
                <a:cubicBezTo>
                  <a:pt x="11651080" y="4723296"/>
                  <a:pt x="11520562" y="4853814"/>
                  <a:pt x="11359560" y="4853814"/>
                </a:cubicBezTo>
                <a:lnTo>
                  <a:pt x="291520" y="4853814"/>
                </a:lnTo>
                <a:cubicBezTo>
                  <a:pt x="130518" y="4853814"/>
                  <a:pt x="0" y="4723296"/>
                  <a:pt x="0" y="4562294"/>
                </a:cubicBezTo>
                <a:lnTo>
                  <a:pt x="0" y="291520"/>
                </a:lnTo>
                <a:cubicBezTo>
                  <a:pt x="0" y="130518"/>
                  <a:pt x="130518" y="0"/>
                  <a:pt x="291520" y="0"/>
                </a:cubicBez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182880" y="6391657"/>
            <a:ext cx="2805405" cy="330466"/>
          </a:xfrm>
        </p:spPr>
        <p:txBody>
          <a:bodyPr/>
          <a:lstStyle>
            <a:lvl1pPr>
              <a:defRPr>
                <a:solidFill>
                  <a:schemeClr val="tx2"/>
                </a:solidFill>
                <a:effectLst/>
              </a:defRPr>
            </a:lvl1pPr>
          </a:lstStyle>
          <a:p>
            <a:r>
              <a:rPr lang="en-US" dirty="0"/>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137848" y="6391657"/>
            <a:ext cx="3494314" cy="330466"/>
          </a:xfrm>
        </p:spPr>
        <p:txBody>
          <a:bodyPr/>
          <a:lstStyle>
            <a:lvl1pPr algn="r">
              <a:defRPr>
                <a:solidFill>
                  <a:schemeClr val="tx2"/>
                </a:solidFill>
                <a:effectLst/>
              </a:defRPr>
            </a:lvl1pPr>
          </a:lstStyle>
          <a:p>
            <a:fld id="{9961397C-706D-4EB8-B1E1-D1B680D284C3}" type="datetime1">
              <a:rPr lang="en-US" smtClean="0"/>
              <a:t>11/5/2025</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632162" y="6391657"/>
            <a:ext cx="429207" cy="330466"/>
          </a:xfrm>
        </p:spPr>
        <p:txBody>
          <a:bodyPr/>
          <a:lstStyle>
            <a:lvl1pPr>
              <a:defRPr>
                <a:solidFill>
                  <a:schemeClr val="tx2"/>
                </a:solidFill>
                <a:effectLst/>
              </a:defRPr>
            </a:lvl1pPr>
          </a:lstStyle>
          <a:p>
            <a:fld id="{C8116806-1FD2-4A57-B5EA-7014AB76383B}" type="slidenum">
              <a:rPr lang="en-US" smtClean="0"/>
              <a:t>‹#›</a:t>
            </a:fld>
            <a:endParaRPr lang="en-US" dirty="0"/>
          </a:p>
        </p:txBody>
      </p:sp>
    </p:spTree>
    <p:extLst>
      <p:ext uri="{BB962C8B-B14F-4D97-AF65-F5344CB8AC3E}">
        <p14:creationId xmlns:p14="http://schemas.microsoft.com/office/powerpoint/2010/main" val="222289409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201B6F81-747A-40C6-B81B-62F051B20082}" type="datetime1">
              <a:rPr lang="en-US" smtClean="0"/>
              <a:t>11/5/2025</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8116806-1FD2-4A57-B5EA-7014AB76383B}" type="slidenum">
              <a:rPr lang="en-US" smtClean="0"/>
              <a:t>‹#›</a:t>
            </a:fld>
            <a:endParaRPr lang="en-US" dirty="0"/>
          </a:p>
        </p:txBody>
      </p:sp>
    </p:spTree>
    <p:extLst>
      <p:ext uri="{BB962C8B-B14F-4D97-AF65-F5344CB8AC3E}">
        <p14:creationId xmlns:p14="http://schemas.microsoft.com/office/powerpoint/2010/main" val="1222218923"/>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Title with Pictur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54206" y="216426"/>
            <a:ext cx="4064673" cy="3934950"/>
          </a:xfrm>
        </p:spPr>
        <p:txBody>
          <a:bodyPr vert="horz" lIns="91440" tIns="45720" rIns="91440" bIns="45720" rtlCol="0" anchor="t">
            <a:normAutofit/>
          </a:bodyPr>
          <a:lstStyle>
            <a:lvl1pPr>
              <a:defRPr lang="en-US" sz="500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82880" y="4846320"/>
            <a:ext cx="4035999" cy="1380744"/>
          </a:xfrm>
        </p:spPr>
        <p:txBody>
          <a:bodyPr vert="horz" lIns="91440" tIns="45720" rIns="91440" bIns="45720" rtlCol="0" anchor="b">
            <a:normAutofit/>
          </a:bodyPr>
          <a:lstStyle>
            <a:lvl1pPr marL="0" indent="0">
              <a:buNone/>
              <a:defRPr lang="en-US" sz="1600" dirty="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178705" y="6387737"/>
            <a:ext cx="2140360" cy="338328"/>
          </a:xfrm>
        </p:spPr>
        <p:txBody>
          <a:bodyPr/>
          <a:lstStyle>
            <a:lvl1pPr>
              <a:defRPr>
                <a:solidFill>
                  <a:schemeClr val="tx2"/>
                </a:solidFill>
              </a:defRPr>
            </a:lvl1pPr>
          </a:lstStyle>
          <a:p>
            <a:r>
              <a:rPr lang="en-US" dirty="0"/>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2882481" y="6377824"/>
            <a:ext cx="1384720" cy="338328"/>
          </a:xfrm>
        </p:spPr>
        <p:txBody>
          <a:bodyPr/>
          <a:lstStyle>
            <a:lvl1pPr algn="r">
              <a:defRPr>
                <a:solidFill>
                  <a:schemeClr val="tx2"/>
                </a:solidFill>
                <a:effectLst/>
              </a:defRPr>
            </a:lvl1pPr>
          </a:lstStyle>
          <a:p>
            <a:fld id="{778BA358-D7E7-499C-84B9-AC14A66ED1A6}" type="datetime1">
              <a:rPr lang="en-US" smtClean="0"/>
              <a:t>11/5/2025</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4267201" y="6378213"/>
            <a:ext cx="457200" cy="338328"/>
          </a:xfrm>
        </p:spPr>
        <p:txBody>
          <a:bodyPr/>
          <a:lstStyle>
            <a:lvl1pPr>
              <a:defRPr>
                <a:solidFill>
                  <a:schemeClr val="tx2"/>
                </a:solidFill>
              </a:defRPr>
            </a:lvl1pPr>
          </a:lstStyle>
          <a:p>
            <a:fld id="{C8116806-1FD2-4A57-B5EA-7014AB76383B}" type="slidenum">
              <a:rPr lang="en-US" smtClean="0"/>
              <a:t>‹#›</a:t>
            </a:fld>
            <a:endParaRPr lang="en-US" dirty="0"/>
          </a:p>
        </p:txBody>
      </p:sp>
      <p:sp>
        <p:nvSpPr>
          <p:cNvPr id="12" name="Picture Placeholder 11">
            <a:extLst>
              <a:ext uri="{FF2B5EF4-FFF2-40B4-BE49-F238E27FC236}">
                <a16:creationId xmlns:a16="http://schemas.microsoft.com/office/drawing/2014/main" id="{01953364-E558-970A-5425-4AFF617AEAAF}"/>
              </a:ext>
            </a:extLst>
          </p:cNvPr>
          <p:cNvSpPr>
            <a:spLocks noGrp="1"/>
          </p:cNvSpPr>
          <p:nvPr>
            <p:ph type="pic" sz="quarter" idx="13" hasCustomPrompt="1"/>
          </p:nvPr>
        </p:nvSpPr>
        <p:spPr>
          <a:xfrm>
            <a:off x="4914901" y="265176"/>
            <a:ext cx="7010400" cy="6327648"/>
          </a:xfrm>
          <a:custGeom>
            <a:avLst/>
            <a:gdLst>
              <a:gd name="connsiteX0" fmla="*/ 302565 w 7010400"/>
              <a:gd name="connsiteY0" fmla="*/ 0 h 6316602"/>
              <a:gd name="connsiteX1" fmla="*/ 6707835 w 7010400"/>
              <a:gd name="connsiteY1" fmla="*/ 0 h 6316602"/>
              <a:gd name="connsiteX2" fmla="*/ 7010400 w 7010400"/>
              <a:gd name="connsiteY2" fmla="*/ 302565 h 6316602"/>
              <a:gd name="connsiteX3" fmla="*/ 7010400 w 7010400"/>
              <a:gd name="connsiteY3" fmla="*/ 6014037 h 6316602"/>
              <a:gd name="connsiteX4" fmla="*/ 6707835 w 7010400"/>
              <a:gd name="connsiteY4" fmla="*/ 6316602 h 6316602"/>
              <a:gd name="connsiteX5" fmla="*/ 302565 w 7010400"/>
              <a:gd name="connsiteY5" fmla="*/ 6316602 h 6316602"/>
              <a:gd name="connsiteX6" fmla="*/ 0 w 7010400"/>
              <a:gd name="connsiteY6" fmla="*/ 6014037 h 6316602"/>
              <a:gd name="connsiteX7" fmla="*/ 0 w 7010400"/>
              <a:gd name="connsiteY7" fmla="*/ 302565 h 6316602"/>
              <a:gd name="connsiteX8" fmla="*/ 302565 w 7010400"/>
              <a:gd name="connsiteY8" fmla="*/ 0 h 63166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010400" h="6316602">
                <a:moveTo>
                  <a:pt x="302565" y="0"/>
                </a:moveTo>
                <a:lnTo>
                  <a:pt x="6707835" y="0"/>
                </a:lnTo>
                <a:cubicBezTo>
                  <a:pt x="6874937" y="0"/>
                  <a:pt x="7010400" y="135463"/>
                  <a:pt x="7010400" y="302565"/>
                </a:cubicBezTo>
                <a:lnTo>
                  <a:pt x="7010400" y="6014037"/>
                </a:lnTo>
                <a:cubicBezTo>
                  <a:pt x="7010400" y="6181139"/>
                  <a:pt x="6874937" y="6316602"/>
                  <a:pt x="6707835" y="6316602"/>
                </a:cubicBezTo>
                <a:lnTo>
                  <a:pt x="302565" y="6316602"/>
                </a:lnTo>
                <a:cubicBezTo>
                  <a:pt x="135463" y="6316602"/>
                  <a:pt x="0" y="6181139"/>
                  <a:pt x="0" y="6014037"/>
                </a:cubicBezTo>
                <a:lnTo>
                  <a:pt x="0" y="302565"/>
                </a:lnTo>
                <a:cubicBezTo>
                  <a:pt x="0" y="135463"/>
                  <a:pt x="135463" y="0"/>
                  <a:pt x="302565" y="0"/>
                </a:cubicBez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2374122553"/>
      </p:ext>
    </p:extLst>
  </p:cSld>
  <p:clrMapOvr>
    <a:overrideClrMapping bg1="dk1" tx1="lt1" bg2="dk2" tx2="lt2" accent1="accent1" accent2="accent2" accent3="accent3" accent4="accent4" accent5="accent5" accent6="accent6" hlink="hlink" folHlink="folHlink"/>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Title with Picture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013116" y="1043184"/>
            <a:ext cx="3459903" cy="2906647"/>
          </a:xfrm>
        </p:spPr>
        <p:txBody>
          <a:bodyPr vert="horz" lIns="91440" tIns="45720" rIns="91440" bIns="45720" rtlCol="0" anchor="t">
            <a:normAutofit/>
          </a:bodyPr>
          <a:lstStyle>
            <a:lvl1pPr>
              <a:defRPr lang="en-US" sz="430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013117" y="4692866"/>
            <a:ext cx="3361935" cy="1123268"/>
          </a:xfrm>
        </p:spPr>
        <p:txBody>
          <a:bodyPr vert="horz" lIns="91440" tIns="45720" rIns="91440" bIns="45720" rtlCol="0" anchor="b">
            <a:normAutofit/>
          </a:bodyPr>
          <a:lstStyle>
            <a:lvl1pPr marL="0" indent="0">
              <a:buNone/>
              <a:defRPr lang="en-US" sz="1600" dirty="0">
                <a:solidFill>
                  <a:schemeClr val="tx2"/>
                </a:solidFill>
              </a:defRPr>
            </a:lvl1pPr>
          </a:lstStyle>
          <a:p>
            <a:pPr lvl="0"/>
            <a:r>
              <a:rPr lang="en-US"/>
              <a:t>Click to edit Master subtitle style</a:t>
            </a:r>
            <a:endParaRPr lang="en-US" dirty="0"/>
          </a:p>
        </p:txBody>
      </p:sp>
      <p:sp>
        <p:nvSpPr>
          <p:cNvPr id="14" name="Picture Placeholder 13">
            <a:extLst>
              <a:ext uri="{FF2B5EF4-FFF2-40B4-BE49-F238E27FC236}">
                <a16:creationId xmlns:a16="http://schemas.microsoft.com/office/drawing/2014/main" id="{BE8B118F-C188-2019-1C9E-6A452890CF96}"/>
              </a:ext>
            </a:extLst>
          </p:cNvPr>
          <p:cNvSpPr>
            <a:spLocks noGrp="1"/>
          </p:cNvSpPr>
          <p:nvPr>
            <p:ph type="pic" sz="quarter" idx="13" hasCustomPrompt="1"/>
          </p:nvPr>
        </p:nvSpPr>
        <p:spPr>
          <a:xfrm>
            <a:off x="0" y="0"/>
            <a:ext cx="12192000" cy="6858000"/>
          </a:xfrm>
          <a:custGeom>
            <a:avLst/>
            <a:gdLst>
              <a:gd name="connsiteX0" fmla="*/ 1124624 w 12192000"/>
              <a:gd name="connsiteY0" fmla="*/ 808189 h 6858000"/>
              <a:gd name="connsiteX1" fmla="*/ 811206 w 12192000"/>
              <a:gd name="connsiteY1" fmla="*/ 1121607 h 6858000"/>
              <a:gd name="connsiteX2" fmla="*/ 811206 w 12192000"/>
              <a:gd name="connsiteY2" fmla="*/ 5736392 h 6858000"/>
              <a:gd name="connsiteX3" fmla="*/ 1124624 w 12192000"/>
              <a:gd name="connsiteY3" fmla="*/ 6049810 h 6858000"/>
              <a:gd name="connsiteX4" fmla="*/ 4372882 w 12192000"/>
              <a:gd name="connsiteY4" fmla="*/ 6049810 h 6858000"/>
              <a:gd name="connsiteX5" fmla="*/ 4686301 w 12192000"/>
              <a:gd name="connsiteY5" fmla="*/ 5736392 h 6858000"/>
              <a:gd name="connsiteX6" fmla="*/ 4686301 w 12192000"/>
              <a:gd name="connsiteY6" fmla="*/ 1121607 h 6858000"/>
              <a:gd name="connsiteX7" fmla="*/ 4372882 w 12192000"/>
              <a:gd name="connsiteY7" fmla="*/ 808189 h 6858000"/>
              <a:gd name="connsiteX8" fmla="*/ 0 w 12192000"/>
              <a:gd name="connsiteY8" fmla="*/ 0 h 6858000"/>
              <a:gd name="connsiteX9" fmla="*/ 12192000 w 12192000"/>
              <a:gd name="connsiteY9" fmla="*/ 0 h 6858000"/>
              <a:gd name="connsiteX10" fmla="*/ 12192000 w 12192000"/>
              <a:gd name="connsiteY10" fmla="*/ 6858000 h 6858000"/>
              <a:gd name="connsiteX11" fmla="*/ 0 w 1219200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8000">
                <a:moveTo>
                  <a:pt x="1124624" y="808189"/>
                </a:moveTo>
                <a:cubicBezTo>
                  <a:pt x="951528" y="808189"/>
                  <a:pt x="811206" y="948511"/>
                  <a:pt x="811206" y="1121607"/>
                </a:cubicBezTo>
                <a:lnTo>
                  <a:pt x="811206" y="5736392"/>
                </a:lnTo>
                <a:cubicBezTo>
                  <a:pt x="811206" y="5909488"/>
                  <a:pt x="951528" y="6049810"/>
                  <a:pt x="1124624" y="6049810"/>
                </a:cubicBezTo>
                <a:lnTo>
                  <a:pt x="4372882" y="6049810"/>
                </a:lnTo>
                <a:cubicBezTo>
                  <a:pt x="4545978" y="6049810"/>
                  <a:pt x="4686301" y="5909488"/>
                  <a:pt x="4686301" y="5736392"/>
                </a:cubicBezTo>
                <a:lnTo>
                  <a:pt x="4686301" y="1121607"/>
                </a:lnTo>
                <a:cubicBezTo>
                  <a:pt x="4686301" y="948511"/>
                  <a:pt x="4545978" y="808189"/>
                  <a:pt x="4372882" y="808189"/>
                </a:cubicBezTo>
                <a:close/>
                <a:moveTo>
                  <a:pt x="0" y="0"/>
                </a:moveTo>
                <a:lnTo>
                  <a:pt x="12192000" y="0"/>
                </a:lnTo>
                <a:lnTo>
                  <a:pt x="12192000" y="6858000"/>
                </a:lnTo>
                <a:lnTo>
                  <a:pt x="0" y="6858000"/>
                </a:ln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33223" y="6387737"/>
            <a:ext cx="2140360" cy="338328"/>
          </a:xfrm>
        </p:spPr>
        <p:txBody>
          <a:bodyPr/>
          <a:lstStyle>
            <a:lvl1pPr>
              <a:defRPr>
                <a:solidFill>
                  <a:schemeClr val="tx2"/>
                </a:solidFill>
                <a:effectLst>
                  <a:outerShdw blurRad="38100" dist="38100" dir="2700000" algn="tl">
                    <a:srgbClr val="000000">
                      <a:alpha val="43137"/>
                    </a:srgbClr>
                  </a:outerShdw>
                </a:effectLst>
              </a:defRPr>
            </a:lvl1pPr>
          </a:lstStyle>
          <a:p>
            <a:r>
              <a:rPr lang="en-US" dirty="0"/>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2882481" y="6377824"/>
            <a:ext cx="1384720" cy="338328"/>
          </a:xfrm>
        </p:spPr>
        <p:txBody>
          <a:bodyPr/>
          <a:lstStyle>
            <a:lvl1pPr algn="r">
              <a:defRPr>
                <a:solidFill>
                  <a:schemeClr val="tx2"/>
                </a:solidFill>
                <a:effectLst>
                  <a:outerShdw blurRad="38100" dist="38100" dir="2700000" algn="tl">
                    <a:srgbClr val="000000">
                      <a:alpha val="43137"/>
                    </a:srgbClr>
                  </a:outerShdw>
                </a:effectLst>
              </a:defRPr>
            </a:lvl1pPr>
          </a:lstStyle>
          <a:p>
            <a:fld id="{EE918161-410C-495B-9D82-18B01714F0C3}" type="datetime1">
              <a:rPr lang="en-US" smtClean="0"/>
              <a:t>11/5/2025</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4267201" y="6378213"/>
            <a:ext cx="457200" cy="338328"/>
          </a:xfrm>
        </p:spPr>
        <p:txBody>
          <a:bodyPr/>
          <a:lstStyle>
            <a:lvl1pPr>
              <a:defRPr>
                <a:solidFill>
                  <a:schemeClr val="tx2"/>
                </a:solidFill>
                <a:effectLst>
                  <a:outerShdw blurRad="38100" dist="38100" dir="2700000" algn="tl">
                    <a:srgbClr val="000000">
                      <a:alpha val="43137"/>
                    </a:srgbClr>
                  </a:outerShdw>
                </a:effectLst>
              </a:defRPr>
            </a:lvl1pPr>
          </a:lstStyle>
          <a:p>
            <a:fld id="{C8116806-1FD2-4A57-B5EA-7014AB76383B}" type="slidenum">
              <a:rPr lang="en-US" smtClean="0"/>
              <a:t>‹#›</a:t>
            </a:fld>
            <a:endParaRPr lang="en-US" dirty="0"/>
          </a:p>
        </p:txBody>
      </p:sp>
    </p:spTree>
    <p:extLst>
      <p:ext uri="{BB962C8B-B14F-4D97-AF65-F5344CB8AC3E}">
        <p14:creationId xmlns:p14="http://schemas.microsoft.com/office/powerpoint/2010/main" val="3841493735"/>
      </p:ext>
    </p:extLst>
  </p:cSld>
  <p:clrMapOvr>
    <a:overrideClrMapping bg1="dk1" tx1="lt1" bg2="dk2" tx2="lt2" accent1="accent1" accent2="accent2" accent3="accent3" accent4="accent4" accent5="accent5" accent6="accent6" hlink="hlink" folHlink="folHlink"/>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Title with Picture 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717480" y="1043185"/>
            <a:ext cx="3459903" cy="2607816"/>
          </a:xfrm>
        </p:spPr>
        <p:txBody>
          <a:bodyPr vert="horz" lIns="91440" tIns="45720" rIns="91440" bIns="45720" rtlCol="0" anchor="t">
            <a:normAutofit/>
          </a:bodyPr>
          <a:lstStyle>
            <a:lvl1pPr>
              <a:defRPr lang="en-US" sz="430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717481" y="4692866"/>
            <a:ext cx="3459902" cy="1123268"/>
          </a:xfrm>
        </p:spPr>
        <p:txBody>
          <a:bodyPr vert="horz" lIns="91440" tIns="45720" rIns="91440" bIns="45720" rtlCol="0" anchor="b">
            <a:normAutofit/>
          </a:bodyPr>
          <a:lstStyle>
            <a:lvl1pPr marL="0" indent="0">
              <a:buNone/>
              <a:defRPr lang="en-US" sz="1600" dirty="0">
                <a:solidFill>
                  <a:schemeClr val="tx2"/>
                </a:solidFill>
              </a:defRPr>
            </a:lvl1pPr>
          </a:lstStyle>
          <a:p>
            <a:pPr lvl="0"/>
            <a:r>
              <a:rPr lang="en-US"/>
              <a:t>Click to edit Master subtitle style</a:t>
            </a:r>
            <a:endParaRPr lang="en-US" dirty="0"/>
          </a:p>
        </p:txBody>
      </p:sp>
      <p:sp>
        <p:nvSpPr>
          <p:cNvPr id="10" name="Picture Placeholder 9">
            <a:extLst>
              <a:ext uri="{FF2B5EF4-FFF2-40B4-BE49-F238E27FC236}">
                <a16:creationId xmlns:a16="http://schemas.microsoft.com/office/drawing/2014/main" id="{B93E65DC-EA13-A100-8BB0-C29D33F1646A}"/>
              </a:ext>
            </a:extLst>
          </p:cNvPr>
          <p:cNvSpPr>
            <a:spLocks noGrp="1"/>
          </p:cNvSpPr>
          <p:nvPr>
            <p:ph type="pic" sz="quarter" idx="13" hasCustomPrompt="1"/>
          </p:nvPr>
        </p:nvSpPr>
        <p:spPr>
          <a:xfrm>
            <a:off x="0" y="0"/>
            <a:ext cx="12192000" cy="6858000"/>
          </a:xfrm>
          <a:custGeom>
            <a:avLst/>
            <a:gdLst>
              <a:gd name="connsiteX0" fmla="*/ 7809944 w 12192000"/>
              <a:gd name="connsiteY0" fmla="*/ 820064 h 6858000"/>
              <a:gd name="connsiteX1" fmla="*/ 7496526 w 12192000"/>
              <a:gd name="connsiteY1" fmla="*/ 1133482 h 6858000"/>
              <a:gd name="connsiteX2" fmla="*/ 7496526 w 12192000"/>
              <a:gd name="connsiteY2" fmla="*/ 5748267 h 6858000"/>
              <a:gd name="connsiteX3" fmla="*/ 7809944 w 12192000"/>
              <a:gd name="connsiteY3" fmla="*/ 6061685 h 6858000"/>
              <a:gd name="connsiteX4" fmla="*/ 11058202 w 12192000"/>
              <a:gd name="connsiteY4" fmla="*/ 6061685 h 6858000"/>
              <a:gd name="connsiteX5" fmla="*/ 11371620 w 12192000"/>
              <a:gd name="connsiteY5" fmla="*/ 5748267 h 6858000"/>
              <a:gd name="connsiteX6" fmla="*/ 11371620 w 12192000"/>
              <a:gd name="connsiteY6" fmla="*/ 1133482 h 6858000"/>
              <a:gd name="connsiteX7" fmla="*/ 11058202 w 12192000"/>
              <a:gd name="connsiteY7" fmla="*/ 820064 h 6858000"/>
              <a:gd name="connsiteX8" fmla="*/ 0 w 12192000"/>
              <a:gd name="connsiteY8" fmla="*/ 0 h 6858000"/>
              <a:gd name="connsiteX9" fmla="*/ 12192000 w 12192000"/>
              <a:gd name="connsiteY9" fmla="*/ 0 h 6858000"/>
              <a:gd name="connsiteX10" fmla="*/ 12192000 w 12192000"/>
              <a:gd name="connsiteY10" fmla="*/ 6858000 h 6858000"/>
              <a:gd name="connsiteX11" fmla="*/ 0 w 1219200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8000">
                <a:moveTo>
                  <a:pt x="7809944" y="820064"/>
                </a:moveTo>
                <a:cubicBezTo>
                  <a:pt x="7636848" y="820064"/>
                  <a:pt x="7496526" y="960386"/>
                  <a:pt x="7496526" y="1133482"/>
                </a:cubicBezTo>
                <a:lnTo>
                  <a:pt x="7496526" y="5748267"/>
                </a:lnTo>
                <a:cubicBezTo>
                  <a:pt x="7496526" y="5921363"/>
                  <a:pt x="7636848" y="6061685"/>
                  <a:pt x="7809944" y="6061685"/>
                </a:cubicBezTo>
                <a:lnTo>
                  <a:pt x="11058202" y="6061685"/>
                </a:lnTo>
                <a:cubicBezTo>
                  <a:pt x="11231298" y="6061685"/>
                  <a:pt x="11371620" y="5921363"/>
                  <a:pt x="11371620" y="5748267"/>
                </a:cubicBezTo>
                <a:lnTo>
                  <a:pt x="11371620" y="1133482"/>
                </a:lnTo>
                <a:cubicBezTo>
                  <a:pt x="11371620" y="960386"/>
                  <a:pt x="11231298" y="820064"/>
                  <a:pt x="11058202" y="820064"/>
                </a:cubicBezTo>
                <a:close/>
                <a:moveTo>
                  <a:pt x="0" y="0"/>
                </a:moveTo>
                <a:lnTo>
                  <a:pt x="12192000" y="0"/>
                </a:lnTo>
                <a:lnTo>
                  <a:pt x="12192000" y="6858000"/>
                </a:lnTo>
                <a:lnTo>
                  <a:pt x="0" y="6858000"/>
                </a:ln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505700" y="6387737"/>
            <a:ext cx="2140360" cy="338328"/>
          </a:xfrm>
        </p:spPr>
        <p:txBody>
          <a:bodyPr/>
          <a:lstStyle>
            <a:lvl1pPr>
              <a:defRPr>
                <a:solidFill>
                  <a:schemeClr val="tx2"/>
                </a:solidFill>
                <a:effectLst>
                  <a:outerShdw blurRad="38100" dist="38100" dir="2700000" algn="tl">
                    <a:srgbClr val="000000">
                      <a:alpha val="43137"/>
                    </a:srgbClr>
                  </a:outerShdw>
                </a:effectLst>
              </a:defRPr>
            </a:lvl1pPr>
          </a:lstStyle>
          <a:p>
            <a:r>
              <a:rPr lang="en-US" dirty="0"/>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603089" y="6377824"/>
            <a:ext cx="1384720" cy="338328"/>
          </a:xfrm>
        </p:spPr>
        <p:txBody>
          <a:bodyPr/>
          <a:lstStyle>
            <a:lvl1pPr algn="r">
              <a:defRPr>
                <a:solidFill>
                  <a:schemeClr val="tx2"/>
                </a:solidFill>
                <a:effectLst>
                  <a:outerShdw blurRad="38100" dist="38100" dir="2700000" algn="tl">
                    <a:srgbClr val="000000">
                      <a:alpha val="43137"/>
                    </a:srgbClr>
                  </a:outerShdw>
                </a:effectLst>
              </a:defRPr>
            </a:lvl1pPr>
          </a:lstStyle>
          <a:p>
            <a:fld id="{9EB9C8E0-F2E5-48F5-AA1A-981B30EA19E2}" type="datetime1">
              <a:rPr lang="en-US" smtClean="0"/>
              <a:t>11/5/2025</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0987809" y="6378213"/>
            <a:ext cx="457200" cy="338328"/>
          </a:xfrm>
        </p:spPr>
        <p:txBody>
          <a:bodyPr/>
          <a:lstStyle>
            <a:lvl1pPr>
              <a:defRPr>
                <a:solidFill>
                  <a:schemeClr val="tx2"/>
                </a:solidFill>
                <a:effectLst>
                  <a:outerShdw blurRad="38100" dist="38100" dir="2700000" algn="tl">
                    <a:srgbClr val="000000">
                      <a:alpha val="43137"/>
                    </a:srgbClr>
                  </a:outerShdw>
                </a:effectLst>
              </a:defRPr>
            </a:lvl1pPr>
          </a:lstStyle>
          <a:p>
            <a:fld id="{C8116806-1FD2-4A57-B5EA-7014AB76383B}" type="slidenum">
              <a:rPr lang="en-US" smtClean="0"/>
              <a:t>‹#›</a:t>
            </a:fld>
            <a:endParaRPr lang="en-US" dirty="0"/>
          </a:p>
        </p:txBody>
      </p:sp>
    </p:spTree>
    <p:extLst>
      <p:ext uri="{BB962C8B-B14F-4D97-AF65-F5344CB8AC3E}">
        <p14:creationId xmlns:p14="http://schemas.microsoft.com/office/powerpoint/2010/main" val="1803089990"/>
      </p:ext>
    </p:extLst>
  </p:cSld>
  <p:clrMapOvr>
    <a:overrideClrMapping bg1="dk1" tx1="lt1" bg2="dk2" tx2="lt2" accent1="accent1" accent2="accent2" accent3="accent3" accent4="accent4" accent5="accent5" accent6="accent6" hlink="hlink" folHlink="folHlink"/>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Title with Picture 5">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38305" y="208156"/>
            <a:ext cx="5729095" cy="3135408"/>
          </a:xfrm>
        </p:spPr>
        <p:txBody>
          <a:bodyPr vert="horz" lIns="91440" tIns="45720" rIns="91440" bIns="45720" rtlCol="0" anchor="t">
            <a:normAutofit/>
          </a:bodyPr>
          <a:lstStyle>
            <a:lvl1pPr>
              <a:defRPr lang="en-US" sz="600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85854" y="4846320"/>
            <a:ext cx="4462346" cy="1380744"/>
          </a:xfrm>
        </p:spPr>
        <p:txBody>
          <a:bodyPr vert="horz" lIns="91440" tIns="45720" rIns="91440" bIns="45720" rtlCol="0" anchor="b">
            <a:normAutofit/>
          </a:bodyPr>
          <a:lstStyle>
            <a:lvl1pPr marL="0" indent="0">
              <a:buNone/>
              <a:defRPr lang="en-US" sz="160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dirty="0"/>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5792911" y="6387128"/>
            <a:ext cx="1032084" cy="338328"/>
          </a:xfrm>
        </p:spPr>
        <p:txBody>
          <a:bodyPr/>
          <a:lstStyle>
            <a:lvl1pPr>
              <a:defRPr>
                <a:solidFill>
                  <a:schemeClr val="tx2"/>
                </a:solidFill>
                <a:effectLst/>
              </a:defRPr>
            </a:lvl1pPr>
          </a:lstStyle>
          <a:p>
            <a:fld id="{829B12D8-BAC5-43A1-A3F4-51BF1A7E7117}" type="datetime1">
              <a:rPr lang="en-US" smtClean="0"/>
              <a:t>11/5/2025</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6824995" y="6387128"/>
            <a:ext cx="457200" cy="338328"/>
          </a:xfrm>
        </p:spPr>
        <p:txBody>
          <a:bodyPr/>
          <a:lstStyle>
            <a:lvl1pPr>
              <a:defRPr>
                <a:solidFill>
                  <a:schemeClr val="tx2"/>
                </a:solidFill>
              </a:defRPr>
            </a:lvl1pPr>
          </a:lstStyle>
          <a:p>
            <a:fld id="{C8116806-1FD2-4A57-B5EA-7014AB76383B}" type="slidenum">
              <a:rPr lang="en-US" smtClean="0"/>
              <a:t>‹#›</a:t>
            </a:fld>
            <a:endParaRPr lang="en-US" dirty="0"/>
          </a:p>
        </p:txBody>
      </p:sp>
      <p:sp>
        <p:nvSpPr>
          <p:cNvPr id="9" name="Picture Placeholder 8">
            <a:extLst>
              <a:ext uri="{FF2B5EF4-FFF2-40B4-BE49-F238E27FC236}">
                <a16:creationId xmlns:a16="http://schemas.microsoft.com/office/drawing/2014/main" id="{C18560C4-8760-7FBD-159D-6CA9346253D5}"/>
              </a:ext>
            </a:extLst>
          </p:cNvPr>
          <p:cNvSpPr>
            <a:spLocks noGrp="1"/>
          </p:cNvSpPr>
          <p:nvPr>
            <p:ph type="pic" sz="quarter" idx="13" hasCustomPrompt="1"/>
          </p:nvPr>
        </p:nvSpPr>
        <p:spPr>
          <a:xfrm>
            <a:off x="7514371" y="266700"/>
            <a:ext cx="4410930" cy="6324600"/>
          </a:xfrm>
          <a:custGeom>
            <a:avLst/>
            <a:gdLst>
              <a:gd name="connsiteX0" fmla="*/ 275374 w 4410930"/>
              <a:gd name="connsiteY0" fmla="*/ 0 h 6324600"/>
              <a:gd name="connsiteX1" fmla="*/ 4135556 w 4410930"/>
              <a:gd name="connsiteY1" fmla="*/ 0 h 6324600"/>
              <a:gd name="connsiteX2" fmla="*/ 4410930 w 4410930"/>
              <a:gd name="connsiteY2" fmla="*/ 275374 h 6324600"/>
              <a:gd name="connsiteX3" fmla="*/ 4410930 w 4410930"/>
              <a:gd name="connsiteY3" fmla="*/ 6049226 h 6324600"/>
              <a:gd name="connsiteX4" fmla="*/ 4135556 w 4410930"/>
              <a:gd name="connsiteY4" fmla="*/ 6324600 h 6324600"/>
              <a:gd name="connsiteX5" fmla="*/ 275374 w 4410930"/>
              <a:gd name="connsiteY5" fmla="*/ 6324600 h 6324600"/>
              <a:gd name="connsiteX6" fmla="*/ 0 w 4410930"/>
              <a:gd name="connsiteY6" fmla="*/ 6049226 h 6324600"/>
              <a:gd name="connsiteX7" fmla="*/ 0 w 4410930"/>
              <a:gd name="connsiteY7" fmla="*/ 275374 h 6324600"/>
              <a:gd name="connsiteX8" fmla="*/ 275374 w 4410930"/>
              <a:gd name="connsiteY8" fmla="*/ 0 h 6324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10930" h="6324600">
                <a:moveTo>
                  <a:pt x="275374" y="0"/>
                </a:moveTo>
                <a:lnTo>
                  <a:pt x="4135556" y="0"/>
                </a:lnTo>
                <a:cubicBezTo>
                  <a:pt x="4287641" y="0"/>
                  <a:pt x="4410930" y="123289"/>
                  <a:pt x="4410930" y="275374"/>
                </a:cubicBezTo>
                <a:lnTo>
                  <a:pt x="4410930" y="6049226"/>
                </a:lnTo>
                <a:cubicBezTo>
                  <a:pt x="4410930" y="6201311"/>
                  <a:pt x="4287641" y="6324600"/>
                  <a:pt x="4135556" y="6324600"/>
                </a:cubicBezTo>
                <a:lnTo>
                  <a:pt x="275374" y="6324600"/>
                </a:lnTo>
                <a:cubicBezTo>
                  <a:pt x="123289" y="6324600"/>
                  <a:pt x="0" y="6201311"/>
                  <a:pt x="0" y="6049226"/>
                </a:cubicBezTo>
                <a:lnTo>
                  <a:pt x="0" y="275374"/>
                </a:lnTo>
                <a:cubicBezTo>
                  <a:pt x="0" y="123289"/>
                  <a:pt x="123289" y="0"/>
                  <a:pt x="275374" y="0"/>
                </a:cubicBez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760333901"/>
      </p:ext>
    </p:extLst>
  </p:cSld>
  <p:clrMapOvr>
    <a:overrideClrMapping bg1="dk1" tx1="lt1" bg2="dk2" tx2="lt2" accent1="accent1" accent2="accent2" accent3="accent3" accent4="accent4" accent5="accent5" accent6="accent6" hlink="hlink" folHlink="folHlink"/>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Title with Picture 6">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660262" y="208754"/>
            <a:ext cx="4066072" cy="3725937"/>
          </a:xfrm>
        </p:spPr>
        <p:txBody>
          <a:bodyPr vert="horz" lIns="91440" tIns="45720" rIns="91440" bIns="45720" rtlCol="0" anchor="t">
            <a:normAutofit/>
          </a:bodyPr>
          <a:lstStyle>
            <a:lvl1pPr>
              <a:defRPr lang="en-US" sz="500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668729" y="4846320"/>
            <a:ext cx="4066072" cy="1380744"/>
          </a:xfrm>
        </p:spPr>
        <p:txBody>
          <a:bodyPr vert="horz" lIns="91440" tIns="45720" rIns="91440" bIns="45720" rtlCol="0" anchor="b">
            <a:normAutofit/>
          </a:bodyPr>
          <a:lstStyle>
            <a:lvl1pPr marL="0" indent="0">
              <a:buNone/>
              <a:defRPr lang="en-US" sz="1600">
                <a:solidFill>
                  <a:schemeClr val="tx2"/>
                </a:solidFill>
              </a:defRPr>
            </a:lvl1pPr>
          </a:lstStyle>
          <a:p>
            <a:pPr lvl="0"/>
            <a:r>
              <a:rPr lang="en-US"/>
              <a:t>Click to edit Master subtitle style</a:t>
            </a:r>
            <a:endParaRPr lang="en-US" dirty="0"/>
          </a:p>
        </p:txBody>
      </p:sp>
      <p:sp>
        <p:nvSpPr>
          <p:cNvPr id="12" name="Picture Placeholder 11">
            <a:extLst>
              <a:ext uri="{FF2B5EF4-FFF2-40B4-BE49-F238E27FC236}">
                <a16:creationId xmlns:a16="http://schemas.microsoft.com/office/drawing/2014/main" id="{7A934108-77F2-43A6-38EF-C1CDEDD103C2}"/>
              </a:ext>
            </a:extLst>
          </p:cNvPr>
          <p:cNvSpPr>
            <a:spLocks noGrp="1"/>
          </p:cNvSpPr>
          <p:nvPr>
            <p:ph type="pic" sz="quarter" idx="13" hasCustomPrompt="1"/>
          </p:nvPr>
        </p:nvSpPr>
        <p:spPr>
          <a:xfrm>
            <a:off x="274320" y="266699"/>
            <a:ext cx="7238998" cy="6322891"/>
          </a:xfrm>
          <a:custGeom>
            <a:avLst/>
            <a:gdLst>
              <a:gd name="connsiteX0" fmla="*/ 291359 w 7238998"/>
              <a:gd name="connsiteY0" fmla="*/ 0 h 6322891"/>
              <a:gd name="connsiteX1" fmla="*/ 6947639 w 7238998"/>
              <a:gd name="connsiteY1" fmla="*/ 0 h 6322891"/>
              <a:gd name="connsiteX2" fmla="*/ 7238998 w 7238998"/>
              <a:gd name="connsiteY2" fmla="*/ 291359 h 6322891"/>
              <a:gd name="connsiteX3" fmla="*/ 7238998 w 7238998"/>
              <a:gd name="connsiteY3" fmla="*/ 6031532 h 6322891"/>
              <a:gd name="connsiteX4" fmla="*/ 6947639 w 7238998"/>
              <a:gd name="connsiteY4" fmla="*/ 6322891 h 6322891"/>
              <a:gd name="connsiteX5" fmla="*/ 291359 w 7238998"/>
              <a:gd name="connsiteY5" fmla="*/ 6322891 h 6322891"/>
              <a:gd name="connsiteX6" fmla="*/ 0 w 7238998"/>
              <a:gd name="connsiteY6" fmla="*/ 6031532 h 6322891"/>
              <a:gd name="connsiteX7" fmla="*/ 0 w 7238998"/>
              <a:gd name="connsiteY7" fmla="*/ 291359 h 6322891"/>
              <a:gd name="connsiteX8" fmla="*/ 291359 w 7238998"/>
              <a:gd name="connsiteY8" fmla="*/ 0 h 6322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38998" h="6322891">
                <a:moveTo>
                  <a:pt x="291359" y="0"/>
                </a:moveTo>
                <a:lnTo>
                  <a:pt x="6947639" y="0"/>
                </a:lnTo>
                <a:cubicBezTo>
                  <a:pt x="7108552" y="0"/>
                  <a:pt x="7238998" y="130446"/>
                  <a:pt x="7238998" y="291359"/>
                </a:cubicBezTo>
                <a:lnTo>
                  <a:pt x="7238998" y="6031532"/>
                </a:lnTo>
                <a:cubicBezTo>
                  <a:pt x="7238998" y="6192445"/>
                  <a:pt x="7108552" y="6322891"/>
                  <a:pt x="6947639" y="6322891"/>
                </a:cubicBezTo>
                <a:lnTo>
                  <a:pt x="291359" y="6322891"/>
                </a:lnTo>
                <a:cubicBezTo>
                  <a:pt x="130446" y="6322891"/>
                  <a:pt x="0" y="6192445"/>
                  <a:pt x="0" y="6031532"/>
                </a:cubicBezTo>
                <a:lnTo>
                  <a:pt x="0" y="291359"/>
                </a:lnTo>
                <a:cubicBezTo>
                  <a:pt x="0" y="130446"/>
                  <a:pt x="130446" y="0"/>
                  <a:pt x="291359" y="0"/>
                </a:cubicBez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666481" y="6391656"/>
            <a:ext cx="2703777" cy="338328"/>
          </a:xfrm>
        </p:spPr>
        <p:txBody>
          <a:bodyPr/>
          <a:lstStyle>
            <a:lvl1pPr>
              <a:defRPr>
                <a:solidFill>
                  <a:schemeClr val="tx2"/>
                </a:solidFill>
              </a:defRPr>
            </a:lvl1pPr>
          </a:lstStyle>
          <a:p>
            <a:r>
              <a:rPr lang="en-US" dirty="0"/>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0477500" y="6391656"/>
            <a:ext cx="1032084" cy="338328"/>
          </a:xfrm>
        </p:spPr>
        <p:txBody>
          <a:bodyPr/>
          <a:lstStyle>
            <a:lvl1pPr>
              <a:defRPr>
                <a:solidFill>
                  <a:schemeClr val="tx2"/>
                </a:solidFill>
                <a:effectLst/>
              </a:defRPr>
            </a:lvl1pPr>
          </a:lstStyle>
          <a:p>
            <a:fld id="{DB19E114-DE0F-4D79-972B-16F4D1534B50}" type="datetime1">
              <a:rPr lang="en-US" smtClean="0"/>
              <a:t>11/5/2025</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509584" y="6388837"/>
            <a:ext cx="457200" cy="338328"/>
          </a:xfrm>
        </p:spPr>
        <p:txBody>
          <a:bodyPr/>
          <a:lstStyle>
            <a:lvl1pPr>
              <a:defRPr>
                <a:solidFill>
                  <a:schemeClr val="tx2"/>
                </a:solidFill>
              </a:defRPr>
            </a:lvl1pPr>
          </a:lstStyle>
          <a:p>
            <a:fld id="{C8116806-1FD2-4A57-B5EA-7014AB76383B}" type="slidenum">
              <a:rPr lang="en-US" smtClean="0"/>
              <a:t>‹#›</a:t>
            </a:fld>
            <a:endParaRPr lang="en-US" dirty="0"/>
          </a:p>
        </p:txBody>
      </p:sp>
    </p:spTree>
    <p:extLst>
      <p:ext uri="{BB962C8B-B14F-4D97-AF65-F5344CB8AC3E}">
        <p14:creationId xmlns:p14="http://schemas.microsoft.com/office/powerpoint/2010/main" val="1882185896"/>
      </p:ext>
    </p:extLst>
  </p:cSld>
  <p:clrMapOvr>
    <a:overrideClrMapping bg1="dk1" tx1="lt1" bg2="dk2" tx2="lt2" accent1="accent1" accent2="accent2" accent3="accent3" accent4="accent4" accent5="accent5" accent6="accent6" hlink="hlink" folHlink="folHlink"/>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title" preserve="1">
  <p:cSld name="Titl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33816" y="199795"/>
            <a:ext cx="8777428" cy="3640686"/>
          </a:xfrm>
        </p:spPr>
        <p:txBody>
          <a:bodyPr vert="horz" lIns="91440" tIns="45720" rIns="91440" bIns="45720" rtlCol="0" anchor="t">
            <a:normAutofit/>
          </a:bodyPr>
          <a:lstStyle>
            <a:lvl1pPr>
              <a:defRPr lang="en-US" sz="880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85854" y="4898361"/>
            <a:ext cx="5675450" cy="1334847"/>
          </a:xfrm>
        </p:spPr>
        <p:txBody>
          <a:bodyPr vert="horz" lIns="91440" tIns="45720" rIns="91440" bIns="45720" rtlCol="0" anchor="b">
            <a:normAutofit/>
          </a:bodyPr>
          <a:lstStyle>
            <a:lvl1pPr marL="0" indent="0">
              <a:buNone/>
              <a:defRPr lang="en-US" sz="1600" dirty="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dirty="0"/>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defRPr>
            </a:lvl1pPr>
          </a:lstStyle>
          <a:p>
            <a:fld id="{5170987F-8E30-461F-9E4C-7F5E2EE91FF0}" type="datetime1">
              <a:rPr lang="en-US" smtClean="0"/>
              <a:t>11/5/2025</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8116806-1FD2-4A57-B5EA-7014AB76383B}" type="slidenum">
              <a:rPr lang="en-US" smtClean="0"/>
              <a:t>‹#›</a:t>
            </a:fld>
            <a:endParaRPr lang="en-US" dirty="0"/>
          </a:p>
        </p:txBody>
      </p:sp>
    </p:spTree>
    <p:extLst>
      <p:ext uri="{BB962C8B-B14F-4D97-AF65-F5344CB8AC3E}">
        <p14:creationId xmlns:p14="http://schemas.microsoft.com/office/powerpoint/2010/main" val="3108700655"/>
      </p:ext>
    </p:extLst>
  </p:cSld>
  <p:clrMapOvr>
    <a:overrideClrMapping bg1="dk1" tx1="lt1" bg2="dk2" tx2="lt2" accent1="accent1" accent2="accent2" accent3="accent3" accent4="accent4" accent5="accent5" accent6="accent6" hlink="hlink" folHlink="folHlink"/>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itle" preserve="1">
  <p:cSld name="Titl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018598" y="1529542"/>
            <a:ext cx="8154804" cy="2323883"/>
          </a:xfrm>
        </p:spPr>
        <p:txBody>
          <a:bodyPr anchor="b">
            <a:normAutofit/>
          </a:bodyPr>
          <a:lstStyle>
            <a:lvl1pPr algn="ctr">
              <a:defRPr sz="5400">
                <a:solidFill>
                  <a:schemeClr val="tx2"/>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110715" y="4053504"/>
            <a:ext cx="5970570" cy="1072678"/>
          </a:xfrm>
        </p:spPr>
        <p:txBody>
          <a:bodyPr anchor="t">
            <a:normAutofit/>
          </a:bodyPr>
          <a:lstStyle>
            <a:lvl1pPr marL="0" indent="0" algn="ctr">
              <a:buNone/>
              <a:defRPr sz="16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dirty="0"/>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defRPr>
            </a:lvl1pPr>
          </a:lstStyle>
          <a:p>
            <a:fld id="{454ACAC3-7932-4379-B917-F7F78C6F24BE}" type="datetime1">
              <a:rPr lang="en-US" smtClean="0"/>
              <a:t>11/5/2025</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8116806-1FD2-4A57-B5EA-7014AB76383B}" type="slidenum">
              <a:rPr lang="en-US" smtClean="0"/>
              <a:t>‹#›</a:t>
            </a:fld>
            <a:endParaRPr lang="en-US" dirty="0"/>
          </a:p>
        </p:txBody>
      </p:sp>
    </p:spTree>
    <p:extLst>
      <p:ext uri="{BB962C8B-B14F-4D97-AF65-F5344CB8AC3E}">
        <p14:creationId xmlns:p14="http://schemas.microsoft.com/office/powerpoint/2010/main" val="742557557"/>
      </p:ext>
    </p:extLst>
  </p:cSld>
  <p:clrMapOvr>
    <a:overrideClrMapping bg1="dk1" tx1="lt1" bg2="dk2" tx2="lt2" accent1="accent1" accent2="accent2" accent3="accent3" accent4="accent4" accent5="accent5" accent6="accent6" hlink="hlink" folHlink="folHlink"/>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itle" preserve="1">
  <p:cSld name="Title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11512" y="192360"/>
            <a:ext cx="11812264" cy="4157003"/>
          </a:xfrm>
        </p:spPr>
        <p:txBody>
          <a:bodyPr vert="horz" lIns="91440" tIns="45720" rIns="91440" bIns="45720" rtlCol="0" anchor="t">
            <a:normAutofit/>
          </a:bodyPr>
          <a:lstStyle>
            <a:lvl1pPr>
              <a:defRPr lang="en-US" sz="11500" baseline="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85854" y="5029200"/>
            <a:ext cx="5681546" cy="1204009"/>
          </a:xfrm>
        </p:spPr>
        <p:txBody>
          <a:bodyPr vert="horz" lIns="91440" tIns="45720" rIns="91440" bIns="45720" rtlCol="0" anchor="b">
            <a:normAutofit/>
          </a:bodyPr>
          <a:lstStyle>
            <a:lvl1pPr marL="0" indent="0">
              <a:buNone/>
              <a:defRPr lang="en-US" sz="1600" dirty="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dirty="0"/>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defRPr>
            </a:lvl1pPr>
          </a:lstStyle>
          <a:p>
            <a:fld id="{4D520D0B-46AC-4382-A6D6-2E63B78F1E03}" type="datetime1">
              <a:rPr lang="en-US" smtClean="0"/>
              <a:t>11/5/2025</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8116806-1FD2-4A57-B5EA-7014AB76383B}" type="slidenum">
              <a:rPr lang="en-US" smtClean="0"/>
              <a:t>‹#›</a:t>
            </a:fld>
            <a:endParaRPr lang="en-US" dirty="0"/>
          </a:p>
        </p:txBody>
      </p:sp>
    </p:spTree>
    <p:extLst>
      <p:ext uri="{BB962C8B-B14F-4D97-AF65-F5344CB8AC3E}">
        <p14:creationId xmlns:p14="http://schemas.microsoft.com/office/powerpoint/2010/main" val="3520371042"/>
      </p:ext>
    </p:extLst>
  </p:cSld>
  <p:clrMapOvr>
    <a:overrideClrMapping bg1="dk1" tx1="lt1" bg2="dk2" tx2="lt2" accent1="accent1" accent2="accent2" accent3="accent3" accent4="accent4" accent5="accent5" accent6="accent6" hlink="hlink" folHlink="folHlink"/>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157729" y="3200400"/>
            <a:ext cx="9002895" cy="3582184"/>
          </a:xfrm>
        </p:spPr>
        <p:txBody>
          <a:bodyPr anchor="b">
            <a:normAutofit/>
          </a:bodyPr>
          <a:lstStyle>
            <a:lvl1pPr>
              <a:defRPr sz="6900">
                <a:solidFill>
                  <a:schemeClr val="tx2"/>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a:xfrm>
            <a:off x="178704" y="141216"/>
            <a:ext cx="2703777" cy="338328"/>
          </a:xfrm>
        </p:spPr>
        <p:txBody>
          <a:bodyPr/>
          <a:lstStyle>
            <a:lvl1pPr>
              <a:defRPr>
                <a:solidFill>
                  <a:schemeClr val="tx2"/>
                </a:solidFill>
              </a:defRPr>
            </a:lvl1pPr>
          </a:lstStyle>
          <a:p>
            <a:r>
              <a:rPr lang="en-US" dirty="0"/>
              <a:t>Sample Footer Text</a:t>
            </a:r>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a:xfrm>
            <a:off x="10477500" y="141216"/>
            <a:ext cx="1032084" cy="338328"/>
          </a:xfrm>
        </p:spPr>
        <p:txBody>
          <a:bodyPr/>
          <a:lstStyle>
            <a:lvl1pPr>
              <a:defRPr>
                <a:solidFill>
                  <a:schemeClr val="tx2"/>
                </a:solidFill>
              </a:defRPr>
            </a:lvl1pPr>
          </a:lstStyle>
          <a:p>
            <a:fld id="{CBB9144B-27A2-4831-A05B-9434A462331E}" type="datetime1">
              <a:rPr lang="en-US" smtClean="0"/>
              <a:t>11/5/2025</a:t>
            </a:fld>
            <a:endParaRPr lang="en-US" dirty="0"/>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a:xfrm>
            <a:off x="11509584" y="141216"/>
            <a:ext cx="457200" cy="338328"/>
          </a:xfrm>
        </p:spPr>
        <p:txBody>
          <a:bodyPr/>
          <a:lstStyle>
            <a:lvl1pPr>
              <a:defRPr>
                <a:solidFill>
                  <a:schemeClr val="tx2"/>
                </a:solidFill>
              </a:defRPr>
            </a:lvl1pPr>
          </a:lstStyle>
          <a:p>
            <a:fld id="{C8116806-1FD2-4A57-B5EA-7014AB76383B}" type="slidenum">
              <a:rPr lang="en-US" smtClean="0"/>
              <a:t>‹#›</a:t>
            </a:fld>
            <a:endParaRPr lang="en-US" dirty="0"/>
          </a:p>
        </p:txBody>
      </p:sp>
    </p:spTree>
    <p:extLst>
      <p:ext uri="{BB962C8B-B14F-4D97-AF65-F5344CB8AC3E}">
        <p14:creationId xmlns:p14="http://schemas.microsoft.com/office/powerpoint/2010/main" val="2238691925"/>
      </p:ext>
    </p:extLst>
  </p:cSld>
  <p:clrMapOvr>
    <a:overrideClrMapping bg1="dk1" tx1="lt1" bg2="dk2" tx2="lt2" accent1="accent1" accent2="accent2" accent3="accent3" accent4="accent4" accent5="accent5" accent6="accent6" hlink="hlink" folHlink="folHlink"/>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Agenda">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33815" y="189689"/>
            <a:ext cx="11341905" cy="1629485"/>
          </a:xfrm>
        </p:spPr>
        <p:txBody>
          <a:bodyPr anchor="t">
            <a:normAutofit/>
          </a:bodyPr>
          <a:lstStyle>
            <a:lvl1pPr>
              <a:defRPr sz="7600" baseline="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096000" y="2362200"/>
            <a:ext cx="5829300" cy="3810000"/>
          </a:xfrm>
        </p:spPr>
        <p:txBody>
          <a:bodyPr vert="horz" lIns="91440" tIns="45720" rIns="91440" bIns="45720" rtlCol="0" anchor="b">
            <a:normAutofit/>
          </a:bodyPr>
          <a:lstStyle>
            <a:lvl1pPr marL="457200" indent="-457200">
              <a:buFont typeface="+mj-lt"/>
              <a:buAutoNum type="arabicPeriod"/>
              <a:defRPr lang="en-US" sz="1600" dirty="0"/>
            </a:lvl1pPr>
            <a:lvl2pPr marL="571500" indent="-342900">
              <a:buFont typeface="+mj-lt"/>
              <a:buAutoNum type="arabicPeriod"/>
              <a:defRPr lang="en-US" sz="1600" dirty="0"/>
            </a:lvl2pPr>
            <a:lvl3pPr marL="800100" indent="-342900">
              <a:buFont typeface="+mj-lt"/>
              <a:buAutoNum type="arabicPeriod"/>
              <a:defRPr lang="en-US" sz="1600" dirty="0"/>
            </a:lvl3pPr>
            <a:lvl4pPr>
              <a:buFont typeface="+mj-lt"/>
              <a:buAutoNum type="arabicPeriod"/>
              <a:defRPr lang="en-US" sz="1600" dirty="0"/>
            </a:lvl4pPr>
            <a:lvl5pPr>
              <a:buFont typeface="+mj-lt"/>
              <a:buAutoNum type="arabicPeriod"/>
              <a:defRPr lang="en-US" sz="16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dirty="0"/>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F5895950-DBB3-436C-A1DD-7D3C30A336E3}" type="datetime1">
              <a:rPr lang="en-US" smtClean="0"/>
              <a:t>11/5/2025</a:t>
            </a:fld>
            <a:endParaRPr lang="en-US" dirty="0"/>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8116806-1FD2-4A57-B5EA-7014AB76383B}" type="slidenum">
              <a:rPr lang="en-US" smtClean="0"/>
              <a:t>‹#›</a:t>
            </a:fld>
            <a:endParaRPr lang="en-US" dirty="0"/>
          </a:p>
        </p:txBody>
      </p:sp>
    </p:spTree>
    <p:extLst>
      <p:ext uri="{BB962C8B-B14F-4D97-AF65-F5344CB8AC3E}">
        <p14:creationId xmlns:p14="http://schemas.microsoft.com/office/powerpoint/2010/main" val="1345763497"/>
      </p:ext>
    </p:extLst>
  </p:cSld>
  <p:clrMapOvr>
    <a:overrideClrMapping bg1="lt1" tx1="dk1" bg2="lt2" tx2="dk2" accent1="accent1" accent2="accent2" accent3="accent3" accent4="accent4" accent5="accent5" accent6="accent6" hlink="hlink" folHlink="folHlink"/>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Agenda with Pictur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82880" y="4061862"/>
            <a:ext cx="5913120" cy="2268359"/>
          </a:xfrm>
        </p:spPr>
        <p:txBody>
          <a:bodyPr anchor="t">
            <a:normAutofit/>
          </a:bodyPr>
          <a:lstStyle>
            <a:lvl1pPr>
              <a:defRPr sz="5800"/>
            </a:lvl1pPr>
          </a:lstStyle>
          <a:p>
            <a:r>
              <a:rPr lang="en-US"/>
              <a:t>Click to edit Master title style</a:t>
            </a:r>
            <a:endParaRPr lang="en-US" dirty="0"/>
          </a:p>
        </p:txBody>
      </p:sp>
      <p:sp>
        <p:nvSpPr>
          <p:cNvPr id="16" name="Picture Placeholder 15">
            <a:extLst>
              <a:ext uri="{FF2B5EF4-FFF2-40B4-BE49-F238E27FC236}">
                <a16:creationId xmlns:a16="http://schemas.microsoft.com/office/drawing/2014/main" id="{F88BC23C-4171-DFCF-3175-10D2602FF561}"/>
              </a:ext>
            </a:extLst>
          </p:cNvPr>
          <p:cNvSpPr>
            <a:spLocks noGrp="1"/>
          </p:cNvSpPr>
          <p:nvPr>
            <p:ph type="pic" sz="quarter" idx="14" hasCustomPrompt="1"/>
          </p:nvPr>
        </p:nvSpPr>
        <p:spPr>
          <a:xfrm>
            <a:off x="274320" y="268508"/>
            <a:ext cx="11649456" cy="3609085"/>
          </a:xfrm>
          <a:custGeom>
            <a:avLst/>
            <a:gdLst>
              <a:gd name="connsiteX0" fmla="*/ 283385 w 11658600"/>
              <a:gd name="connsiteY0" fmla="*/ 0 h 3609085"/>
              <a:gd name="connsiteX1" fmla="*/ 11375215 w 11658600"/>
              <a:gd name="connsiteY1" fmla="*/ 0 h 3609085"/>
              <a:gd name="connsiteX2" fmla="*/ 11658600 w 11658600"/>
              <a:gd name="connsiteY2" fmla="*/ 283385 h 3609085"/>
              <a:gd name="connsiteX3" fmla="*/ 11658600 w 11658600"/>
              <a:gd name="connsiteY3" fmla="*/ 3325700 h 3609085"/>
              <a:gd name="connsiteX4" fmla="*/ 11375215 w 11658600"/>
              <a:gd name="connsiteY4" fmla="*/ 3609085 h 3609085"/>
              <a:gd name="connsiteX5" fmla="*/ 283385 w 11658600"/>
              <a:gd name="connsiteY5" fmla="*/ 3609085 h 3609085"/>
              <a:gd name="connsiteX6" fmla="*/ 0 w 11658600"/>
              <a:gd name="connsiteY6" fmla="*/ 3325700 h 3609085"/>
              <a:gd name="connsiteX7" fmla="*/ 0 w 11658600"/>
              <a:gd name="connsiteY7" fmla="*/ 283385 h 3609085"/>
              <a:gd name="connsiteX8" fmla="*/ 283385 w 11658600"/>
              <a:gd name="connsiteY8" fmla="*/ 0 h 3609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658600" h="3609085">
                <a:moveTo>
                  <a:pt x="283385" y="0"/>
                </a:moveTo>
                <a:lnTo>
                  <a:pt x="11375215" y="0"/>
                </a:lnTo>
                <a:cubicBezTo>
                  <a:pt x="11531724" y="0"/>
                  <a:pt x="11658600" y="126876"/>
                  <a:pt x="11658600" y="283385"/>
                </a:cubicBezTo>
                <a:lnTo>
                  <a:pt x="11658600" y="3325700"/>
                </a:lnTo>
                <a:cubicBezTo>
                  <a:pt x="11658600" y="3482209"/>
                  <a:pt x="11531724" y="3609085"/>
                  <a:pt x="11375215" y="3609085"/>
                </a:cubicBezTo>
                <a:lnTo>
                  <a:pt x="283385" y="3609085"/>
                </a:lnTo>
                <a:cubicBezTo>
                  <a:pt x="126876" y="3609085"/>
                  <a:pt x="0" y="3482209"/>
                  <a:pt x="0" y="3325700"/>
                </a:cubicBezTo>
                <a:lnTo>
                  <a:pt x="0" y="283385"/>
                </a:lnTo>
                <a:cubicBezTo>
                  <a:pt x="0" y="126876"/>
                  <a:pt x="126876" y="0"/>
                  <a:pt x="283385" y="0"/>
                </a:cubicBez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515973" y="4039118"/>
            <a:ext cx="4419601" cy="2268360"/>
          </a:xfrm>
        </p:spPr>
        <p:txBody>
          <a:bodyPr vert="horz" lIns="91440" tIns="45720" rIns="91440" bIns="45720" rtlCol="0">
            <a:normAutofit/>
          </a:bodyPr>
          <a:lstStyle>
            <a:lvl1pPr marL="342900" indent="-342900">
              <a:buFont typeface="+mj-lt"/>
              <a:buAutoNum type="arabicPeriod"/>
              <a:defRPr lang="en-US" sz="1400" dirty="0"/>
            </a:lvl1pPr>
            <a:lvl2pPr marL="571500" indent="-342900">
              <a:buFont typeface="+mj-lt"/>
              <a:buAutoNum type="arabicPeriod"/>
              <a:defRPr lang="en-US" sz="1400" dirty="0"/>
            </a:lvl2pPr>
            <a:lvl3pPr marL="800100" indent="-342900">
              <a:buFont typeface="+mj-lt"/>
              <a:buAutoNum type="arabicPeriod"/>
              <a:defRPr lang="en-US" sz="1400" dirty="0"/>
            </a:lvl3pPr>
            <a:lvl4pPr>
              <a:buFont typeface="+mj-lt"/>
              <a:buAutoNum type="arabicPeriod"/>
              <a:defRPr lang="en-US" sz="1400" dirty="0"/>
            </a:lvl4pPr>
            <a:lvl5pPr>
              <a:buFont typeface="+mj-lt"/>
              <a:buAutoNum type="arabicPeriod"/>
              <a:defRPr lang="en-US" sz="1400" dirty="0"/>
            </a:lvl5pPr>
          </a:lstStyle>
          <a:p>
            <a:pPr marL="228600" lvl="0" indent="-228600"/>
            <a:r>
              <a:rPr lang="en-US"/>
              <a:t>Click to edit Master text styles</a:t>
            </a:r>
          </a:p>
          <a:p>
            <a:pPr marL="228600" lvl="1" indent="-228600"/>
            <a:r>
              <a:rPr lang="en-US"/>
              <a:t>Second level</a:t>
            </a:r>
          </a:p>
          <a:p>
            <a:pPr marL="228600" lvl="2" indent="-228600"/>
            <a:r>
              <a:rPr lang="en-US"/>
              <a:t>Third level</a:t>
            </a:r>
          </a:p>
          <a:p>
            <a:pPr marL="228600" lvl="3" indent="-228600"/>
            <a:r>
              <a:rPr lang="en-US"/>
              <a:t>Fourth level</a:t>
            </a:r>
          </a:p>
          <a:p>
            <a:pPr marL="228600" lvl="4" indent="-228600"/>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182880" y="6387737"/>
            <a:ext cx="2703777" cy="338328"/>
          </a:xfrm>
        </p:spPr>
        <p:txBody>
          <a:bodyPr/>
          <a:lstStyle/>
          <a:p>
            <a:r>
              <a:rPr lang="en-US" dirty="0"/>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15ECDF8E-0DD2-43D3-8D07-9F3C411EACC9}" type="datetime1">
              <a:rPr lang="en-US" smtClean="0"/>
              <a:t>11/5/2025</a:t>
            </a:fld>
            <a:endParaRPr lang="en-US" dirty="0"/>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8116806-1FD2-4A57-B5EA-7014AB76383B}" type="slidenum">
              <a:rPr lang="en-US" smtClean="0"/>
              <a:t>‹#›</a:t>
            </a:fld>
            <a:endParaRPr lang="en-US" dirty="0"/>
          </a:p>
        </p:txBody>
      </p:sp>
    </p:spTree>
    <p:extLst>
      <p:ext uri="{BB962C8B-B14F-4D97-AF65-F5344CB8AC3E}">
        <p14:creationId xmlns:p14="http://schemas.microsoft.com/office/powerpoint/2010/main" val="3309296900"/>
      </p:ext>
    </p:extLst>
  </p:cSld>
  <p:clrMapOvr>
    <a:overrideClrMapping bg1="lt1" tx1="dk1" bg2="lt2" tx2="dk2" accent1="accent1" accent2="accent2" accent3="accent3" accent4="accent4" accent5="accent5" accent6="accent6" hlink="hlink" folHlink="folHlink"/>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Agenda with Picture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7515973" y="1010652"/>
            <a:ext cx="3437576" cy="1366457"/>
          </a:xfrm>
        </p:spPr>
        <p:txBody>
          <a:bodyPr anchor="t">
            <a:noAutofit/>
          </a:bodyPr>
          <a:lstStyle>
            <a:lvl1pPr>
              <a:defRPr sz="500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515974" y="2377109"/>
            <a:ext cx="3437576" cy="3393239"/>
          </a:xfrm>
        </p:spPr>
        <p:txBody>
          <a:bodyPr vert="horz" lIns="91440" tIns="45720" rIns="91440" bIns="45720" rtlCol="0" anchor="b">
            <a:normAutofit/>
          </a:bodyPr>
          <a:lstStyle>
            <a:lvl1pPr marL="342900" indent="-342900">
              <a:buFont typeface="+mj-lt"/>
              <a:buAutoNum type="arabicPeriod"/>
              <a:defRPr lang="en-US" sz="1400" dirty="0"/>
            </a:lvl1pPr>
            <a:lvl2pPr marL="571500" indent="-342900">
              <a:buFont typeface="+mj-lt"/>
              <a:buAutoNum type="arabicPeriod"/>
              <a:defRPr lang="en-US" sz="1400" dirty="0"/>
            </a:lvl2pPr>
            <a:lvl3pPr marL="800100" indent="-342900">
              <a:buFont typeface="+mj-lt"/>
              <a:buAutoNum type="arabicPeriod"/>
              <a:defRPr lang="en-US" sz="1400" dirty="0"/>
            </a:lvl3pPr>
            <a:lvl4pPr>
              <a:buFont typeface="+mj-lt"/>
              <a:buAutoNum type="arabicPeriod"/>
              <a:defRPr lang="en-US" sz="1400" dirty="0"/>
            </a:lvl4pPr>
            <a:lvl5pPr>
              <a:buFont typeface="+mj-lt"/>
              <a:buAutoNum type="arabicPeriod"/>
              <a:defRPr lang="en-US" sz="1400" dirty="0"/>
            </a:lvl5pPr>
          </a:lstStyle>
          <a:p>
            <a:pPr marL="228600" lvl="0" indent="-228600"/>
            <a:r>
              <a:rPr lang="en-US"/>
              <a:t>Click to edit Master text styles</a:t>
            </a:r>
          </a:p>
          <a:p>
            <a:pPr marL="228600" lvl="1" indent="-228600"/>
            <a:r>
              <a:rPr lang="en-US"/>
              <a:t>Second level</a:t>
            </a:r>
          </a:p>
          <a:p>
            <a:pPr marL="228600" lvl="2" indent="-228600"/>
            <a:r>
              <a:rPr lang="en-US"/>
              <a:t>Third level</a:t>
            </a:r>
          </a:p>
          <a:p>
            <a:pPr marL="228600" lvl="3" indent="-228600"/>
            <a:r>
              <a:rPr lang="en-US"/>
              <a:t>Fourth level</a:t>
            </a:r>
          </a:p>
          <a:p>
            <a:pPr marL="228600" lvl="4" indent="-228600"/>
            <a:r>
              <a:rPr lang="en-US"/>
              <a:t>Fifth level</a:t>
            </a:r>
            <a:endParaRPr lang="en-US" dirty="0"/>
          </a:p>
        </p:txBody>
      </p:sp>
      <p:sp>
        <p:nvSpPr>
          <p:cNvPr id="12" name="Picture Placeholder 11">
            <a:extLst>
              <a:ext uri="{FF2B5EF4-FFF2-40B4-BE49-F238E27FC236}">
                <a16:creationId xmlns:a16="http://schemas.microsoft.com/office/drawing/2014/main" id="{1739F752-D848-0871-8BE8-DE94F03F5A34}"/>
              </a:ext>
            </a:extLst>
          </p:cNvPr>
          <p:cNvSpPr>
            <a:spLocks noGrp="1"/>
          </p:cNvSpPr>
          <p:nvPr>
            <p:ph type="pic" sz="quarter" idx="14" hasCustomPrompt="1"/>
          </p:nvPr>
        </p:nvSpPr>
        <p:spPr>
          <a:xfrm>
            <a:off x="0" y="0"/>
            <a:ext cx="12192000" cy="6858000"/>
          </a:xfrm>
          <a:custGeom>
            <a:avLst/>
            <a:gdLst>
              <a:gd name="connsiteX0" fmla="*/ 7608643 w 12192000"/>
              <a:gd name="connsiteY0" fmla="*/ 808189 h 6858000"/>
              <a:gd name="connsiteX1" fmla="*/ 7295225 w 12192000"/>
              <a:gd name="connsiteY1" fmla="*/ 1121607 h 6858000"/>
              <a:gd name="connsiteX2" fmla="*/ 7295225 w 12192000"/>
              <a:gd name="connsiteY2" fmla="*/ 5736392 h 6858000"/>
              <a:gd name="connsiteX3" fmla="*/ 7608643 w 12192000"/>
              <a:gd name="connsiteY3" fmla="*/ 6049810 h 6858000"/>
              <a:gd name="connsiteX4" fmla="*/ 10856901 w 12192000"/>
              <a:gd name="connsiteY4" fmla="*/ 6049810 h 6858000"/>
              <a:gd name="connsiteX5" fmla="*/ 11170319 w 12192000"/>
              <a:gd name="connsiteY5" fmla="*/ 5736392 h 6858000"/>
              <a:gd name="connsiteX6" fmla="*/ 11170319 w 12192000"/>
              <a:gd name="connsiteY6" fmla="*/ 1121607 h 6858000"/>
              <a:gd name="connsiteX7" fmla="*/ 10856901 w 12192000"/>
              <a:gd name="connsiteY7" fmla="*/ 808189 h 6858000"/>
              <a:gd name="connsiteX8" fmla="*/ 0 w 12192000"/>
              <a:gd name="connsiteY8" fmla="*/ 0 h 6858000"/>
              <a:gd name="connsiteX9" fmla="*/ 12192000 w 12192000"/>
              <a:gd name="connsiteY9" fmla="*/ 0 h 6858000"/>
              <a:gd name="connsiteX10" fmla="*/ 12192000 w 12192000"/>
              <a:gd name="connsiteY10" fmla="*/ 6858000 h 6858000"/>
              <a:gd name="connsiteX11" fmla="*/ 0 w 1219200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8000">
                <a:moveTo>
                  <a:pt x="7608643" y="808189"/>
                </a:moveTo>
                <a:cubicBezTo>
                  <a:pt x="7435547" y="808189"/>
                  <a:pt x="7295225" y="948511"/>
                  <a:pt x="7295225" y="1121607"/>
                </a:cubicBezTo>
                <a:lnTo>
                  <a:pt x="7295225" y="5736392"/>
                </a:lnTo>
                <a:cubicBezTo>
                  <a:pt x="7295225" y="5909488"/>
                  <a:pt x="7435547" y="6049810"/>
                  <a:pt x="7608643" y="6049810"/>
                </a:cubicBezTo>
                <a:lnTo>
                  <a:pt x="10856901" y="6049810"/>
                </a:lnTo>
                <a:cubicBezTo>
                  <a:pt x="11029997" y="6049810"/>
                  <a:pt x="11170319" y="5909488"/>
                  <a:pt x="11170319" y="5736392"/>
                </a:cubicBezTo>
                <a:lnTo>
                  <a:pt x="11170319" y="1121607"/>
                </a:lnTo>
                <a:cubicBezTo>
                  <a:pt x="11170319" y="948511"/>
                  <a:pt x="11029997" y="808189"/>
                  <a:pt x="10856901" y="808189"/>
                </a:cubicBezTo>
                <a:close/>
                <a:moveTo>
                  <a:pt x="0" y="0"/>
                </a:moveTo>
                <a:lnTo>
                  <a:pt x="12192000" y="0"/>
                </a:lnTo>
                <a:lnTo>
                  <a:pt x="12192000" y="6858000"/>
                </a:lnTo>
                <a:lnTo>
                  <a:pt x="0" y="6858000"/>
                </a:ln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182880" y="6387737"/>
            <a:ext cx="2703777" cy="338328"/>
          </a:xfrm>
        </p:spPr>
        <p:txBody>
          <a:bodyPr/>
          <a:lstStyle>
            <a:lvl1pPr>
              <a:defRPr>
                <a:solidFill>
                  <a:schemeClr val="bg2"/>
                </a:solidFill>
                <a:effectLst>
                  <a:outerShdw blurRad="38100" dist="38100" dir="2700000" algn="tl">
                    <a:srgbClr val="000000">
                      <a:alpha val="43137"/>
                    </a:srgbClr>
                  </a:outerShdw>
                </a:effectLst>
              </a:defRPr>
            </a:lvl1pPr>
          </a:lstStyle>
          <a:p>
            <a:r>
              <a:rPr lang="en-US" dirty="0"/>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lvl1pPr>
              <a:defRPr>
                <a:solidFill>
                  <a:schemeClr val="bg2"/>
                </a:solidFill>
                <a:effectLst>
                  <a:outerShdw blurRad="38100" dist="38100" dir="2700000" algn="tl">
                    <a:srgbClr val="000000">
                      <a:alpha val="43137"/>
                    </a:srgbClr>
                  </a:outerShdw>
                </a:effectLst>
              </a:defRPr>
            </a:lvl1pPr>
          </a:lstStyle>
          <a:p>
            <a:fld id="{5CAA6AFE-5243-4B4E-B26C-A6689C02EC29}" type="datetime1">
              <a:rPr lang="en-US" smtClean="0"/>
              <a:t>11/5/2025</a:t>
            </a:fld>
            <a:endParaRPr lang="en-US" dirty="0"/>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lvl1pPr>
              <a:defRPr>
                <a:solidFill>
                  <a:schemeClr val="bg2"/>
                </a:solidFill>
                <a:effectLst>
                  <a:outerShdw blurRad="38100" dist="38100" dir="2700000" algn="tl">
                    <a:srgbClr val="000000">
                      <a:alpha val="43137"/>
                    </a:srgbClr>
                  </a:outerShdw>
                </a:effectLst>
              </a:defRPr>
            </a:lvl1pPr>
          </a:lstStyle>
          <a:p>
            <a:fld id="{C8116806-1FD2-4A57-B5EA-7014AB76383B}" type="slidenum">
              <a:rPr lang="en-US" smtClean="0"/>
              <a:t>‹#›</a:t>
            </a:fld>
            <a:endParaRPr lang="en-US" dirty="0"/>
          </a:p>
        </p:txBody>
      </p:sp>
    </p:spTree>
    <p:extLst>
      <p:ext uri="{BB962C8B-B14F-4D97-AF65-F5344CB8AC3E}">
        <p14:creationId xmlns:p14="http://schemas.microsoft.com/office/powerpoint/2010/main" val="383778235"/>
      </p:ext>
    </p:extLst>
  </p:cSld>
  <p:clrMapOvr>
    <a:overrideClrMapping bg1="lt1" tx1="dk1" bg2="lt2" tx2="dk2" accent1="accent1" accent2="accent2" accent3="accent3" accent4="accent4" accent5="accent5" accent6="accent6" hlink="hlink" folHlink="folHlink"/>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291840" y="1719072"/>
            <a:ext cx="5623560" cy="1188720"/>
          </a:xfrm>
        </p:spPr>
        <p:txBody>
          <a:bodyPr anchor="ctr">
            <a:normAutofit/>
          </a:bodyPr>
          <a:lstStyle>
            <a:lvl1pPr algn="ctr">
              <a:defRPr sz="32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3886200" y="3136392"/>
            <a:ext cx="4425696" cy="2121408"/>
          </a:xfrm>
        </p:spPr>
        <p:txBody>
          <a:bodyPr vert="horz" lIns="91440" tIns="45720" rIns="91440" bIns="45720" rtlCol="0">
            <a:normAutofit/>
          </a:bodyPr>
          <a:lstStyle>
            <a:lvl1pPr marL="0" indent="0" algn="ctr">
              <a:buNone/>
              <a:defRPr lang="en-US" dirty="0"/>
            </a:lvl1pPr>
            <a:lvl2pPr marL="228600" indent="0" algn="ctr">
              <a:buNone/>
              <a:defRPr lang="en-US" dirty="0"/>
            </a:lvl2pPr>
            <a:lvl3pPr marL="457200" indent="0" algn="ctr">
              <a:buNone/>
              <a:defRPr lang="en-US" dirty="0"/>
            </a:lvl3pPr>
            <a:lvl4pPr marL="685800" indent="0" algn="ctr">
              <a:buNone/>
              <a:defRPr lang="en-US" dirty="0"/>
            </a:lvl4pPr>
            <a:lvl5pPr marL="914400" indent="0" algn="ctr">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19BC84D-3F39-4027-A7D7-7B3951112F59}" type="datetime1">
              <a:rPr lang="en-US" smtClean="0"/>
              <a:t>11/5/2025</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8116806-1FD2-4A57-B5EA-7014AB76383B}" type="slidenum">
              <a:rPr lang="en-US" smtClean="0"/>
              <a:t>‹#›</a:t>
            </a:fld>
            <a:endParaRPr lang="en-US" dirty="0"/>
          </a:p>
        </p:txBody>
      </p:sp>
    </p:spTree>
    <p:extLst>
      <p:ext uri="{BB962C8B-B14F-4D97-AF65-F5344CB8AC3E}">
        <p14:creationId xmlns:p14="http://schemas.microsoft.com/office/powerpoint/2010/main" val="1591646041"/>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371600" y="1638300"/>
            <a:ext cx="3114136" cy="3799114"/>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4919472" y="1638300"/>
            <a:ext cx="4800600" cy="3799114"/>
          </a:xfrm>
        </p:spPr>
        <p:txBody>
          <a:bodyPr vert="horz" lIns="91440" tIns="45720" rIns="91440" bIns="45720" rtlCol="0">
            <a:normAutofit/>
          </a:bodyPr>
          <a:lstStyle>
            <a:lvl1pPr>
              <a:defRPr lang="en-US"/>
            </a:lvl1pPr>
            <a:lvl2pPr>
              <a:defRPr lang="en-US"/>
            </a:lvl2pPr>
            <a:lvl3pPr>
              <a:defRPr lang="en-US"/>
            </a:lvl3pPr>
            <a:lvl4pPr>
              <a:defRPr lang="en-US"/>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0CDA91AB-22B6-4C8F-9120-C6CEAE2E6D6E}" type="datetime1">
              <a:rPr lang="en-US" smtClean="0"/>
              <a:t>11/5/2025</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8116806-1FD2-4A57-B5EA-7014AB76383B}" type="slidenum">
              <a:rPr lang="en-US" smtClean="0"/>
              <a:t>‹#›</a:t>
            </a:fld>
            <a:endParaRPr lang="en-US" dirty="0"/>
          </a:p>
        </p:txBody>
      </p:sp>
    </p:spTree>
    <p:extLst>
      <p:ext uri="{BB962C8B-B14F-4D97-AF65-F5344CB8AC3E}">
        <p14:creationId xmlns:p14="http://schemas.microsoft.com/office/powerpoint/2010/main" val="3845356911"/>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225131" y="1638299"/>
            <a:ext cx="3314700" cy="3873268"/>
          </a:xfrm>
        </p:spPr>
        <p:txBody>
          <a:bodyPr anchor="t">
            <a:normAutofit/>
          </a:bodyPr>
          <a:lstStyle>
            <a:lvl1pPr>
              <a:defRPr sz="30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4901019" y="1638299"/>
            <a:ext cx="6080760" cy="3873267"/>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BDEB97BB-FABD-465F-A92A-114DD4401A7A}" type="datetime1">
              <a:rPr lang="en-US" smtClean="0"/>
              <a:t>11/5/2025</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8116806-1FD2-4A57-B5EA-7014AB76383B}" type="slidenum">
              <a:rPr lang="en-US" smtClean="0"/>
              <a:t>‹#›</a:t>
            </a:fld>
            <a:endParaRPr lang="en-US" dirty="0"/>
          </a:p>
        </p:txBody>
      </p:sp>
    </p:spTree>
    <p:extLst>
      <p:ext uri="{BB962C8B-B14F-4D97-AF65-F5344CB8AC3E}">
        <p14:creationId xmlns:p14="http://schemas.microsoft.com/office/powerpoint/2010/main" val="3783208768"/>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225296" y="990601"/>
            <a:ext cx="3168695" cy="3437544"/>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818888" y="990600"/>
            <a:ext cx="6126480" cy="51499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22A8D00A-7D56-4264-9287-3F8AAF130D23}" type="datetime1">
              <a:rPr lang="en-US" smtClean="0"/>
              <a:t>11/5/2025</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8116806-1FD2-4A57-B5EA-7014AB76383B}" type="slidenum">
              <a:rPr lang="en-US" smtClean="0"/>
              <a:t>‹#›</a:t>
            </a:fld>
            <a:endParaRPr lang="en-US" dirty="0"/>
          </a:p>
        </p:txBody>
      </p:sp>
    </p:spTree>
    <p:extLst>
      <p:ext uri="{BB962C8B-B14F-4D97-AF65-F5344CB8AC3E}">
        <p14:creationId xmlns:p14="http://schemas.microsoft.com/office/powerpoint/2010/main" val="3230338242"/>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82880" y="219456"/>
            <a:ext cx="3310394" cy="4058127"/>
          </a:xfrm>
        </p:spPr>
        <p:txBody>
          <a:bodyPr anchor="t">
            <a:normAutofit/>
          </a:bodyPr>
          <a:lstStyle>
            <a:lvl1pPr>
              <a:defRPr sz="30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3972674" y="266700"/>
            <a:ext cx="7688495" cy="6047836"/>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C42A6678-B47B-4355-B5D6-D7B9669114D3}" type="datetime1">
              <a:rPr lang="en-US" smtClean="0"/>
              <a:t>11/5/2025</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8116806-1FD2-4A57-B5EA-7014AB76383B}" type="slidenum">
              <a:rPr lang="en-US" smtClean="0"/>
              <a:t>‹#›</a:t>
            </a:fld>
            <a:endParaRPr lang="en-US" dirty="0"/>
          </a:p>
        </p:txBody>
      </p:sp>
    </p:spTree>
    <p:extLst>
      <p:ext uri="{BB962C8B-B14F-4D97-AF65-F5344CB8AC3E}">
        <p14:creationId xmlns:p14="http://schemas.microsoft.com/office/powerpoint/2010/main" val="2149468410"/>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919525" y="219456"/>
            <a:ext cx="6376547" cy="1066006"/>
          </a:xfrm>
        </p:spPr>
        <p:txBody>
          <a:bodyPr anchor="t"/>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id="{AC455FC9-9346-2F53-C58C-5C64036CD926}"/>
              </a:ext>
            </a:extLst>
          </p:cNvPr>
          <p:cNvSpPr>
            <a:spLocks noGrp="1"/>
          </p:cNvSpPr>
          <p:nvPr>
            <p:ph type="pic" sz="quarter" idx="13" hasCustomPrompt="1"/>
          </p:nvPr>
        </p:nvSpPr>
        <p:spPr>
          <a:xfrm>
            <a:off x="274320" y="268573"/>
            <a:ext cx="4419600" cy="6325969"/>
          </a:xfrm>
          <a:custGeom>
            <a:avLst/>
            <a:gdLst>
              <a:gd name="connsiteX0" fmla="*/ 300746 w 4381500"/>
              <a:gd name="connsiteY0" fmla="*/ 0 h 6290961"/>
              <a:gd name="connsiteX1" fmla="*/ 4080754 w 4381500"/>
              <a:gd name="connsiteY1" fmla="*/ 0 h 6290961"/>
              <a:gd name="connsiteX2" fmla="*/ 4381500 w 4381500"/>
              <a:gd name="connsiteY2" fmla="*/ 300746 h 6290961"/>
              <a:gd name="connsiteX3" fmla="*/ 4381500 w 4381500"/>
              <a:gd name="connsiteY3" fmla="*/ 5990215 h 6290961"/>
              <a:gd name="connsiteX4" fmla="*/ 4080754 w 4381500"/>
              <a:gd name="connsiteY4" fmla="*/ 6290961 h 6290961"/>
              <a:gd name="connsiteX5" fmla="*/ 300746 w 4381500"/>
              <a:gd name="connsiteY5" fmla="*/ 6290961 h 6290961"/>
              <a:gd name="connsiteX6" fmla="*/ 0 w 4381500"/>
              <a:gd name="connsiteY6" fmla="*/ 5990215 h 6290961"/>
              <a:gd name="connsiteX7" fmla="*/ 0 w 4381500"/>
              <a:gd name="connsiteY7" fmla="*/ 300746 h 6290961"/>
              <a:gd name="connsiteX8" fmla="*/ 300746 w 4381500"/>
              <a:gd name="connsiteY8" fmla="*/ 0 h 6290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81500" h="6290961">
                <a:moveTo>
                  <a:pt x="300746" y="0"/>
                </a:moveTo>
                <a:lnTo>
                  <a:pt x="4080754" y="0"/>
                </a:lnTo>
                <a:cubicBezTo>
                  <a:pt x="4246851" y="0"/>
                  <a:pt x="4381500" y="134649"/>
                  <a:pt x="4381500" y="300746"/>
                </a:cubicBezTo>
                <a:lnTo>
                  <a:pt x="4381500" y="5990215"/>
                </a:lnTo>
                <a:cubicBezTo>
                  <a:pt x="4381500" y="6156312"/>
                  <a:pt x="4246851" y="6290961"/>
                  <a:pt x="4080754" y="6290961"/>
                </a:cubicBezTo>
                <a:lnTo>
                  <a:pt x="300746" y="6290961"/>
                </a:lnTo>
                <a:cubicBezTo>
                  <a:pt x="134649" y="6290961"/>
                  <a:pt x="0" y="6156312"/>
                  <a:pt x="0" y="5990215"/>
                </a:cubicBezTo>
                <a:lnTo>
                  <a:pt x="0" y="300746"/>
                </a:lnTo>
                <a:cubicBezTo>
                  <a:pt x="0" y="134649"/>
                  <a:pt x="134649" y="0"/>
                  <a:pt x="300746"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919526" y="1285462"/>
            <a:ext cx="6376546" cy="4986355"/>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919526" y="6387737"/>
            <a:ext cx="2703777" cy="338328"/>
          </a:xfrm>
        </p:spPr>
        <p:txBody>
          <a:bodyPr/>
          <a:lstStyle/>
          <a:p>
            <a:r>
              <a:rPr lang="en-US" dirty="0"/>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4C4801C4-BD33-47CA-B204-FEE9BA7A0B92}" type="datetime1">
              <a:rPr lang="en-US" smtClean="0"/>
              <a:t>11/5/2025</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8116806-1FD2-4A57-B5EA-7014AB76383B}" type="slidenum">
              <a:rPr lang="en-US" smtClean="0"/>
              <a:t>‹#›</a:t>
            </a:fld>
            <a:endParaRPr lang="en-US" dirty="0"/>
          </a:p>
        </p:txBody>
      </p:sp>
    </p:spTree>
    <p:extLst>
      <p:ext uri="{BB962C8B-B14F-4D97-AF65-F5344CB8AC3E}">
        <p14:creationId xmlns:p14="http://schemas.microsoft.com/office/powerpoint/2010/main" val="380555791"/>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2879" y="219457"/>
            <a:ext cx="6370321" cy="1008871"/>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182880" y="1228329"/>
            <a:ext cx="6370320" cy="5043490"/>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dirty="0"/>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5254416" y="6390795"/>
            <a:ext cx="1298784" cy="338328"/>
          </a:xfrm>
        </p:spPr>
        <p:txBody>
          <a:bodyPr/>
          <a:lstStyle/>
          <a:p>
            <a:fld id="{14BC2DE8-147F-4C22-A99D-4EAEB6D0A374}" type="datetime1">
              <a:rPr lang="en-US" smtClean="0"/>
              <a:t>11/5/2025</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6553200" y="6390795"/>
            <a:ext cx="457200" cy="338328"/>
          </a:xfrm>
        </p:spPr>
        <p:txBody>
          <a:bodyPr/>
          <a:lstStyle>
            <a:lvl1pPr>
              <a:defRPr>
                <a:solidFill>
                  <a:schemeClr val="tx1"/>
                </a:solidFill>
                <a:effectLst/>
              </a:defRPr>
            </a:lvl1pPr>
          </a:lstStyle>
          <a:p>
            <a:fld id="{C8116806-1FD2-4A57-B5EA-7014AB76383B}" type="slidenum">
              <a:rPr lang="en-US" smtClean="0"/>
              <a:t>‹#›</a:t>
            </a:fld>
            <a:endParaRPr lang="en-US" dirty="0"/>
          </a:p>
        </p:txBody>
      </p:sp>
      <p:sp>
        <p:nvSpPr>
          <p:cNvPr id="4" name="Picture Placeholder 3">
            <a:extLst>
              <a:ext uri="{FF2B5EF4-FFF2-40B4-BE49-F238E27FC236}">
                <a16:creationId xmlns:a16="http://schemas.microsoft.com/office/drawing/2014/main" id="{7F11DC52-D1FD-A255-1A04-7A15A9DE3C8F}"/>
              </a:ext>
            </a:extLst>
          </p:cNvPr>
          <p:cNvSpPr>
            <a:spLocks noGrp="1"/>
          </p:cNvSpPr>
          <p:nvPr>
            <p:ph type="pic" sz="quarter" idx="13" hasCustomPrompt="1"/>
          </p:nvPr>
        </p:nvSpPr>
        <p:spPr>
          <a:xfrm>
            <a:off x="7505700" y="266700"/>
            <a:ext cx="4419600" cy="6324600"/>
          </a:xfrm>
          <a:custGeom>
            <a:avLst/>
            <a:gdLst>
              <a:gd name="connsiteX0" fmla="*/ 293171 w 4495799"/>
              <a:gd name="connsiteY0" fmla="*/ 0 h 6172200"/>
              <a:gd name="connsiteX1" fmla="*/ 4202628 w 4495799"/>
              <a:gd name="connsiteY1" fmla="*/ 0 h 6172200"/>
              <a:gd name="connsiteX2" fmla="*/ 4495799 w 4495799"/>
              <a:gd name="connsiteY2" fmla="*/ 293171 h 6172200"/>
              <a:gd name="connsiteX3" fmla="*/ 4495799 w 4495799"/>
              <a:gd name="connsiteY3" fmla="*/ 5879029 h 6172200"/>
              <a:gd name="connsiteX4" fmla="*/ 4202628 w 4495799"/>
              <a:gd name="connsiteY4" fmla="*/ 6172200 h 6172200"/>
              <a:gd name="connsiteX5" fmla="*/ 293171 w 4495799"/>
              <a:gd name="connsiteY5" fmla="*/ 6172200 h 6172200"/>
              <a:gd name="connsiteX6" fmla="*/ 0 w 4495799"/>
              <a:gd name="connsiteY6" fmla="*/ 5879029 h 6172200"/>
              <a:gd name="connsiteX7" fmla="*/ 0 w 4495799"/>
              <a:gd name="connsiteY7" fmla="*/ 293171 h 6172200"/>
              <a:gd name="connsiteX8" fmla="*/ 293171 w 4495799"/>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95799" h="6172200">
                <a:moveTo>
                  <a:pt x="293171" y="0"/>
                </a:moveTo>
                <a:lnTo>
                  <a:pt x="4202628" y="0"/>
                </a:lnTo>
                <a:cubicBezTo>
                  <a:pt x="4364542" y="0"/>
                  <a:pt x="4495799" y="131257"/>
                  <a:pt x="4495799" y="293171"/>
                </a:cubicBezTo>
                <a:lnTo>
                  <a:pt x="4495799" y="5879029"/>
                </a:lnTo>
                <a:cubicBezTo>
                  <a:pt x="4495799" y="6040943"/>
                  <a:pt x="4364542" y="6172200"/>
                  <a:pt x="4202628" y="6172200"/>
                </a:cubicBezTo>
                <a:lnTo>
                  <a:pt x="293171" y="6172200"/>
                </a:lnTo>
                <a:cubicBezTo>
                  <a:pt x="131257" y="6172200"/>
                  <a:pt x="0" y="6040943"/>
                  <a:pt x="0" y="5879029"/>
                </a:cubicBezTo>
                <a:lnTo>
                  <a:pt x="0" y="293171"/>
                </a:lnTo>
                <a:cubicBezTo>
                  <a:pt x="0" y="131257"/>
                  <a:pt x="131257" y="0"/>
                  <a:pt x="293171"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942016513"/>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88702" y="219456"/>
            <a:ext cx="7241297" cy="923544"/>
          </a:xfrm>
        </p:spPr>
        <p:txBody>
          <a:bodyPr anchor="t"/>
          <a:lstStyle>
            <a:lvl1pPr>
              <a:defRPr/>
            </a:lvl1pPr>
          </a:lstStyle>
          <a:p>
            <a:r>
              <a:rPr lang="en-US"/>
              <a:t>Click to edit Master title style</a:t>
            </a:r>
            <a:endParaRPr lang="en-US" dirty="0"/>
          </a:p>
        </p:txBody>
      </p:sp>
      <p:sp>
        <p:nvSpPr>
          <p:cNvPr id="20" name="Picture Placeholder 9">
            <a:extLst>
              <a:ext uri="{FF2B5EF4-FFF2-40B4-BE49-F238E27FC236}">
                <a16:creationId xmlns:a16="http://schemas.microsoft.com/office/drawing/2014/main" id="{FC55F3DB-E75F-ADDF-8222-D3F62F2CCE82}"/>
              </a:ext>
            </a:extLst>
          </p:cNvPr>
          <p:cNvSpPr>
            <a:spLocks noGrp="1"/>
          </p:cNvSpPr>
          <p:nvPr>
            <p:ph type="pic" sz="quarter" idx="13" hasCustomPrompt="1"/>
          </p:nvPr>
        </p:nvSpPr>
        <p:spPr>
          <a:xfrm>
            <a:off x="274320" y="268573"/>
            <a:ext cx="3675888" cy="6327648"/>
          </a:xfrm>
          <a:custGeom>
            <a:avLst/>
            <a:gdLst>
              <a:gd name="connsiteX0" fmla="*/ 301545 w 3675888"/>
              <a:gd name="connsiteY0" fmla="*/ 0 h 6320854"/>
              <a:gd name="connsiteX1" fmla="*/ 3375347 w 3675888"/>
              <a:gd name="connsiteY1" fmla="*/ 0 h 6320854"/>
              <a:gd name="connsiteX2" fmla="*/ 3675888 w 3675888"/>
              <a:gd name="connsiteY2" fmla="*/ 300541 h 6320854"/>
              <a:gd name="connsiteX3" fmla="*/ 3675888 w 3675888"/>
              <a:gd name="connsiteY3" fmla="*/ 6025428 h 6320854"/>
              <a:gd name="connsiteX4" fmla="*/ 3492331 w 3675888"/>
              <a:gd name="connsiteY4" fmla="*/ 6302351 h 6320854"/>
              <a:gd name="connsiteX5" fmla="*/ 3400682 w 3675888"/>
              <a:gd name="connsiteY5" fmla="*/ 6320854 h 6320854"/>
              <a:gd name="connsiteX6" fmla="*/ 275206 w 3675888"/>
              <a:gd name="connsiteY6" fmla="*/ 6320854 h 6320854"/>
              <a:gd name="connsiteX7" fmla="*/ 186647 w 3675888"/>
              <a:gd name="connsiteY7" fmla="*/ 6302975 h 6320854"/>
              <a:gd name="connsiteX8" fmla="*/ 184171 w 3675888"/>
              <a:gd name="connsiteY8" fmla="*/ 6302204 h 6320854"/>
              <a:gd name="connsiteX9" fmla="*/ 114619 w 3675888"/>
              <a:gd name="connsiteY9" fmla="*/ 6259884 h 6320854"/>
              <a:gd name="connsiteX10" fmla="*/ 105939 w 3675888"/>
              <a:gd name="connsiteY10" fmla="*/ 6252721 h 6320854"/>
              <a:gd name="connsiteX11" fmla="*/ 51500 w 3675888"/>
              <a:gd name="connsiteY11" fmla="*/ 6192635 h 6320854"/>
              <a:gd name="connsiteX12" fmla="*/ 16622 w 3675888"/>
              <a:gd name="connsiteY12" fmla="*/ 6119873 h 6320854"/>
              <a:gd name="connsiteX13" fmla="*/ 12537 w 3675888"/>
              <a:gd name="connsiteY13" fmla="*/ 6106716 h 6320854"/>
              <a:gd name="connsiteX14" fmla="*/ 0 w 3675888"/>
              <a:gd name="connsiteY14" fmla="*/ 6023550 h 6320854"/>
              <a:gd name="connsiteX15" fmla="*/ 0 w 3675888"/>
              <a:gd name="connsiteY15" fmla="*/ 302420 h 6320854"/>
              <a:gd name="connsiteX16" fmla="*/ 301545 w 3675888"/>
              <a:gd name="connsiteY16" fmla="*/ 0 h 6320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675888" h="6320854">
                <a:moveTo>
                  <a:pt x="301545" y="0"/>
                </a:moveTo>
                <a:lnTo>
                  <a:pt x="3375347" y="0"/>
                </a:lnTo>
                <a:cubicBezTo>
                  <a:pt x="3541331" y="0"/>
                  <a:pt x="3675888" y="134557"/>
                  <a:pt x="3675888" y="300541"/>
                </a:cubicBezTo>
                <a:lnTo>
                  <a:pt x="3675888" y="6025428"/>
                </a:lnTo>
                <a:cubicBezTo>
                  <a:pt x="3675888" y="6149916"/>
                  <a:pt x="3600200" y="6256727"/>
                  <a:pt x="3492331" y="6302351"/>
                </a:cubicBezTo>
                <a:lnTo>
                  <a:pt x="3400682" y="6320854"/>
                </a:lnTo>
                <a:lnTo>
                  <a:pt x="275206" y="6320854"/>
                </a:lnTo>
                <a:lnTo>
                  <a:pt x="186647" y="6302975"/>
                </a:lnTo>
                <a:lnTo>
                  <a:pt x="184171" y="6302204"/>
                </a:lnTo>
                <a:lnTo>
                  <a:pt x="114619" y="6259884"/>
                </a:lnTo>
                <a:lnTo>
                  <a:pt x="105939" y="6252721"/>
                </a:lnTo>
                <a:lnTo>
                  <a:pt x="51500" y="6192635"/>
                </a:lnTo>
                <a:lnTo>
                  <a:pt x="16622" y="6119873"/>
                </a:lnTo>
                <a:lnTo>
                  <a:pt x="12537" y="6106716"/>
                </a:lnTo>
                <a:lnTo>
                  <a:pt x="0" y="6023550"/>
                </a:lnTo>
                <a:lnTo>
                  <a:pt x="0" y="302420"/>
                </a:lnTo>
                <a:cubicBezTo>
                  <a:pt x="0" y="135398"/>
                  <a:pt x="135007" y="0"/>
                  <a:pt x="301545"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188702" y="1143000"/>
            <a:ext cx="7241298" cy="5239512"/>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188702" y="6382981"/>
            <a:ext cx="2703777" cy="338328"/>
          </a:xfrm>
        </p:spPr>
        <p:txBody>
          <a:bodyPr/>
          <a:lstStyle/>
          <a:p>
            <a:r>
              <a:rPr lang="en-US" dirty="0"/>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07BBC631-32E9-41B5-A4D6-F9BADFAA6AF1}" type="datetime1">
              <a:rPr lang="en-US" smtClean="0"/>
              <a:t>11/5/2025</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8116806-1FD2-4A57-B5EA-7014AB76383B}" type="slidenum">
              <a:rPr lang="en-US" smtClean="0"/>
              <a:t>‹#›</a:t>
            </a:fld>
            <a:endParaRPr lang="en-US" dirty="0"/>
          </a:p>
        </p:txBody>
      </p:sp>
    </p:spTree>
    <p:extLst>
      <p:ext uri="{BB962C8B-B14F-4D97-AF65-F5344CB8AC3E}">
        <p14:creationId xmlns:p14="http://schemas.microsoft.com/office/powerpoint/2010/main" val="1624556984"/>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2880" y="219456"/>
            <a:ext cx="7241297" cy="923544"/>
          </a:xfrm>
        </p:spPr>
        <p:txBody>
          <a:bodyPr anchor="t"/>
          <a:lstStyle>
            <a:lvl1pPr>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182880" y="1143000"/>
            <a:ext cx="7241298" cy="5239512"/>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82880" y="6382981"/>
            <a:ext cx="2703777" cy="338328"/>
          </a:xfrm>
        </p:spPr>
        <p:txBody>
          <a:bodyPr/>
          <a:lstStyle/>
          <a:p>
            <a:r>
              <a:rPr lang="en-US" dirty="0"/>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392093" y="6387128"/>
            <a:ext cx="1032084" cy="338328"/>
          </a:xfrm>
        </p:spPr>
        <p:txBody>
          <a:bodyPr/>
          <a:lstStyle>
            <a:lvl1pPr>
              <a:defRPr>
                <a:solidFill>
                  <a:schemeClr val="tx1"/>
                </a:solidFill>
                <a:effectLst/>
              </a:defRPr>
            </a:lvl1pPr>
          </a:lstStyle>
          <a:p>
            <a:fld id="{A84DF367-E34D-4C28-A660-DCABBED01BCF}" type="datetime1">
              <a:rPr lang="en-US" smtClean="0"/>
              <a:t>11/5/2025</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7424177" y="6387128"/>
            <a:ext cx="457200" cy="338328"/>
          </a:xfrm>
        </p:spPr>
        <p:txBody>
          <a:bodyPr/>
          <a:lstStyle/>
          <a:p>
            <a:fld id="{C8116806-1FD2-4A57-B5EA-7014AB76383B}" type="slidenum">
              <a:rPr lang="en-US" smtClean="0"/>
              <a:t>‹#›</a:t>
            </a:fld>
            <a:endParaRPr lang="en-US" dirty="0"/>
          </a:p>
        </p:txBody>
      </p:sp>
      <p:sp>
        <p:nvSpPr>
          <p:cNvPr id="4" name="Picture Placeholder 9">
            <a:extLst>
              <a:ext uri="{FF2B5EF4-FFF2-40B4-BE49-F238E27FC236}">
                <a16:creationId xmlns:a16="http://schemas.microsoft.com/office/drawing/2014/main" id="{F47C8A4F-E753-8148-3650-49C421EB5479}"/>
              </a:ext>
            </a:extLst>
          </p:cNvPr>
          <p:cNvSpPr>
            <a:spLocks noGrp="1"/>
          </p:cNvSpPr>
          <p:nvPr>
            <p:ph type="pic" sz="quarter" idx="13" hasCustomPrompt="1"/>
          </p:nvPr>
        </p:nvSpPr>
        <p:spPr>
          <a:xfrm>
            <a:off x="8249412" y="268573"/>
            <a:ext cx="3675888" cy="6327648"/>
          </a:xfrm>
          <a:custGeom>
            <a:avLst/>
            <a:gdLst>
              <a:gd name="connsiteX0" fmla="*/ 301545 w 3675888"/>
              <a:gd name="connsiteY0" fmla="*/ 0 h 6320854"/>
              <a:gd name="connsiteX1" fmla="*/ 3375347 w 3675888"/>
              <a:gd name="connsiteY1" fmla="*/ 0 h 6320854"/>
              <a:gd name="connsiteX2" fmla="*/ 3675888 w 3675888"/>
              <a:gd name="connsiteY2" fmla="*/ 300541 h 6320854"/>
              <a:gd name="connsiteX3" fmla="*/ 3675888 w 3675888"/>
              <a:gd name="connsiteY3" fmla="*/ 6025428 h 6320854"/>
              <a:gd name="connsiteX4" fmla="*/ 3492331 w 3675888"/>
              <a:gd name="connsiteY4" fmla="*/ 6302351 h 6320854"/>
              <a:gd name="connsiteX5" fmla="*/ 3400682 w 3675888"/>
              <a:gd name="connsiteY5" fmla="*/ 6320854 h 6320854"/>
              <a:gd name="connsiteX6" fmla="*/ 275206 w 3675888"/>
              <a:gd name="connsiteY6" fmla="*/ 6320854 h 6320854"/>
              <a:gd name="connsiteX7" fmla="*/ 186647 w 3675888"/>
              <a:gd name="connsiteY7" fmla="*/ 6302975 h 6320854"/>
              <a:gd name="connsiteX8" fmla="*/ 184171 w 3675888"/>
              <a:gd name="connsiteY8" fmla="*/ 6302204 h 6320854"/>
              <a:gd name="connsiteX9" fmla="*/ 114619 w 3675888"/>
              <a:gd name="connsiteY9" fmla="*/ 6259883 h 6320854"/>
              <a:gd name="connsiteX10" fmla="*/ 105939 w 3675888"/>
              <a:gd name="connsiteY10" fmla="*/ 6252722 h 6320854"/>
              <a:gd name="connsiteX11" fmla="*/ 51500 w 3675888"/>
              <a:gd name="connsiteY11" fmla="*/ 6192635 h 6320854"/>
              <a:gd name="connsiteX12" fmla="*/ 16622 w 3675888"/>
              <a:gd name="connsiteY12" fmla="*/ 6119873 h 6320854"/>
              <a:gd name="connsiteX13" fmla="*/ 12538 w 3675888"/>
              <a:gd name="connsiteY13" fmla="*/ 6106716 h 6320854"/>
              <a:gd name="connsiteX14" fmla="*/ 0 w 3675888"/>
              <a:gd name="connsiteY14" fmla="*/ 6023550 h 6320854"/>
              <a:gd name="connsiteX15" fmla="*/ 0 w 3675888"/>
              <a:gd name="connsiteY15" fmla="*/ 302420 h 6320854"/>
              <a:gd name="connsiteX16" fmla="*/ 301545 w 3675888"/>
              <a:gd name="connsiteY16" fmla="*/ 0 h 6320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675888" h="6320854">
                <a:moveTo>
                  <a:pt x="301545" y="0"/>
                </a:moveTo>
                <a:lnTo>
                  <a:pt x="3375347" y="0"/>
                </a:lnTo>
                <a:cubicBezTo>
                  <a:pt x="3541331" y="0"/>
                  <a:pt x="3675888" y="134557"/>
                  <a:pt x="3675888" y="300541"/>
                </a:cubicBezTo>
                <a:lnTo>
                  <a:pt x="3675888" y="6025428"/>
                </a:lnTo>
                <a:cubicBezTo>
                  <a:pt x="3675888" y="6149916"/>
                  <a:pt x="3600200" y="6256727"/>
                  <a:pt x="3492331" y="6302351"/>
                </a:cubicBezTo>
                <a:lnTo>
                  <a:pt x="3400682" y="6320854"/>
                </a:lnTo>
                <a:lnTo>
                  <a:pt x="275206" y="6320854"/>
                </a:lnTo>
                <a:lnTo>
                  <a:pt x="186647" y="6302975"/>
                </a:lnTo>
                <a:lnTo>
                  <a:pt x="184171" y="6302204"/>
                </a:lnTo>
                <a:lnTo>
                  <a:pt x="114619" y="6259883"/>
                </a:lnTo>
                <a:lnTo>
                  <a:pt x="105939" y="6252722"/>
                </a:lnTo>
                <a:lnTo>
                  <a:pt x="51500" y="6192635"/>
                </a:lnTo>
                <a:lnTo>
                  <a:pt x="16622" y="6119873"/>
                </a:lnTo>
                <a:lnTo>
                  <a:pt x="12538" y="6106716"/>
                </a:lnTo>
                <a:lnTo>
                  <a:pt x="0" y="6023550"/>
                </a:lnTo>
                <a:lnTo>
                  <a:pt x="0" y="302420"/>
                </a:lnTo>
                <a:cubicBezTo>
                  <a:pt x="0" y="135398"/>
                  <a:pt x="135007" y="0"/>
                  <a:pt x="301545"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1258637676"/>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819900" y="219456"/>
            <a:ext cx="4689685" cy="1164658"/>
          </a:xfrm>
        </p:spPr>
        <p:txBody>
          <a:bodyPr anchor="t"/>
          <a:lstStyle/>
          <a:p>
            <a:r>
              <a:rPr lang="en-US"/>
              <a:t>Click to edit Master title style</a:t>
            </a:r>
            <a:endParaRPr lang="en-US" dirty="0"/>
          </a:p>
        </p:txBody>
      </p:sp>
      <p:sp>
        <p:nvSpPr>
          <p:cNvPr id="12" name="Picture Placeholder 11">
            <a:extLst>
              <a:ext uri="{FF2B5EF4-FFF2-40B4-BE49-F238E27FC236}">
                <a16:creationId xmlns:a16="http://schemas.microsoft.com/office/drawing/2014/main" id="{8B393C6F-81AD-C678-191F-0FD783654DC1}"/>
              </a:ext>
            </a:extLst>
          </p:cNvPr>
          <p:cNvSpPr>
            <a:spLocks noGrp="1"/>
          </p:cNvSpPr>
          <p:nvPr>
            <p:ph type="pic" sz="quarter" idx="13" hasCustomPrompt="1"/>
          </p:nvPr>
        </p:nvSpPr>
        <p:spPr>
          <a:xfrm>
            <a:off x="274320" y="266700"/>
            <a:ext cx="6292984" cy="6324600"/>
          </a:xfrm>
          <a:custGeom>
            <a:avLst/>
            <a:gdLst>
              <a:gd name="connsiteX0" fmla="*/ 300805 w 6292984"/>
              <a:gd name="connsiteY0" fmla="*/ 0 h 6324600"/>
              <a:gd name="connsiteX1" fmla="*/ 5992179 w 6292984"/>
              <a:gd name="connsiteY1" fmla="*/ 0 h 6324600"/>
              <a:gd name="connsiteX2" fmla="*/ 6292984 w 6292984"/>
              <a:gd name="connsiteY2" fmla="*/ 300805 h 6324600"/>
              <a:gd name="connsiteX3" fmla="*/ 6292984 w 6292984"/>
              <a:gd name="connsiteY3" fmla="*/ 6023795 h 6324600"/>
              <a:gd name="connsiteX4" fmla="*/ 5992179 w 6292984"/>
              <a:gd name="connsiteY4" fmla="*/ 6324600 h 6324600"/>
              <a:gd name="connsiteX5" fmla="*/ 300805 w 6292984"/>
              <a:gd name="connsiteY5" fmla="*/ 6324600 h 6324600"/>
              <a:gd name="connsiteX6" fmla="*/ 0 w 6292984"/>
              <a:gd name="connsiteY6" fmla="*/ 6023795 h 6324600"/>
              <a:gd name="connsiteX7" fmla="*/ 0 w 6292984"/>
              <a:gd name="connsiteY7" fmla="*/ 300805 h 6324600"/>
              <a:gd name="connsiteX8" fmla="*/ 300805 w 6292984"/>
              <a:gd name="connsiteY8" fmla="*/ 0 h 6324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92984" h="6324600">
                <a:moveTo>
                  <a:pt x="300805" y="0"/>
                </a:moveTo>
                <a:lnTo>
                  <a:pt x="5992179" y="0"/>
                </a:lnTo>
                <a:cubicBezTo>
                  <a:pt x="6158309" y="0"/>
                  <a:pt x="6292984" y="134675"/>
                  <a:pt x="6292984" y="300805"/>
                </a:cubicBezTo>
                <a:lnTo>
                  <a:pt x="6292984" y="6023795"/>
                </a:lnTo>
                <a:cubicBezTo>
                  <a:pt x="6292984" y="6189925"/>
                  <a:pt x="6158309" y="6324600"/>
                  <a:pt x="5992179" y="6324600"/>
                </a:cubicBezTo>
                <a:lnTo>
                  <a:pt x="300805" y="6324600"/>
                </a:lnTo>
                <a:cubicBezTo>
                  <a:pt x="134675" y="6324600"/>
                  <a:pt x="0" y="6189925"/>
                  <a:pt x="0" y="6023795"/>
                </a:cubicBezTo>
                <a:lnTo>
                  <a:pt x="0" y="300805"/>
                </a:lnTo>
                <a:cubicBezTo>
                  <a:pt x="0" y="134675"/>
                  <a:pt x="134675" y="0"/>
                  <a:pt x="300805"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6819900" y="1378227"/>
            <a:ext cx="4689684" cy="4888985"/>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819900" y="6387737"/>
            <a:ext cx="2970477" cy="338328"/>
          </a:xfrm>
        </p:spPr>
        <p:txBody>
          <a:bodyPr/>
          <a:lstStyle/>
          <a:p>
            <a:r>
              <a:rPr lang="en-US" dirty="0"/>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00FFB8A6-6C87-4FAE-893A-7B00285062B3}" type="datetime1">
              <a:rPr lang="en-US" smtClean="0"/>
              <a:t>11/5/2025</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8116806-1FD2-4A57-B5EA-7014AB76383B}" type="slidenum">
              <a:rPr lang="en-US" smtClean="0"/>
              <a:t>‹#›</a:t>
            </a:fld>
            <a:endParaRPr lang="en-US" dirty="0"/>
          </a:p>
        </p:txBody>
      </p:sp>
    </p:spTree>
    <p:extLst>
      <p:ext uri="{BB962C8B-B14F-4D97-AF65-F5344CB8AC3E}">
        <p14:creationId xmlns:p14="http://schemas.microsoft.com/office/powerpoint/2010/main" val="59356024"/>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5855" y="219456"/>
            <a:ext cx="4717429" cy="1180888"/>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185855" y="1400344"/>
            <a:ext cx="4729045" cy="4871473"/>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dirty="0"/>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588172" y="6390795"/>
            <a:ext cx="1298784" cy="338328"/>
          </a:xfrm>
        </p:spPr>
        <p:txBody>
          <a:bodyPr/>
          <a:lstStyle/>
          <a:p>
            <a:fld id="{5489A3B8-AADB-439D-85B5-E9ACAFD37972}" type="datetime1">
              <a:rPr lang="en-US" smtClean="0"/>
              <a:t>11/5/2025</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886956" y="6390795"/>
            <a:ext cx="457200" cy="338328"/>
          </a:xfrm>
        </p:spPr>
        <p:txBody>
          <a:bodyPr/>
          <a:lstStyle>
            <a:lvl1pPr>
              <a:defRPr>
                <a:solidFill>
                  <a:schemeClr val="tx1"/>
                </a:solidFill>
                <a:effectLst/>
              </a:defRPr>
            </a:lvl1pPr>
          </a:lstStyle>
          <a:p>
            <a:fld id="{C8116806-1FD2-4A57-B5EA-7014AB76383B}" type="slidenum">
              <a:rPr lang="en-US" smtClean="0"/>
              <a:t>‹#›</a:t>
            </a:fld>
            <a:endParaRPr lang="en-US" dirty="0"/>
          </a:p>
        </p:txBody>
      </p:sp>
      <p:sp>
        <p:nvSpPr>
          <p:cNvPr id="4" name="Picture Placeholder 3">
            <a:extLst>
              <a:ext uri="{FF2B5EF4-FFF2-40B4-BE49-F238E27FC236}">
                <a16:creationId xmlns:a16="http://schemas.microsoft.com/office/drawing/2014/main" id="{00846273-A5CB-BDCB-C625-903F863EC307}"/>
              </a:ext>
            </a:extLst>
          </p:cNvPr>
          <p:cNvSpPr>
            <a:spLocks noGrp="1"/>
          </p:cNvSpPr>
          <p:nvPr>
            <p:ph type="pic" sz="quarter" idx="13" hasCustomPrompt="1"/>
          </p:nvPr>
        </p:nvSpPr>
        <p:spPr>
          <a:xfrm>
            <a:off x="5600703" y="266700"/>
            <a:ext cx="6324469" cy="6324600"/>
          </a:xfrm>
          <a:custGeom>
            <a:avLst/>
            <a:gdLst>
              <a:gd name="connsiteX0" fmla="*/ 269395 w 6111507"/>
              <a:gd name="connsiteY0" fmla="*/ 0 h 6172338"/>
              <a:gd name="connsiteX1" fmla="*/ 5842112 w 6111507"/>
              <a:gd name="connsiteY1" fmla="*/ 0 h 6172338"/>
              <a:gd name="connsiteX2" fmla="*/ 6111507 w 6111507"/>
              <a:gd name="connsiteY2" fmla="*/ 268145 h 6172338"/>
              <a:gd name="connsiteX3" fmla="*/ 6111507 w 6111507"/>
              <a:gd name="connsiteY3" fmla="*/ 5904194 h 6172338"/>
              <a:gd name="connsiteX4" fmla="*/ 5842112 w 6111507"/>
              <a:gd name="connsiteY4" fmla="*/ 6172338 h 6172338"/>
              <a:gd name="connsiteX5" fmla="*/ 269395 w 6111507"/>
              <a:gd name="connsiteY5" fmla="*/ 6172338 h 6172338"/>
              <a:gd name="connsiteX6" fmla="*/ 0 w 6111507"/>
              <a:gd name="connsiteY6" fmla="*/ 5904194 h 6172338"/>
              <a:gd name="connsiteX7" fmla="*/ 0 w 6111507"/>
              <a:gd name="connsiteY7" fmla="*/ 268145 h 6172338"/>
              <a:gd name="connsiteX8" fmla="*/ 269395 w 6111507"/>
              <a:gd name="connsiteY8" fmla="*/ 0 h 6172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11507" h="6172338">
                <a:moveTo>
                  <a:pt x="269395" y="0"/>
                </a:moveTo>
                <a:lnTo>
                  <a:pt x="5842112" y="0"/>
                </a:lnTo>
                <a:cubicBezTo>
                  <a:pt x="5990895" y="0"/>
                  <a:pt x="6111507" y="120052"/>
                  <a:pt x="6111507" y="268145"/>
                </a:cubicBezTo>
                <a:lnTo>
                  <a:pt x="6111507" y="5904194"/>
                </a:lnTo>
                <a:cubicBezTo>
                  <a:pt x="6111507" y="6052286"/>
                  <a:pt x="5990895" y="6172338"/>
                  <a:pt x="5842112" y="6172338"/>
                </a:cubicBezTo>
                <a:lnTo>
                  <a:pt x="269395" y="6172338"/>
                </a:lnTo>
                <a:cubicBezTo>
                  <a:pt x="120612" y="6172338"/>
                  <a:pt x="0" y="6052286"/>
                  <a:pt x="0" y="5904194"/>
                </a:cubicBezTo>
                <a:lnTo>
                  <a:pt x="0" y="268145"/>
                </a:lnTo>
                <a:cubicBezTo>
                  <a:pt x="0" y="120052"/>
                  <a:pt x="120612" y="0"/>
                  <a:pt x="269395"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1527353794"/>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2881" y="220869"/>
            <a:ext cx="2941319" cy="3088635"/>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3532114" y="220869"/>
            <a:ext cx="4594371" cy="6166259"/>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dirty="0"/>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658174" y="6387128"/>
            <a:ext cx="1032084" cy="338328"/>
          </a:xfrm>
        </p:spPr>
        <p:txBody>
          <a:bodyPr/>
          <a:lstStyle/>
          <a:p>
            <a:fld id="{DF254B70-5EAB-445B-A3CD-C14D0B8ACD0C}" type="datetime1">
              <a:rPr lang="en-US" smtClean="0"/>
              <a:t>11/5/2025</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7690258" y="6387128"/>
            <a:ext cx="457200" cy="338328"/>
          </a:xfrm>
        </p:spPr>
        <p:txBody>
          <a:bodyPr/>
          <a:lstStyle>
            <a:lvl1pPr>
              <a:defRPr>
                <a:solidFill>
                  <a:schemeClr val="tx1"/>
                </a:solidFill>
                <a:effectLst/>
              </a:defRPr>
            </a:lvl1pPr>
          </a:lstStyle>
          <a:p>
            <a:fld id="{C8116806-1FD2-4A57-B5EA-7014AB76383B}" type="slidenum">
              <a:rPr lang="en-US" smtClean="0"/>
              <a:t>‹#›</a:t>
            </a:fld>
            <a:endParaRPr lang="en-US" dirty="0"/>
          </a:p>
        </p:txBody>
      </p:sp>
      <p:sp>
        <p:nvSpPr>
          <p:cNvPr id="4" name="Picture Placeholder 3">
            <a:extLst>
              <a:ext uri="{FF2B5EF4-FFF2-40B4-BE49-F238E27FC236}">
                <a16:creationId xmlns:a16="http://schemas.microsoft.com/office/drawing/2014/main" id="{26FEEE5C-15B3-8386-23D3-B6B236C668F2}"/>
              </a:ext>
            </a:extLst>
          </p:cNvPr>
          <p:cNvSpPr>
            <a:spLocks noGrp="1"/>
          </p:cNvSpPr>
          <p:nvPr>
            <p:ph type="pic" sz="quarter" idx="13" hasCustomPrompt="1"/>
          </p:nvPr>
        </p:nvSpPr>
        <p:spPr>
          <a:xfrm>
            <a:off x="8534400" y="269080"/>
            <a:ext cx="3390900" cy="6327648"/>
          </a:xfrm>
          <a:custGeom>
            <a:avLst/>
            <a:gdLst>
              <a:gd name="connsiteX0" fmla="*/ 292116 w 3808553"/>
              <a:gd name="connsiteY0" fmla="*/ 0 h 6172200"/>
              <a:gd name="connsiteX1" fmla="*/ 3516437 w 3808553"/>
              <a:gd name="connsiteY1" fmla="*/ 0 h 6172200"/>
              <a:gd name="connsiteX2" fmla="*/ 3808553 w 3808553"/>
              <a:gd name="connsiteY2" fmla="*/ 292116 h 6172200"/>
              <a:gd name="connsiteX3" fmla="*/ 3808553 w 3808553"/>
              <a:gd name="connsiteY3" fmla="*/ 5880084 h 6172200"/>
              <a:gd name="connsiteX4" fmla="*/ 3516437 w 3808553"/>
              <a:gd name="connsiteY4" fmla="*/ 6172200 h 6172200"/>
              <a:gd name="connsiteX5" fmla="*/ 292116 w 3808553"/>
              <a:gd name="connsiteY5" fmla="*/ 6172200 h 6172200"/>
              <a:gd name="connsiteX6" fmla="*/ 0 w 3808553"/>
              <a:gd name="connsiteY6" fmla="*/ 5880084 h 6172200"/>
              <a:gd name="connsiteX7" fmla="*/ 0 w 3808553"/>
              <a:gd name="connsiteY7" fmla="*/ 292116 h 6172200"/>
              <a:gd name="connsiteX8" fmla="*/ 292116 w 3808553"/>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08553" h="6172200">
                <a:moveTo>
                  <a:pt x="292116" y="0"/>
                </a:moveTo>
                <a:lnTo>
                  <a:pt x="3516437" y="0"/>
                </a:lnTo>
                <a:cubicBezTo>
                  <a:pt x="3677768" y="0"/>
                  <a:pt x="3808553" y="130785"/>
                  <a:pt x="3808553" y="292116"/>
                </a:cubicBezTo>
                <a:lnTo>
                  <a:pt x="3808553" y="5880084"/>
                </a:lnTo>
                <a:cubicBezTo>
                  <a:pt x="3808553" y="6041415"/>
                  <a:pt x="3677768" y="6172200"/>
                  <a:pt x="3516437" y="6172200"/>
                </a:cubicBezTo>
                <a:lnTo>
                  <a:pt x="292116" y="6172200"/>
                </a:lnTo>
                <a:cubicBezTo>
                  <a:pt x="130785" y="6172200"/>
                  <a:pt x="0" y="6041415"/>
                  <a:pt x="0" y="5880084"/>
                </a:cubicBezTo>
                <a:lnTo>
                  <a:pt x="0" y="292116"/>
                </a:lnTo>
                <a:cubicBezTo>
                  <a:pt x="0" y="130785"/>
                  <a:pt x="130785" y="0"/>
                  <a:pt x="292116"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2821595822"/>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2881" y="220869"/>
            <a:ext cx="3208020" cy="3088635"/>
          </a:xfrm>
        </p:spPr>
        <p:txBody>
          <a:bodyPr anchor="t"/>
          <a:lstStyle/>
          <a:p>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dirty="0"/>
              <a:t>Sample Footer Text</a:t>
            </a:r>
          </a:p>
        </p:txBody>
      </p:sp>
      <p:sp>
        <p:nvSpPr>
          <p:cNvPr id="4" name="Picture Placeholder 3">
            <a:extLst>
              <a:ext uri="{FF2B5EF4-FFF2-40B4-BE49-F238E27FC236}">
                <a16:creationId xmlns:a16="http://schemas.microsoft.com/office/drawing/2014/main" id="{26FEEE5C-15B3-8386-23D3-B6B236C668F2}"/>
              </a:ext>
            </a:extLst>
          </p:cNvPr>
          <p:cNvSpPr>
            <a:spLocks noGrp="1"/>
          </p:cNvSpPr>
          <p:nvPr>
            <p:ph type="pic" sz="quarter" idx="13" hasCustomPrompt="1"/>
          </p:nvPr>
        </p:nvSpPr>
        <p:spPr>
          <a:xfrm>
            <a:off x="4686300" y="266700"/>
            <a:ext cx="3500538" cy="6324600"/>
          </a:xfrm>
          <a:custGeom>
            <a:avLst/>
            <a:gdLst>
              <a:gd name="connsiteX0" fmla="*/ 292116 w 3808553"/>
              <a:gd name="connsiteY0" fmla="*/ 0 h 6172200"/>
              <a:gd name="connsiteX1" fmla="*/ 3516437 w 3808553"/>
              <a:gd name="connsiteY1" fmla="*/ 0 h 6172200"/>
              <a:gd name="connsiteX2" fmla="*/ 3808553 w 3808553"/>
              <a:gd name="connsiteY2" fmla="*/ 292116 h 6172200"/>
              <a:gd name="connsiteX3" fmla="*/ 3808553 w 3808553"/>
              <a:gd name="connsiteY3" fmla="*/ 5880084 h 6172200"/>
              <a:gd name="connsiteX4" fmla="*/ 3516437 w 3808553"/>
              <a:gd name="connsiteY4" fmla="*/ 6172200 h 6172200"/>
              <a:gd name="connsiteX5" fmla="*/ 292116 w 3808553"/>
              <a:gd name="connsiteY5" fmla="*/ 6172200 h 6172200"/>
              <a:gd name="connsiteX6" fmla="*/ 0 w 3808553"/>
              <a:gd name="connsiteY6" fmla="*/ 5880084 h 6172200"/>
              <a:gd name="connsiteX7" fmla="*/ 0 w 3808553"/>
              <a:gd name="connsiteY7" fmla="*/ 292116 h 6172200"/>
              <a:gd name="connsiteX8" fmla="*/ 292116 w 3808553"/>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08553" h="6172200">
                <a:moveTo>
                  <a:pt x="292116" y="0"/>
                </a:moveTo>
                <a:lnTo>
                  <a:pt x="3516437" y="0"/>
                </a:lnTo>
                <a:cubicBezTo>
                  <a:pt x="3677768" y="0"/>
                  <a:pt x="3808553" y="130785"/>
                  <a:pt x="3808553" y="292116"/>
                </a:cubicBezTo>
                <a:lnTo>
                  <a:pt x="3808553" y="5880084"/>
                </a:lnTo>
                <a:cubicBezTo>
                  <a:pt x="3808553" y="6041415"/>
                  <a:pt x="3677768" y="6172200"/>
                  <a:pt x="3516437" y="6172200"/>
                </a:cubicBezTo>
                <a:lnTo>
                  <a:pt x="292116" y="6172200"/>
                </a:lnTo>
                <a:cubicBezTo>
                  <a:pt x="130785" y="6172200"/>
                  <a:pt x="0" y="6041415"/>
                  <a:pt x="0" y="5880084"/>
                </a:cubicBezTo>
                <a:lnTo>
                  <a:pt x="0" y="292116"/>
                </a:lnTo>
                <a:cubicBezTo>
                  <a:pt x="0" y="130785"/>
                  <a:pt x="130785" y="0"/>
                  <a:pt x="292116"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8461087" y="220870"/>
            <a:ext cx="3200400" cy="6055554"/>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64C28399-DE27-4A8B-8419-0512D16F4926}" type="datetime1">
              <a:rPr lang="en-US" smtClean="0"/>
              <a:t>11/5/2025</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C8116806-1FD2-4A57-B5EA-7014AB76383B}" type="slidenum">
              <a:rPr lang="en-US" smtClean="0"/>
              <a:t>‹#›</a:t>
            </a:fld>
            <a:endParaRPr lang="en-US" dirty="0"/>
          </a:p>
        </p:txBody>
      </p:sp>
    </p:spTree>
    <p:extLst>
      <p:ext uri="{BB962C8B-B14F-4D97-AF65-F5344CB8AC3E}">
        <p14:creationId xmlns:p14="http://schemas.microsoft.com/office/powerpoint/2010/main" val="555543650"/>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513755" y="219456"/>
            <a:ext cx="3891435" cy="1225339"/>
          </a:xfrm>
        </p:spPr>
        <p:txBody>
          <a:bodyPr anchor="t"/>
          <a:lstStyle/>
          <a:p>
            <a:r>
              <a:rPr lang="en-US"/>
              <a:t>Click to edit Master title style</a:t>
            </a:r>
            <a:endParaRPr lang="en-US" dirty="0"/>
          </a:p>
        </p:txBody>
      </p:sp>
      <p:sp>
        <p:nvSpPr>
          <p:cNvPr id="14" name="Picture Placeholder 13">
            <a:extLst>
              <a:ext uri="{FF2B5EF4-FFF2-40B4-BE49-F238E27FC236}">
                <a16:creationId xmlns:a16="http://schemas.microsoft.com/office/drawing/2014/main" id="{B3BE62AC-2855-BB28-0282-25CA658273E5}"/>
              </a:ext>
            </a:extLst>
          </p:cNvPr>
          <p:cNvSpPr>
            <a:spLocks noGrp="1"/>
          </p:cNvSpPr>
          <p:nvPr>
            <p:ph type="pic" sz="quarter" idx="13" hasCustomPrompt="1"/>
          </p:nvPr>
        </p:nvSpPr>
        <p:spPr>
          <a:xfrm>
            <a:off x="270473" y="265176"/>
            <a:ext cx="6984636" cy="6327648"/>
          </a:xfrm>
          <a:custGeom>
            <a:avLst/>
            <a:gdLst>
              <a:gd name="connsiteX0" fmla="*/ 302565 w 7228936"/>
              <a:gd name="connsiteY0" fmla="*/ 0 h 6316602"/>
              <a:gd name="connsiteX1" fmla="*/ 6926371 w 7228936"/>
              <a:gd name="connsiteY1" fmla="*/ 0 h 6316602"/>
              <a:gd name="connsiteX2" fmla="*/ 7228936 w 7228936"/>
              <a:gd name="connsiteY2" fmla="*/ 302565 h 6316602"/>
              <a:gd name="connsiteX3" fmla="*/ 7228936 w 7228936"/>
              <a:gd name="connsiteY3" fmla="*/ 6014037 h 6316602"/>
              <a:gd name="connsiteX4" fmla="*/ 6926371 w 7228936"/>
              <a:gd name="connsiteY4" fmla="*/ 6316602 h 6316602"/>
              <a:gd name="connsiteX5" fmla="*/ 302565 w 7228936"/>
              <a:gd name="connsiteY5" fmla="*/ 6316602 h 6316602"/>
              <a:gd name="connsiteX6" fmla="*/ 0 w 7228936"/>
              <a:gd name="connsiteY6" fmla="*/ 6014037 h 6316602"/>
              <a:gd name="connsiteX7" fmla="*/ 0 w 7228936"/>
              <a:gd name="connsiteY7" fmla="*/ 302565 h 6316602"/>
              <a:gd name="connsiteX8" fmla="*/ 302565 w 7228936"/>
              <a:gd name="connsiteY8" fmla="*/ 0 h 63166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28936" h="6316602">
                <a:moveTo>
                  <a:pt x="302565" y="0"/>
                </a:moveTo>
                <a:lnTo>
                  <a:pt x="6926371" y="0"/>
                </a:lnTo>
                <a:cubicBezTo>
                  <a:pt x="7093473" y="0"/>
                  <a:pt x="7228936" y="135463"/>
                  <a:pt x="7228936" y="302565"/>
                </a:cubicBezTo>
                <a:lnTo>
                  <a:pt x="7228936" y="6014037"/>
                </a:lnTo>
                <a:cubicBezTo>
                  <a:pt x="7228936" y="6181139"/>
                  <a:pt x="7093473" y="6316602"/>
                  <a:pt x="6926371" y="6316602"/>
                </a:cubicBezTo>
                <a:lnTo>
                  <a:pt x="302565" y="6316602"/>
                </a:lnTo>
                <a:cubicBezTo>
                  <a:pt x="135463" y="6316602"/>
                  <a:pt x="0" y="6181139"/>
                  <a:pt x="0" y="6014037"/>
                </a:cubicBezTo>
                <a:lnTo>
                  <a:pt x="0" y="302565"/>
                </a:lnTo>
                <a:cubicBezTo>
                  <a:pt x="0" y="135463"/>
                  <a:pt x="135463" y="0"/>
                  <a:pt x="302565"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513753" y="1435652"/>
            <a:ext cx="3891435" cy="4833862"/>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515079" y="6387128"/>
            <a:ext cx="2703777" cy="338328"/>
          </a:xfrm>
        </p:spPr>
        <p:txBody>
          <a:bodyPr/>
          <a:lstStyle/>
          <a:p>
            <a:r>
              <a:rPr lang="en-US" dirty="0"/>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19F43114-67DF-4FA3-9285-385EAC7FCBCA}" type="datetime1">
              <a:rPr lang="en-US" smtClean="0"/>
              <a:t>11/5/2025</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8116806-1FD2-4A57-B5EA-7014AB76383B}" type="slidenum">
              <a:rPr lang="en-US" smtClean="0"/>
              <a:t>‹#›</a:t>
            </a:fld>
            <a:endParaRPr lang="en-US" dirty="0"/>
          </a:p>
        </p:txBody>
      </p:sp>
    </p:spTree>
    <p:extLst>
      <p:ext uri="{BB962C8B-B14F-4D97-AF65-F5344CB8AC3E}">
        <p14:creationId xmlns:p14="http://schemas.microsoft.com/office/powerpoint/2010/main" val="3057198604"/>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5856" y="219457"/>
            <a:ext cx="4026915" cy="1303534"/>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185855" y="1522992"/>
            <a:ext cx="4026916" cy="4748826"/>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dirty="0"/>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199660" y="6387128"/>
            <a:ext cx="1032084" cy="338328"/>
          </a:xfrm>
        </p:spPr>
        <p:txBody>
          <a:bodyPr/>
          <a:lstStyle/>
          <a:p>
            <a:fld id="{1217BF59-E0D5-409C-8A6B-0F803A4B6315}" type="datetime1">
              <a:rPr lang="en-US" smtClean="0"/>
              <a:t>11/5/2025</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231744" y="6387128"/>
            <a:ext cx="457200" cy="338328"/>
          </a:xfrm>
        </p:spPr>
        <p:txBody>
          <a:bodyPr/>
          <a:lstStyle>
            <a:lvl1pPr>
              <a:defRPr>
                <a:solidFill>
                  <a:schemeClr val="tx1"/>
                </a:solidFill>
                <a:effectLst/>
              </a:defRPr>
            </a:lvl1pPr>
          </a:lstStyle>
          <a:p>
            <a:fld id="{C8116806-1FD2-4A57-B5EA-7014AB76383B}" type="slidenum">
              <a:rPr lang="en-US" smtClean="0"/>
              <a:t>‹#›</a:t>
            </a:fld>
            <a:endParaRPr lang="en-US" dirty="0"/>
          </a:p>
        </p:txBody>
      </p:sp>
      <p:sp>
        <p:nvSpPr>
          <p:cNvPr id="4" name="Picture Placeholder 3">
            <a:extLst>
              <a:ext uri="{FF2B5EF4-FFF2-40B4-BE49-F238E27FC236}">
                <a16:creationId xmlns:a16="http://schemas.microsoft.com/office/drawing/2014/main" id="{00846273-A5CB-BDCB-C625-903F863EC307}"/>
              </a:ext>
            </a:extLst>
          </p:cNvPr>
          <p:cNvSpPr>
            <a:spLocks noGrp="1"/>
          </p:cNvSpPr>
          <p:nvPr>
            <p:ph type="pic" sz="quarter" idx="13" hasCustomPrompt="1"/>
          </p:nvPr>
        </p:nvSpPr>
        <p:spPr>
          <a:xfrm>
            <a:off x="4914900" y="265943"/>
            <a:ext cx="7010400" cy="6325357"/>
          </a:xfrm>
          <a:custGeom>
            <a:avLst/>
            <a:gdLst>
              <a:gd name="connsiteX0" fmla="*/ 269395 w 6111507"/>
              <a:gd name="connsiteY0" fmla="*/ 0 h 6172338"/>
              <a:gd name="connsiteX1" fmla="*/ 5842112 w 6111507"/>
              <a:gd name="connsiteY1" fmla="*/ 0 h 6172338"/>
              <a:gd name="connsiteX2" fmla="*/ 6111507 w 6111507"/>
              <a:gd name="connsiteY2" fmla="*/ 268145 h 6172338"/>
              <a:gd name="connsiteX3" fmla="*/ 6111507 w 6111507"/>
              <a:gd name="connsiteY3" fmla="*/ 5904194 h 6172338"/>
              <a:gd name="connsiteX4" fmla="*/ 5842112 w 6111507"/>
              <a:gd name="connsiteY4" fmla="*/ 6172338 h 6172338"/>
              <a:gd name="connsiteX5" fmla="*/ 269395 w 6111507"/>
              <a:gd name="connsiteY5" fmla="*/ 6172338 h 6172338"/>
              <a:gd name="connsiteX6" fmla="*/ 0 w 6111507"/>
              <a:gd name="connsiteY6" fmla="*/ 5904194 h 6172338"/>
              <a:gd name="connsiteX7" fmla="*/ 0 w 6111507"/>
              <a:gd name="connsiteY7" fmla="*/ 268145 h 6172338"/>
              <a:gd name="connsiteX8" fmla="*/ 269395 w 6111507"/>
              <a:gd name="connsiteY8" fmla="*/ 0 h 6172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11507" h="6172338">
                <a:moveTo>
                  <a:pt x="269395" y="0"/>
                </a:moveTo>
                <a:lnTo>
                  <a:pt x="5842112" y="0"/>
                </a:lnTo>
                <a:cubicBezTo>
                  <a:pt x="5990895" y="0"/>
                  <a:pt x="6111507" y="120052"/>
                  <a:pt x="6111507" y="268145"/>
                </a:cubicBezTo>
                <a:lnTo>
                  <a:pt x="6111507" y="5904194"/>
                </a:lnTo>
                <a:cubicBezTo>
                  <a:pt x="6111507" y="6052286"/>
                  <a:pt x="5990895" y="6172338"/>
                  <a:pt x="5842112" y="6172338"/>
                </a:cubicBezTo>
                <a:lnTo>
                  <a:pt x="269395" y="6172338"/>
                </a:lnTo>
                <a:cubicBezTo>
                  <a:pt x="120612" y="6172338"/>
                  <a:pt x="0" y="6052286"/>
                  <a:pt x="0" y="5904194"/>
                </a:cubicBezTo>
                <a:lnTo>
                  <a:pt x="0" y="268145"/>
                </a:lnTo>
                <a:cubicBezTo>
                  <a:pt x="0" y="120052"/>
                  <a:pt x="120612" y="0"/>
                  <a:pt x="269395"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4196948453"/>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459071" y="219456"/>
            <a:ext cx="3162300" cy="1849198"/>
          </a:xfrm>
        </p:spPr>
        <p:txBody>
          <a:bodyPr anchor="t"/>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4C1BE581-FB1F-EE1A-8946-9FA6FC25C11B}"/>
              </a:ext>
            </a:extLst>
          </p:cNvPr>
          <p:cNvSpPr>
            <a:spLocks noGrp="1"/>
          </p:cNvSpPr>
          <p:nvPr>
            <p:ph type="pic" sz="quarter" idx="13" hasCustomPrompt="1"/>
          </p:nvPr>
        </p:nvSpPr>
        <p:spPr>
          <a:xfrm>
            <a:off x="274320" y="266700"/>
            <a:ext cx="7924800" cy="6324600"/>
          </a:xfrm>
          <a:custGeom>
            <a:avLst/>
            <a:gdLst>
              <a:gd name="connsiteX0" fmla="*/ 293082 w 7924800"/>
              <a:gd name="connsiteY0" fmla="*/ 0 h 6324600"/>
              <a:gd name="connsiteX1" fmla="*/ 7631718 w 7924800"/>
              <a:gd name="connsiteY1" fmla="*/ 0 h 6324600"/>
              <a:gd name="connsiteX2" fmla="*/ 7924800 w 7924800"/>
              <a:gd name="connsiteY2" fmla="*/ 293082 h 6324600"/>
              <a:gd name="connsiteX3" fmla="*/ 7924800 w 7924800"/>
              <a:gd name="connsiteY3" fmla="*/ 6031518 h 6324600"/>
              <a:gd name="connsiteX4" fmla="*/ 7631718 w 7924800"/>
              <a:gd name="connsiteY4" fmla="*/ 6324600 h 6324600"/>
              <a:gd name="connsiteX5" fmla="*/ 293082 w 7924800"/>
              <a:gd name="connsiteY5" fmla="*/ 6324600 h 6324600"/>
              <a:gd name="connsiteX6" fmla="*/ 0 w 7924800"/>
              <a:gd name="connsiteY6" fmla="*/ 6031518 h 6324600"/>
              <a:gd name="connsiteX7" fmla="*/ 0 w 7924800"/>
              <a:gd name="connsiteY7" fmla="*/ 293082 h 6324600"/>
              <a:gd name="connsiteX8" fmla="*/ 293082 w 7924800"/>
              <a:gd name="connsiteY8" fmla="*/ 0 h 6324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924800" h="6324600">
                <a:moveTo>
                  <a:pt x="293082" y="0"/>
                </a:moveTo>
                <a:lnTo>
                  <a:pt x="7631718" y="0"/>
                </a:lnTo>
                <a:cubicBezTo>
                  <a:pt x="7793583" y="0"/>
                  <a:pt x="7924800" y="131217"/>
                  <a:pt x="7924800" y="293082"/>
                </a:cubicBezTo>
                <a:lnTo>
                  <a:pt x="7924800" y="6031518"/>
                </a:lnTo>
                <a:cubicBezTo>
                  <a:pt x="7924800" y="6193383"/>
                  <a:pt x="7793583" y="6324600"/>
                  <a:pt x="7631718" y="6324600"/>
                </a:cubicBezTo>
                <a:lnTo>
                  <a:pt x="293082" y="6324600"/>
                </a:lnTo>
                <a:cubicBezTo>
                  <a:pt x="131217" y="6324600"/>
                  <a:pt x="0" y="6193383"/>
                  <a:pt x="0" y="6031518"/>
                </a:cubicBezTo>
                <a:lnTo>
                  <a:pt x="0" y="293082"/>
                </a:lnTo>
                <a:cubicBezTo>
                  <a:pt x="0" y="131217"/>
                  <a:pt x="131217" y="0"/>
                  <a:pt x="293082"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459071" y="2111514"/>
            <a:ext cx="3162300" cy="4158000"/>
          </a:xfrm>
        </p:spPr>
        <p:txBody>
          <a:bodyPr vert="horz" lIns="91440" tIns="45720" rIns="91440" bIns="45720" rtlCol="0" anchor="b">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459072" y="6387737"/>
            <a:ext cx="1983112" cy="338328"/>
          </a:xfrm>
        </p:spPr>
        <p:txBody>
          <a:bodyPr/>
          <a:lstStyle/>
          <a:p>
            <a:r>
              <a:rPr lang="en-US" dirty="0"/>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477500" y="6390795"/>
            <a:ext cx="1032084" cy="338328"/>
          </a:xfrm>
        </p:spPr>
        <p:txBody>
          <a:bodyPr/>
          <a:lstStyle>
            <a:lvl1pPr>
              <a:defRPr>
                <a:solidFill>
                  <a:schemeClr val="tx1"/>
                </a:solidFill>
                <a:effectLst/>
              </a:defRPr>
            </a:lvl1pPr>
          </a:lstStyle>
          <a:p>
            <a:fld id="{6AC6ED7C-CAEB-4C33-83BF-788B8A76A11C}" type="datetime1">
              <a:rPr lang="en-US" smtClean="0"/>
              <a:t>11/5/2025</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8116806-1FD2-4A57-B5EA-7014AB76383B}" type="slidenum">
              <a:rPr lang="en-US" smtClean="0"/>
              <a:t>‹#›</a:t>
            </a:fld>
            <a:endParaRPr lang="en-US" dirty="0"/>
          </a:p>
        </p:txBody>
      </p:sp>
    </p:spTree>
    <p:extLst>
      <p:ext uri="{BB962C8B-B14F-4D97-AF65-F5344CB8AC3E}">
        <p14:creationId xmlns:p14="http://schemas.microsoft.com/office/powerpoint/2010/main" val="4240279356"/>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5854" y="219456"/>
            <a:ext cx="3234982" cy="1577218"/>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185854" y="1796675"/>
            <a:ext cx="3234982" cy="4471476"/>
          </a:xfrm>
        </p:spPr>
        <p:txBody>
          <a:bodyPr vert="horz" lIns="91440" tIns="45720" rIns="91440" bIns="45720" rtlCol="0" anchor="b">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78705" y="6387128"/>
            <a:ext cx="2095770" cy="338328"/>
          </a:xfrm>
        </p:spPr>
        <p:txBody>
          <a:bodyPr/>
          <a:lstStyle/>
          <a:p>
            <a:r>
              <a:rPr lang="en-US" dirty="0"/>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2206416" y="6390795"/>
            <a:ext cx="1032084" cy="338328"/>
          </a:xfrm>
        </p:spPr>
        <p:txBody>
          <a:bodyPr/>
          <a:lstStyle>
            <a:lvl1pPr>
              <a:defRPr>
                <a:solidFill>
                  <a:schemeClr val="tx1"/>
                </a:solidFill>
                <a:effectLst/>
              </a:defRPr>
            </a:lvl1pPr>
          </a:lstStyle>
          <a:p>
            <a:fld id="{BB0B5C10-8896-4A25-9ADC-0DE16BEA40F9}" type="datetime1">
              <a:rPr lang="en-US" smtClean="0"/>
              <a:t>11/5/2025</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3238500" y="6390795"/>
            <a:ext cx="457200" cy="338328"/>
          </a:xfrm>
        </p:spPr>
        <p:txBody>
          <a:bodyPr/>
          <a:lstStyle/>
          <a:p>
            <a:fld id="{C8116806-1FD2-4A57-B5EA-7014AB76383B}" type="slidenum">
              <a:rPr lang="en-US" smtClean="0"/>
              <a:t>‹#›</a:t>
            </a:fld>
            <a:endParaRPr lang="en-US" dirty="0"/>
          </a:p>
        </p:txBody>
      </p:sp>
      <p:sp>
        <p:nvSpPr>
          <p:cNvPr id="4" name="Picture Placeholder 3">
            <a:extLst>
              <a:ext uri="{FF2B5EF4-FFF2-40B4-BE49-F238E27FC236}">
                <a16:creationId xmlns:a16="http://schemas.microsoft.com/office/drawing/2014/main" id="{65B0EC94-28E6-D665-7491-10A308B0B426}"/>
              </a:ext>
            </a:extLst>
          </p:cNvPr>
          <p:cNvSpPr>
            <a:spLocks noGrp="1"/>
          </p:cNvSpPr>
          <p:nvPr>
            <p:ph type="pic" sz="quarter" idx="13" hasCustomPrompt="1"/>
          </p:nvPr>
        </p:nvSpPr>
        <p:spPr>
          <a:xfrm>
            <a:off x="3965783" y="265176"/>
            <a:ext cx="7959517" cy="6327648"/>
          </a:xfrm>
          <a:custGeom>
            <a:avLst/>
            <a:gdLst>
              <a:gd name="connsiteX0" fmla="*/ 267246 w 7391400"/>
              <a:gd name="connsiteY0" fmla="*/ 0 h 6172200"/>
              <a:gd name="connsiteX1" fmla="*/ 7124155 w 7391400"/>
              <a:gd name="connsiteY1" fmla="*/ 0 h 6172200"/>
              <a:gd name="connsiteX2" fmla="*/ 7391400 w 7391400"/>
              <a:gd name="connsiteY2" fmla="*/ 266886 h 6172200"/>
              <a:gd name="connsiteX3" fmla="*/ 7391400 w 7391400"/>
              <a:gd name="connsiteY3" fmla="*/ 5905314 h 6172200"/>
              <a:gd name="connsiteX4" fmla="*/ 7124155 w 7391400"/>
              <a:gd name="connsiteY4" fmla="*/ 6172200 h 6172200"/>
              <a:gd name="connsiteX5" fmla="*/ 267246 w 7391400"/>
              <a:gd name="connsiteY5" fmla="*/ 6172200 h 6172200"/>
              <a:gd name="connsiteX6" fmla="*/ 0 w 7391400"/>
              <a:gd name="connsiteY6" fmla="*/ 5905314 h 6172200"/>
              <a:gd name="connsiteX7" fmla="*/ 0 w 7391400"/>
              <a:gd name="connsiteY7" fmla="*/ 266886 h 6172200"/>
              <a:gd name="connsiteX8" fmla="*/ 267246 w 7391400"/>
              <a:gd name="connsiteY8" fmla="*/ 0 h 617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91400" h="6172200">
                <a:moveTo>
                  <a:pt x="267246" y="0"/>
                </a:moveTo>
                <a:lnTo>
                  <a:pt x="7124155" y="0"/>
                </a:lnTo>
                <a:cubicBezTo>
                  <a:pt x="7271750" y="0"/>
                  <a:pt x="7391400" y="119489"/>
                  <a:pt x="7391400" y="266886"/>
                </a:cubicBezTo>
                <a:lnTo>
                  <a:pt x="7391400" y="5905314"/>
                </a:lnTo>
                <a:cubicBezTo>
                  <a:pt x="7391400" y="6052711"/>
                  <a:pt x="7271750" y="6172200"/>
                  <a:pt x="7124155" y="6172200"/>
                </a:cubicBezTo>
                <a:lnTo>
                  <a:pt x="267246" y="6172200"/>
                </a:lnTo>
                <a:cubicBezTo>
                  <a:pt x="119650" y="6172200"/>
                  <a:pt x="0" y="6052711"/>
                  <a:pt x="0" y="5905314"/>
                </a:cubicBezTo>
                <a:lnTo>
                  <a:pt x="0" y="266886"/>
                </a:lnTo>
                <a:cubicBezTo>
                  <a:pt x="0" y="119489"/>
                  <a:pt x="119650" y="0"/>
                  <a:pt x="267246"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2805280659"/>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9252434" y="219456"/>
            <a:ext cx="2504499" cy="2282204"/>
          </a:xfrm>
        </p:spPr>
        <p:txBody>
          <a:bodyPr anchor="t"/>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0245013D-3ACD-0E69-50DF-0B7C6855E765}"/>
              </a:ext>
            </a:extLst>
          </p:cNvPr>
          <p:cNvSpPr>
            <a:spLocks noGrp="1"/>
          </p:cNvSpPr>
          <p:nvPr>
            <p:ph type="pic" sz="quarter" idx="13" hasCustomPrompt="1"/>
          </p:nvPr>
        </p:nvSpPr>
        <p:spPr>
          <a:xfrm>
            <a:off x="274220" y="266700"/>
            <a:ext cx="8782316" cy="6324600"/>
          </a:xfrm>
          <a:custGeom>
            <a:avLst/>
            <a:gdLst>
              <a:gd name="connsiteX0" fmla="*/ 293967 w 8782316"/>
              <a:gd name="connsiteY0" fmla="*/ 0 h 6324600"/>
              <a:gd name="connsiteX1" fmla="*/ 8488349 w 8782316"/>
              <a:gd name="connsiteY1" fmla="*/ 0 h 6324600"/>
              <a:gd name="connsiteX2" fmla="*/ 8782316 w 8782316"/>
              <a:gd name="connsiteY2" fmla="*/ 293967 h 6324600"/>
              <a:gd name="connsiteX3" fmla="*/ 8782316 w 8782316"/>
              <a:gd name="connsiteY3" fmla="*/ 6030633 h 6324600"/>
              <a:gd name="connsiteX4" fmla="*/ 8488349 w 8782316"/>
              <a:gd name="connsiteY4" fmla="*/ 6324600 h 6324600"/>
              <a:gd name="connsiteX5" fmla="*/ 293967 w 8782316"/>
              <a:gd name="connsiteY5" fmla="*/ 6324600 h 6324600"/>
              <a:gd name="connsiteX6" fmla="*/ 0 w 8782316"/>
              <a:gd name="connsiteY6" fmla="*/ 6030633 h 6324600"/>
              <a:gd name="connsiteX7" fmla="*/ 0 w 8782316"/>
              <a:gd name="connsiteY7" fmla="*/ 293967 h 6324600"/>
              <a:gd name="connsiteX8" fmla="*/ 293967 w 8782316"/>
              <a:gd name="connsiteY8" fmla="*/ 0 h 6324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782316" h="6324600">
                <a:moveTo>
                  <a:pt x="293967" y="0"/>
                </a:moveTo>
                <a:lnTo>
                  <a:pt x="8488349" y="0"/>
                </a:lnTo>
                <a:cubicBezTo>
                  <a:pt x="8650702" y="0"/>
                  <a:pt x="8782316" y="131614"/>
                  <a:pt x="8782316" y="293967"/>
                </a:cubicBezTo>
                <a:lnTo>
                  <a:pt x="8782316" y="6030633"/>
                </a:lnTo>
                <a:cubicBezTo>
                  <a:pt x="8782316" y="6192986"/>
                  <a:pt x="8650702" y="6324600"/>
                  <a:pt x="8488349" y="6324600"/>
                </a:cubicBezTo>
                <a:lnTo>
                  <a:pt x="293967" y="6324600"/>
                </a:lnTo>
                <a:cubicBezTo>
                  <a:pt x="131614" y="6324600"/>
                  <a:pt x="0" y="6192986"/>
                  <a:pt x="0" y="6030633"/>
                </a:cubicBezTo>
                <a:lnTo>
                  <a:pt x="0" y="293967"/>
                </a:lnTo>
                <a:cubicBezTo>
                  <a:pt x="0" y="131614"/>
                  <a:pt x="131614" y="0"/>
                  <a:pt x="293967"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9262115" y="3001992"/>
            <a:ext cx="2494818" cy="3299767"/>
          </a:xfrm>
        </p:spPr>
        <p:txBody>
          <a:bodyPr anchor="b">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9259368" y="6387737"/>
            <a:ext cx="1315404" cy="338328"/>
          </a:xfrm>
        </p:spPr>
        <p:txBody>
          <a:bodyPr/>
          <a:lstStyle/>
          <a:p>
            <a:r>
              <a:rPr lang="en-US" dirty="0"/>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564498" y="6390795"/>
            <a:ext cx="1007658" cy="338328"/>
          </a:xfrm>
        </p:spPr>
        <p:txBody>
          <a:bodyPr/>
          <a:lstStyle>
            <a:lvl1pPr>
              <a:defRPr>
                <a:solidFill>
                  <a:schemeClr val="tx1"/>
                </a:solidFill>
                <a:effectLst/>
              </a:defRPr>
            </a:lvl1pPr>
          </a:lstStyle>
          <a:p>
            <a:fld id="{77A7F542-C964-486E-82FB-259D80A22E0C}" type="datetime1">
              <a:rPr lang="en-US" smtClean="0"/>
              <a:t>11/5/2025</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8116806-1FD2-4A57-B5EA-7014AB76383B}" type="slidenum">
              <a:rPr lang="en-US" smtClean="0"/>
              <a:t>‹#›</a:t>
            </a:fld>
            <a:endParaRPr lang="en-US" dirty="0"/>
          </a:p>
        </p:txBody>
      </p:sp>
    </p:spTree>
    <p:extLst>
      <p:ext uri="{BB962C8B-B14F-4D97-AF65-F5344CB8AC3E}">
        <p14:creationId xmlns:p14="http://schemas.microsoft.com/office/powerpoint/2010/main" val="4049937958"/>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1878" y="5322914"/>
            <a:ext cx="4466322" cy="1064214"/>
          </a:xfrm>
        </p:spPr>
        <p:txBody>
          <a:bodyPr anchor="t">
            <a:normAutofit/>
          </a:bodyPr>
          <a:lstStyle>
            <a:lvl1pPr>
              <a:defRPr sz="3000"/>
            </a:lvl1pPr>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61800625-21B7-D3E3-63A2-DDD86082593E}"/>
              </a:ext>
            </a:extLst>
          </p:cNvPr>
          <p:cNvSpPr>
            <a:spLocks noGrp="1"/>
          </p:cNvSpPr>
          <p:nvPr>
            <p:ph type="pic" sz="quarter" idx="15" hasCustomPrompt="1"/>
          </p:nvPr>
        </p:nvSpPr>
        <p:spPr>
          <a:xfrm>
            <a:off x="274220" y="265176"/>
            <a:ext cx="11651080" cy="4853814"/>
          </a:xfrm>
          <a:custGeom>
            <a:avLst/>
            <a:gdLst>
              <a:gd name="connsiteX0" fmla="*/ 291520 w 11651080"/>
              <a:gd name="connsiteY0" fmla="*/ 0 h 4853814"/>
              <a:gd name="connsiteX1" fmla="*/ 11359560 w 11651080"/>
              <a:gd name="connsiteY1" fmla="*/ 0 h 4853814"/>
              <a:gd name="connsiteX2" fmla="*/ 11651080 w 11651080"/>
              <a:gd name="connsiteY2" fmla="*/ 291520 h 4853814"/>
              <a:gd name="connsiteX3" fmla="*/ 11651080 w 11651080"/>
              <a:gd name="connsiteY3" fmla="*/ 4562294 h 4853814"/>
              <a:gd name="connsiteX4" fmla="*/ 11359560 w 11651080"/>
              <a:gd name="connsiteY4" fmla="*/ 4853814 h 4853814"/>
              <a:gd name="connsiteX5" fmla="*/ 291520 w 11651080"/>
              <a:gd name="connsiteY5" fmla="*/ 4853814 h 4853814"/>
              <a:gd name="connsiteX6" fmla="*/ 0 w 11651080"/>
              <a:gd name="connsiteY6" fmla="*/ 4562294 h 4853814"/>
              <a:gd name="connsiteX7" fmla="*/ 0 w 11651080"/>
              <a:gd name="connsiteY7" fmla="*/ 291520 h 4853814"/>
              <a:gd name="connsiteX8" fmla="*/ 291520 w 11651080"/>
              <a:gd name="connsiteY8" fmla="*/ 0 h 4853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651080" h="4853814">
                <a:moveTo>
                  <a:pt x="291520" y="0"/>
                </a:moveTo>
                <a:lnTo>
                  <a:pt x="11359560" y="0"/>
                </a:lnTo>
                <a:cubicBezTo>
                  <a:pt x="11520562" y="0"/>
                  <a:pt x="11651080" y="130518"/>
                  <a:pt x="11651080" y="291520"/>
                </a:cubicBezTo>
                <a:lnTo>
                  <a:pt x="11651080" y="4562294"/>
                </a:lnTo>
                <a:cubicBezTo>
                  <a:pt x="11651080" y="4723296"/>
                  <a:pt x="11520562" y="4853814"/>
                  <a:pt x="11359560" y="4853814"/>
                </a:cubicBezTo>
                <a:lnTo>
                  <a:pt x="291520" y="4853814"/>
                </a:lnTo>
                <a:cubicBezTo>
                  <a:pt x="130518" y="4853814"/>
                  <a:pt x="0" y="4723296"/>
                  <a:pt x="0" y="4562294"/>
                </a:cubicBezTo>
                <a:lnTo>
                  <a:pt x="0" y="291520"/>
                </a:lnTo>
                <a:cubicBezTo>
                  <a:pt x="0" y="130518"/>
                  <a:pt x="130518" y="0"/>
                  <a:pt x="291520"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914900" y="5283156"/>
            <a:ext cx="7010400" cy="1103972"/>
          </a:xfrm>
        </p:spPr>
        <p:txBody>
          <a:bodyPr>
            <a:noAutofit/>
          </a:bodyPr>
          <a:lstStyle>
            <a:lvl1pPr marL="0" indent="0">
              <a:buFont typeface="Arial" panose="020B0604020202020204" pitchFamily="34" charset="0"/>
              <a:buNone/>
              <a:defRPr sz="1400"/>
            </a:lvl1pPr>
            <a:lvl2pPr marL="228600" indent="0">
              <a:buFont typeface="Arial" panose="020B0604020202020204" pitchFamily="34" charset="0"/>
              <a:buNone/>
              <a:defRPr sz="1200"/>
            </a:lvl2pPr>
            <a:lvl3pPr marL="457200" indent="0">
              <a:buFont typeface="Arial" panose="020B0604020202020204" pitchFamily="34" charset="0"/>
              <a:buNone/>
              <a:defRPr sz="1200"/>
            </a:lvl3pPr>
            <a:lvl4pPr marL="685800" indent="0">
              <a:buFont typeface="Arial" panose="020B0604020202020204" pitchFamily="34" charset="0"/>
              <a:buNone/>
              <a:defRPr sz="1200"/>
            </a:lvl4pPr>
            <a:lvl5pPr marL="914400" indent="0">
              <a:buFont typeface="Arial" panose="020B0604020202020204" pitchFamily="34" charset="0"/>
              <a:buNone/>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E79A6D22-E558-45A5-AFFE-4CB08C13E909}" type="datetime1">
              <a:rPr lang="en-US" smtClean="0"/>
              <a:t>11/5/2025</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8116806-1FD2-4A57-B5EA-7014AB76383B}" type="slidenum">
              <a:rPr lang="en-US" smtClean="0"/>
              <a:t>‹#›</a:t>
            </a:fld>
            <a:endParaRPr lang="en-US" dirty="0"/>
          </a:p>
        </p:txBody>
      </p:sp>
    </p:spTree>
    <p:extLst>
      <p:ext uri="{BB962C8B-B14F-4D97-AF65-F5344CB8AC3E}">
        <p14:creationId xmlns:p14="http://schemas.microsoft.com/office/powerpoint/2010/main" val="2012545820"/>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5854" y="3994637"/>
            <a:ext cx="3460316" cy="1986345"/>
          </a:xfrm>
        </p:spPr>
        <p:txBody>
          <a:bodyPr anchor="t">
            <a:normAutofit/>
          </a:bodyPr>
          <a:lstStyle>
            <a:lvl1pPr>
              <a:defRPr sz="3000"/>
            </a:lvl1pPr>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id="{9A350D79-60BC-073C-3EE9-FEF237EFFC3B}"/>
              </a:ext>
            </a:extLst>
          </p:cNvPr>
          <p:cNvSpPr>
            <a:spLocks noGrp="1"/>
          </p:cNvSpPr>
          <p:nvPr>
            <p:ph type="pic" sz="quarter" idx="13" hasCustomPrompt="1"/>
          </p:nvPr>
        </p:nvSpPr>
        <p:spPr>
          <a:xfrm>
            <a:off x="274220" y="266700"/>
            <a:ext cx="11651080" cy="3511571"/>
          </a:xfrm>
          <a:custGeom>
            <a:avLst/>
            <a:gdLst>
              <a:gd name="connsiteX0" fmla="*/ 293181 w 11651080"/>
              <a:gd name="connsiteY0" fmla="*/ 0 h 3511571"/>
              <a:gd name="connsiteX1" fmla="*/ 11357899 w 11651080"/>
              <a:gd name="connsiteY1" fmla="*/ 0 h 3511571"/>
              <a:gd name="connsiteX2" fmla="*/ 11651080 w 11651080"/>
              <a:gd name="connsiteY2" fmla="*/ 293181 h 3511571"/>
              <a:gd name="connsiteX3" fmla="*/ 11651080 w 11651080"/>
              <a:gd name="connsiteY3" fmla="*/ 3218390 h 3511571"/>
              <a:gd name="connsiteX4" fmla="*/ 11521819 w 11651080"/>
              <a:gd name="connsiteY4" fmla="*/ 3461500 h 3511571"/>
              <a:gd name="connsiteX5" fmla="*/ 11477449 w 11651080"/>
              <a:gd name="connsiteY5" fmla="*/ 3485583 h 3511571"/>
              <a:gd name="connsiteX6" fmla="*/ 11417209 w 11651080"/>
              <a:gd name="connsiteY6" fmla="*/ 3504280 h 3511571"/>
              <a:gd name="connsiteX7" fmla="*/ 11344868 w 11651080"/>
              <a:gd name="connsiteY7" fmla="*/ 3511571 h 3511571"/>
              <a:gd name="connsiteX8" fmla="*/ 310043 w 11651080"/>
              <a:gd name="connsiteY8" fmla="*/ 3511571 h 3511571"/>
              <a:gd name="connsiteX9" fmla="*/ 170323 w 11651080"/>
              <a:gd name="connsiteY9" fmla="*/ 3483368 h 3511571"/>
              <a:gd name="connsiteX10" fmla="*/ 127787 w 11651080"/>
              <a:gd name="connsiteY10" fmla="*/ 3460284 h 3511571"/>
              <a:gd name="connsiteX11" fmla="*/ 85871 w 11651080"/>
              <a:gd name="connsiteY11" fmla="*/ 3425700 h 3511571"/>
              <a:gd name="connsiteX12" fmla="*/ 0 w 11651080"/>
              <a:gd name="connsiteY12" fmla="*/ 3218390 h 3511571"/>
              <a:gd name="connsiteX13" fmla="*/ 0 w 11651080"/>
              <a:gd name="connsiteY13" fmla="*/ 293181 h 3511571"/>
              <a:gd name="connsiteX14" fmla="*/ 293181 w 11651080"/>
              <a:gd name="connsiteY14" fmla="*/ 0 h 351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651080" h="3511571">
                <a:moveTo>
                  <a:pt x="293181" y="0"/>
                </a:moveTo>
                <a:lnTo>
                  <a:pt x="11357899" y="0"/>
                </a:lnTo>
                <a:cubicBezTo>
                  <a:pt x="11519818" y="0"/>
                  <a:pt x="11651080" y="131262"/>
                  <a:pt x="11651080" y="293181"/>
                </a:cubicBezTo>
                <a:lnTo>
                  <a:pt x="11651080" y="3218390"/>
                </a:lnTo>
                <a:cubicBezTo>
                  <a:pt x="11651080" y="3319589"/>
                  <a:pt x="11599806" y="3408813"/>
                  <a:pt x="11521819" y="3461500"/>
                </a:cubicBezTo>
                <a:lnTo>
                  <a:pt x="11477449" y="3485583"/>
                </a:lnTo>
                <a:lnTo>
                  <a:pt x="11417209" y="3504280"/>
                </a:lnTo>
                <a:cubicBezTo>
                  <a:pt x="11393842" y="3509060"/>
                  <a:pt x="11369648" y="3511571"/>
                  <a:pt x="11344868" y="3511571"/>
                </a:cubicBezTo>
                <a:lnTo>
                  <a:pt x="310043" y="3511571"/>
                </a:lnTo>
                <a:cubicBezTo>
                  <a:pt x="260482" y="3511571"/>
                  <a:pt x="213267" y="3501529"/>
                  <a:pt x="170323" y="3483368"/>
                </a:cubicBezTo>
                <a:lnTo>
                  <a:pt x="127787" y="3460284"/>
                </a:lnTo>
                <a:lnTo>
                  <a:pt x="85871" y="3425700"/>
                </a:lnTo>
                <a:cubicBezTo>
                  <a:pt x="32816" y="3372645"/>
                  <a:pt x="0" y="3299350"/>
                  <a:pt x="0" y="3218390"/>
                </a:cubicBezTo>
                <a:lnTo>
                  <a:pt x="0" y="293181"/>
                </a:lnTo>
                <a:cubicBezTo>
                  <a:pt x="0" y="131262"/>
                  <a:pt x="131262" y="0"/>
                  <a:pt x="293181"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62400" y="3977466"/>
            <a:ext cx="7962900" cy="228600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454360EB-95BF-4987-BAEE-E7CA2491C2B2}" type="datetime1">
              <a:rPr lang="en-US" smtClean="0"/>
              <a:t>11/5/2025</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8116806-1FD2-4A57-B5EA-7014AB76383B}" type="slidenum">
              <a:rPr lang="en-US" smtClean="0"/>
              <a:t>‹#›</a:t>
            </a:fld>
            <a:endParaRPr lang="en-US" dirty="0"/>
          </a:p>
        </p:txBody>
      </p:sp>
    </p:spTree>
    <p:extLst>
      <p:ext uri="{BB962C8B-B14F-4D97-AF65-F5344CB8AC3E}">
        <p14:creationId xmlns:p14="http://schemas.microsoft.com/office/powerpoint/2010/main" val="1929043634"/>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5878" y="216452"/>
            <a:ext cx="3381587" cy="2213524"/>
          </a:xfrm>
        </p:spPr>
        <p:txBody>
          <a:bodyPr anchor="t">
            <a:normAutofit/>
          </a:bodyPr>
          <a:lstStyle>
            <a:lvl1pPr>
              <a:defRPr sz="30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62400" y="177492"/>
            <a:ext cx="7962900" cy="2286000"/>
          </a:xfrm>
        </p:spPr>
        <p:txBody>
          <a:bodyPr>
            <a:normAutofit/>
          </a:bodyPr>
          <a:lstStyle>
            <a:lvl1pPr marL="285750" indent="-285750">
              <a:buFont typeface="Arial" panose="020B0604020202020204" pitchFamily="34" charset="0"/>
              <a:buChar char="•"/>
              <a:defRPr sz="1400"/>
            </a:lvl1pPr>
            <a:lvl2pPr marL="514350" indent="-285750">
              <a:buFont typeface="Arial" panose="020B0604020202020204" pitchFamily="34" charset="0"/>
              <a:buChar char="•"/>
              <a:defRPr sz="14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400"/>
            </a:lvl4pPr>
            <a:lvl5pPr marL="1085850" indent="-171450">
              <a:buFont typeface="Arial" panose="020B0604020202020204" pitchFamily="34" charset="0"/>
              <a:buChar cha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85878" y="2513464"/>
            <a:ext cx="2805405" cy="338328"/>
          </a:xfrm>
        </p:spPr>
        <p:txBody>
          <a:bodyPr/>
          <a:lstStyle/>
          <a:p>
            <a:r>
              <a:rPr lang="en-US" dirty="0"/>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230339" y="2516244"/>
            <a:ext cx="1284010" cy="338328"/>
          </a:xfrm>
        </p:spPr>
        <p:txBody>
          <a:bodyPr/>
          <a:lstStyle/>
          <a:p>
            <a:fld id="{70D4BFA2-1BB9-40F7-B5CD-27AF3FC15B4F}" type="datetime1">
              <a:rPr lang="en-US" smtClean="0"/>
              <a:t>11/5/2025</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509585" y="2513464"/>
            <a:ext cx="449306" cy="338328"/>
          </a:xfrm>
        </p:spPr>
        <p:txBody>
          <a:bodyPr/>
          <a:lstStyle/>
          <a:p>
            <a:fld id="{C8116806-1FD2-4A57-B5EA-7014AB76383B}" type="slidenum">
              <a:rPr lang="en-US" smtClean="0"/>
              <a:t>‹#›</a:t>
            </a:fld>
            <a:endParaRPr lang="en-US" dirty="0"/>
          </a:p>
        </p:txBody>
      </p:sp>
      <p:sp>
        <p:nvSpPr>
          <p:cNvPr id="10" name="Picture Placeholder 9">
            <a:extLst>
              <a:ext uri="{FF2B5EF4-FFF2-40B4-BE49-F238E27FC236}">
                <a16:creationId xmlns:a16="http://schemas.microsoft.com/office/drawing/2014/main" id="{EE56056E-3484-D9D0-95D5-818FF4C3C8D6}"/>
              </a:ext>
            </a:extLst>
          </p:cNvPr>
          <p:cNvSpPr>
            <a:spLocks noGrp="1"/>
          </p:cNvSpPr>
          <p:nvPr>
            <p:ph type="pic" sz="quarter" idx="13" hasCustomPrompt="1"/>
          </p:nvPr>
        </p:nvSpPr>
        <p:spPr>
          <a:xfrm>
            <a:off x="274220" y="2935280"/>
            <a:ext cx="11651080" cy="3656020"/>
          </a:xfrm>
          <a:custGeom>
            <a:avLst/>
            <a:gdLst>
              <a:gd name="connsiteX0" fmla="*/ 298989 w 11651080"/>
              <a:gd name="connsiteY0" fmla="*/ 0 h 3656020"/>
              <a:gd name="connsiteX1" fmla="*/ 11352091 w 11651080"/>
              <a:gd name="connsiteY1" fmla="*/ 0 h 3656020"/>
              <a:gd name="connsiteX2" fmla="*/ 11651080 w 11651080"/>
              <a:gd name="connsiteY2" fmla="*/ 298989 h 3656020"/>
              <a:gd name="connsiteX3" fmla="*/ 11651080 w 11651080"/>
              <a:gd name="connsiteY3" fmla="*/ 3357031 h 3656020"/>
              <a:gd name="connsiteX4" fmla="*/ 11352091 w 11651080"/>
              <a:gd name="connsiteY4" fmla="*/ 3656020 h 3656020"/>
              <a:gd name="connsiteX5" fmla="*/ 298989 w 11651080"/>
              <a:gd name="connsiteY5" fmla="*/ 3656020 h 3656020"/>
              <a:gd name="connsiteX6" fmla="*/ 0 w 11651080"/>
              <a:gd name="connsiteY6" fmla="*/ 3357031 h 3656020"/>
              <a:gd name="connsiteX7" fmla="*/ 0 w 11651080"/>
              <a:gd name="connsiteY7" fmla="*/ 298989 h 3656020"/>
              <a:gd name="connsiteX8" fmla="*/ 298989 w 11651080"/>
              <a:gd name="connsiteY8" fmla="*/ 0 h 3656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651080" h="3656020">
                <a:moveTo>
                  <a:pt x="298989" y="0"/>
                </a:moveTo>
                <a:lnTo>
                  <a:pt x="11352091" y="0"/>
                </a:lnTo>
                <a:cubicBezTo>
                  <a:pt x="11517218" y="0"/>
                  <a:pt x="11651080" y="133862"/>
                  <a:pt x="11651080" y="298989"/>
                </a:cubicBezTo>
                <a:lnTo>
                  <a:pt x="11651080" y="3357031"/>
                </a:lnTo>
                <a:cubicBezTo>
                  <a:pt x="11651080" y="3522158"/>
                  <a:pt x="11517218" y="3656020"/>
                  <a:pt x="11352091" y="3656020"/>
                </a:cubicBezTo>
                <a:lnTo>
                  <a:pt x="298989" y="3656020"/>
                </a:lnTo>
                <a:cubicBezTo>
                  <a:pt x="133862" y="3656020"/>
                  <a:pt x="0" y="3522158"/>
                  <a:pt x="0" y="3357031"/>
                </a:cubicBezTo>
                <a:lnTo>
                  <a:pt x="0" y="298989"/>
                </a:lnTo>
                <a:cubicBezTo>
                  <a:pt x="0" y="133862"/>
                  <a:pt x="133862" y="0"/>
                  <a:pt x="298989"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4043509474"/>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267689" y="1277917"/>
            <a:ext cx="4244590" cy="1054449"/>
          </a:xfrm>
        </p:spPr>
        <p:txBody>
          <a:bodyPr anchor="t"/>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id="{6A6D8C26-0B2C-F81E-0E9B-25818527E0CD}"/>
              </a:ext>
            </a:extLst>
          </p:cNvPr>
          <p:cNvSpPr>
            <a:spLocks noGrp="1"/>
          </p:cNvSpPr>
          <p:nvPr>
            <p:ph type="pic" sz="quarter" idx="13" hasCustomPrompt="1"/>
          </p:nvPr>
        </p:nvSpPr>
        <p:spPr>
          <a:xfrm>
            <a:off x="1371601" y="2391930"/>
            <a:ext cx="4140679" cy="3094471"/>
          </a:xfrm>
          <a:custGeom>
            <a:avLst/>
            <a:gdLst>
              <a:gd name="connsiteX0" fmla="*/ 287879 w 4140679"/>
              <a:gd name="connsiteY0" fmla="*/ 0 h 3094471"/>
              <a:gd name="connsiteX1" fmla="*/ 3852800 w 4140679"/>
              <a:gd name="connsiteY1" fmla="*/ 0 h 3094471"/>
              <a:gd name="connsiteX2" fmla="*/ 4140679 w 4140679"/>
              <a:gd name="connsiteY2" fmla="*/ 287879 h 3094471"/>
              <a:gd name="connsiteX3" fmla="*/ 4140679 w 4140679"/>
              <a:gd name="connsiteY3" fmla="*/ 2806592 h 3094471"/>
              <a:gd name="connsiteX4" fmla="*/ 3852800 w 4140679"/>
              <a:gd name="connsiteY4" fmla="*/ 3094471 h 3094471"/>
              <a:gd name="connsiteX5" fmla="*/ 287879 w 4140679"/>
              <a:gd name="connsiteY5" fmla="*/ 3094471 h 3094471"/>
              <a:gd name="connsiteX6" fmla="*/ 0 w 4140679"/>
              <a:gd name="connsiteY6" fmla="*/ 2806592 h 3094471"/>
              <a:gd name="connsiteX7" fmla="*/ 0 w 4140679"/>
              <a:gd name="connsiteY7" fmla="*/ 287879 h 3094471"/>
              <a:gd name="connsiteX8" fmla="*/ 287879 w 4140679"/>
              <a:gd name="connsiteY8" fmla="*/ 0 h 3094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40679" h="3094471">
                <a:moveTo>
                  <a:pt x="287879" y="0"/>
                </a:moveTo>
                <a:lnTo>
                  <a:pt x="3852800" y="0"/>
                </a:lnTo>
                <a:cubicBezTo>
                  <a:pt x="4011791" y="0"/>
                  <a:pt x="4140679" y="128888"/>
                  <a:pt x="4140679" y="287879"/>
                </a:cubicBezTo>
                <a:lnTo>
                  <a:pt x="4140679" y="2806592"/>
                </a:lnTo>
                <a:cubicBezTo>
                  <a:pt x="4140679" y="2965583"/>
                  <a:pt x="4011791" y="3094471"/>
                  <a:pt x="3852800" y="3094471"/>
                </a:cubicBezTo>
                <a:lnTo>
                  <a:pt x="287879" y="3094471"/>
                </a:lnTo>
                <a:cubicBezTo>
                  <a:pt x="128888" y="3094471"/>
                  <a:pt x="0" y="2965583"/>
                  <a:pt x="0" y="2806592"/>
                </a:cubicBezTo>
                <a:lnTo>
                  <a:pt x="0" y="287879"/>
                </a:lnTo>
                <a:cubicBezTo>
                  <a:pt x="0" y="128888"/>
                  <a:pt x="128888" y="0"/>
                  <a:pt x="287879"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867400" y="1277917"/>
            <a:ext cx="4953000" cy="42084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74B2A89B-6654-46B7-8BAD-422EA50F4994}" type="datetime1">
              <a:rPr lang="en-US" smtClean="0"/>
              <a:t>11/5/2025</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8116806-1FD2-4A57-B5EA-7014AB76383B}" type="slidenum">
              <a:rPr lang="en-US" smtClean="0"/>
              <a:t>‹#›</a:t>
            </a:fld>
            <a:endParaRPr lang="en-US" dirty="0"/>
          </a:p>
        </p:txBody>
      </p:sp>
    </p:spTree>
    <p:extLst>
      <p:ext uri="{BB962C8B-B14F-4D97-AF65-F5344CB8AC3E}">
        <p14:creationId xmlns:p14="http://schemas.microsoft.com/office/powerpoint/2010/main" val="1982181330"/>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p:cSld name="Content with Picture 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2880" y="219456"/>
            <a:ext cx="3172641" cy="3145019"/>
          </a:xfrm>
        </p:spPr>
        <p:txBody>
          <a:bodyPr anchor="t">
            <a:normAutofit/>
          </a:bodyPr>
          <a:lstStyle>
            <a:lvl1pPr>
              <a:defRPr sz="3000"/>
            </a:lvl1pPr>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id="{A95997E6-BE07-E83F-D207-0CADA004E02A}"/>
              </a:ext>
            </a:extLst>
          </p:cNvPr>
          <p:cNvSpPr>
            <a:spLocks noGrp="1"/>
          </p:cNvSpPr>
          <p:nvPr>
            <p:ph type="pic" sz="quarter" idx="15" hasCustomPrompt="1"/>
          </p:nvPr>
        </p:nvSpPr>
        <p:spPr>
          <a:xfrm>
            <a:off x="4000500" y="265332"/>
            <a:ext cx="7924800" cy="3095837"/>
          </a:xfrm>
          <a:custGeom>
            <a:avLst/>
            <a:gdLst>
              <a:gd name="connsiteX0" fmla="*/ 282309 w 8229600"/>
              <a:gd name="connsiteY0" fmla="*/ 0 h 3095837"/>
              <a:gd name="connsiteX1" fmla="*/ 7947291 w 8229600"/>
              <a:gd name="connsiteY1" fmla="*/ 0 h 3095837"/>
              <a:gd name="connsiteX2" fmla="*/ 8229600 w 8229600"/>
              <a:gd name="connsiteY2" fmla="*/ 282309 h 3095837"/>
              <a:gd name="connsiteX3" fmla="*/ 8229600 w 8229600"/>
              <a:gd name="connsiteY3" fmla="*/ 2813528 h 3095837"/>
              <a:gd name="connsiteX4" fmla="*/ 7947291 w 8229600"/>
              <a:gd name="connsiteY4" fmla="*/ 3095837 h 3095837"/>
              <a:gd name="connsiteX5" fmla="*/ 282309 w 8229600"/>
              <a:gd name="connsiteY5" fmla="*/ 3095837 h 3095837"/>
              <a:gd name="connsiteX6" fmla="*/ 0 w 8229600"/>
              <a:gd name="connsiteY6" fmla="*/ 2813528 h 3095837"/>
              <a:gd name="connsiteX7" fmla="*/ 0 w 8229600"/>
              <a:gd name="connsiteY7" fmla="*/ 282309 h 3095837"/>
              <a:gd name="connsiteX8" fmla="*/ 282309 w 8229600"/>
              <a:gd name="connsiteY8" fmla="*/ 0 h 3095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229600" h="3095837">
                <a:moveTo>
                  <a:pt x="282309" y="0"/>
                </a:moveTo>
                <a:lnTo>
                  <a:pt x="7947291" y="0"/>
                </a:lnTo>
                <a:cubicBezTo>
                  <a:pt x="8103206" y="0"/>
                  <a:pt x="8229600" y="126394"/>
                  <a:pt x="8229600" y="282309"/>
                </a:cubicBezTo>
                <a:lnTo>
                  <a:pt x="8229600" y="2813528"/>
                </a:lnTo>
                <a:cubicBezTo>
                  <a:pt x="8229600" y="2969443"/>
                  <a:pt x="8103206" y="3095837"/>
                  <a:pt x="7947291" y="3095837"/>
                </a:cubicBezTo>
                <a:lnTo>
                  <a:pt x="282309" y="3095837"/>
                </a:lnTo>
                <a:cubicBezTo>
                  <a:pt x="126394" y="3095837"/>
                  <a:pt x="0" y="2969443"/>
                  <a:pt x="0" y="2813528"/>
                </a:cubicBezTo>
                <a:lnTo>
                  <a:pt x="0" y="282309"/>
                </a:lnTo>
                <a:cubicBezTo>
                  <a:pt x="0" y="126394"/>
                  <a:pt x="126394" y="0"/>
                  <a:pt x="282309"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14565" y="3543597"/>
            <a:ext cx="8010734" cy="2843531"/>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AD90CB68-2046-4562-B6CE-CDFAB3DC51F3}" type="datetime1">
              <a:rPr lang="en-US" smtClean="0"/>
              <a:t>11/5/2025</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8116806-1FD2-4A57-B5EA-7014AB76383B}" type="slidenum">
              <a:rPr lang="en-US" smtClean="0"/>
              <a:t>‹#›</a:t>
            </a:fld>
            <a:endParaRPr lang="en-US" dirty="0"/>
          </a:p>
        </p:txBody>
      </p:sp>
    </p:spTree>
    <p:extLst>
      <p:ext uri="{BB962C8B-B14F-4D97-AF65-F5344CB8AC3E}">
        <p14:creationId xmlns:p14="http://schemas.microsoft.com/office/powerpoint/2010/main" val="2796637682"/>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p:cSld name="Content with Picture 1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2881" y="5158596"/>
            <a:ext cx="4207160" cy="1216328"/>
          </a:xfrm>
        </p:spPr>
        <p:txBody>
          <a:bodyPr anchor="t"/>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id="{43EBFFFF-5D16-BE62-1AAA-3F8F77B6C10A}"/>
              </a:ext>
            </a:extLst>
          </p:cNvPr>
          <p:cNvSpPr>
            <a:spLocks noGrp="1"/>
          </p:cNvSpPr>
          <p:nvPr>
            <p:ph type="pic" sz="quarter" idx="13" hasCustomPrompt="1"/>
          </p:nvPr>
        </p:nvSpPr>
        <p:spPr>
          <a:xfrm>
            <a:off x="271305" y="265176"/>
            <a:ext cx="4118735" cy="4577087"/>
          </a:xfrm>
          <a:custGeom>
            <a:avLst/>
            <a:gdLst>
              <a:gd name="connsiteX0" fmla="*/ 302192 w 4118735"/>
              <a:gd name="connsiteY0" fmla="*/ 0 h 4577087"/>
              <a:gd name="connsiteX1" fmla="*/ 3816543 w 4118735"/>
              <a:gd name="connsiteY1" fmla="*/ 0 h 4577087"/>
              <a:gd name="connsiteX2" fmla="*/ 4118735 w 4118735"/>
              <a:gd name="connsiteY2" fmla="*/ 302192 h 4577087"/>
              <a:gd name="connsiteX3" fmla="*/ 4118735 w 4118735"/>
              <a:gd name="connsiteY3" fmla="*/ 4274895 h 4577087"/>
              <a:gd name="connsiteX4" fmla="*/ 3816543 w 4118735"/>
              <a:gd name="connsiteY4" fmla="*/ 4577087 h 4577087"/>
              <a:gd name="connsiteX5" fmla="*/ 302192 w 4118735"/>
              <a:gd name="connsiteY5" fmla="*/ 4577087 h 4577087"/>
              <a:gd name="connsiteX6" fmla="*/ 0 w 4118735"/>
              <a:gd name="connsiteY6" fmla="*/ 4274895 h 4577087"/>
              <a:gd name="connsiteX7" fmla="*/ 0 w 4118735"/>
              <a:gd name="connsiteY7" fmla="*/ 302192 h 4577087"/>
              <a:gd name="connsiteX8" fmla="*/ 302192 w 4118735"/>
              <a:gd name="connsiteY8" fmla="*/ 0 h 4577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18735" h="4577087">
                <a:moveTo>
                  <a:pt x="302192" y="0"/>
                </a:moveTo>
                <a:lnTo>
                  <a:pt x="3816543" y="0"/>
                </a:lnTo>
                <a:cubicBezTo>
                  <a:pt x="3983439" y="0"/>
                  <a:pt x="4118735" y="135296"/>
                  <a:pt x="4118735" y="302192"/>
                </a:cubicBezTo>
                <a:lnTo>
                  <a:pt x="4118735" y="4274895"/>
                </a:lnTo>
                <a:cubicBezTo>
                  <a:pt x="4118735" y="4441791"/>
                  <a:pt x="3983439" y="4577087"/>
                  <a:pt x="3816543" y="4577087"/>
                </a:cubicBezTo>
                <a:lnTo>
                  <a:pt x="302192" y="4577087"/>
                </a:lnTo>
                <a:cubicBezTo>
                  <a:pt x="135296" y="4577087"/>
                  <a:pt x="0" y="4441791"/>
                  <a:pt x="0" y="4274895"/>
                </a:cubicBezTo>
                <a:lnTo>
                  <a:pt x="0" y="302192"/>
                </a:lnTo>
                <a:cubicBezTo>
                  <a:pt x="0" y="135296"/>
                  <a:pt x="135296" y="0"/>
                  <a:pt x="302192"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914900" y="296685"/>
            <a:ext cx="6720870" cy="60759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5A882899-F271-47EA-805D-B8A33B6837B1}" type="datetime1">
              <a:rPr lang="en-US" smtClean="0"/>
              <a:t>11/5/2025</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8116806-1FD2-4A57-B5EA-7014AB76383B}" type="slidenum">
              <a:rPr lang="en-US" smtClean="0"/>
              <a:t>‹#›</a:t>
            </a:fld>
            <a:endParaRPr lang="en-US" dirty="0"/>
          </a:p>
        </p:txBody>
      </p:sp>
    </p:spTree>
    <p:extLst>
      <p:ext uri="{BB962C8B-B14F-4D97-AF65-F5344CB8AC3E}">
        <p14:creationId xmlns:p14="http://schemas.microsoft.com/office/powerpoint/2010/main" val="2708607831"/>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p:cSld name="Number Large">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0E5778B4-3E3F-C3EF-5322-2ECFF646D003}"/>
              </a:ext>
              <a:ext uri="{C183D7F6-B498-43B3-948B-1728B52AA6E4}">
                <adec:decorative xmlns:adec="http://schemas.microsoft.com/office/drawing/2017/decorative" val="1"/>
              </a:ext>
            </a:extLst>
          </p:cNvPr>
          <p:cNvSpPr/>
          <p:nvPr/>
        </p:nvSpPr>
        <p:spPr>
          <a:xfrm>
            <a:off x="1231821" y="760151"/>
            <a:ext cx="9728359" cy="4233673"/>
          </a:xfrm>
          <a:prstGeom prst="roundRect">
            <a:avLst>
              <a:gd name="adj" fmla="val 7502"/>
            </a:avLst>
          </a:pr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B32242A1-A384-8CB1-904B-45EEDF23C323}"/>
              </a:ext>
            </a:extLst>
          </p:cNvPr>
          <p:cNvSpPr>
            <a:spLocks noGrp="1"/>
          </p:cNvSpPr>
          <p:nvPr>
            <p:ph type="title"/>
          </p:nvPr>
        </p:nvSpPr>
        <p:spPr>
          <a:xfrm>
            <a:off x="1446276" y="5255159"/>
            <a:ext cx="9299448" cy="1025326"/>
          </a:xfrm>
        </p:spPr>
        <p:txBody>
          <a:bodyPr anchor="ctr">
            <a:normAutofit/>
          </a:bodyPr>
          <a:lstStyle>
            <a:lvl1pPr algn="ctr">
              <a:lnSpc>
                <a:spcPct val="90000"/>
              </a:lnSpc>
              <a:defRPr sz="2400" spc="-50" baseline="0">
                <a:solidFill>
                  <a:schemeClr val="tx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76F59BDE-94E7-56D6-3D7F-6145311BA2D8}"/>
              </a:ext>
            </a:extLst>
          </p:cNvPr>
          <p:cNvSpPr>
            <a:spLocks noGrp="1"/>
          </p:cNvSpPr>
          <p:nvPr>
            <p:ph sz="quarter" idx="13" hasCustomPrompt="1"/>
          </p:nvPr>
        </p:nvSpPr>
        <p:spPr>
          <a:xfrm>
            <a:off x="1446276" y="1293091"/>
            <a:ext cx="9299448" cy="3943921"/>
          </a:xfrm>
        </p:spPr>
        <p:txBody>
          <a:bodyPr anchor="ctr">
            <a:normAutofit/>
          </a:bodyPr>
          <a:lstStyle>
            <a:lvl1pPr marL="0" indent="0" algn="ctr">
              <a:lnSpc>
                <a:spcPct val="80000"/>
              </a:lnSpc>
              <a:buNone/>
              <a:defRPr sz="26000" spc="-100" baseline="0">
                <a:solidFill>
                  <a:schemeClr val="tx1"/>
                </a:solidFill>
              </a:defRPr>
            </a:lvl1pPr>
          </a:lstStyle>
          <a:p>
            <a:pPr lvl="0"/>
            <a:r>
              <a:rPr lang="en-US" dirty="0"/>
              <a:t>XX%</a:t>
            </a:r>
          </a:p>
        </p:txBody>
      </p:sp>
      <p:sp>
        <p:nvSpPr>
          <p:cNvPr id="4" name="Footer Placeholder 3">
            <a:extLst>
              <a:ext uri="{FF2B5EF4-FFF2-40B4-BE49-F238E27FC236}">
                <a16:creationId xmlns:a16="http://schemas.microsoft.com/office/drawing/2014/main" id="{6D6D72DC-8ED1-FAB8-CD4C-7BDCAEA2C329}"/>
              </a:ext>
            </a:extLst>
          </p:cNvPr>
          <p:cNvSpPr>
            <a:spLocks noGrp="1"/>
          </p:cNvSpPr>
          <p:nvPr>
            <p:ph type="ftr" sz="quarter" idx="11"/>
          </p:nvPr>
        </p:nvSpPr>
        <p:spPr/>
        <p:txBody>
          <a:bodyPr/>
          <a:lstStyle/>
          <a:p>
            <a:r>
              <a:rPr lang="en-US" dirty="0"/>
              <a:t>Sample Footer Text</a:t>
            </a:r>
          </a:p>
        </p:txBody>
      </p:sp>
      <p:sp>
        <p:nvSpPr>
          <p:cNvPr id="3" name="Date Placeholder 2">
            <a:extLst>
              <a:ext uri="{FF2B5EF4-FFF2-40B4-BE49-F238E27FC236}">
                <a16:creationId xmlns:a16="http://schemas.microsoft.com/office/drawing/2014/main" id="{14C6FDB9-A3B3-A4DB-D081-D27ECC7043C1}"/>
              </a:ext>
            </a:extLst>
          </p:cNvPr>
          <p:cNvSpPr>
            <a:spLocks noGrp="1"/>
          </p:cNvSpPr>
          <p:nvPr>
            <p:ph type="dt" sz="half" idx="10"/>
          </p:nvPr>
        </p:nvSpPr>
        <p:spPr/>
        <p:txBody>
          <a:bodyPr/>
          <a:lstStyle/>
          <a:p>
            <a:fld id="{E24BB35E-97D9-4AD8-9F03-F1A28F5EDD3F}" type="datetime1">
              <a:rPr lang="en-US" smtClean="0"/>
              <a:t>11/5/2025</a:t>
            </a:fld>
            <a:endParaRPr lang="en-US" dirty="0"/>
          </a:p>
        </p:txBody>
      </p:sp>
      <p:sp>
        <p:nvSpPr>
          <p:cNvPr id="5" name="Slide Number Placeholder 4">
            <a:extLst>
              <a:ext uri="{FF2B5EF4-FFF2-40B4-BE49-F238E27FC236}">
                <a16:creationId xmlns:a16="http://schemas.microsoft.com/office/drawing/2014/main" id="{CFBFCFB0-1D5D-C25F-A74C-5CFB9C1950CF}"/>
              </a:ext>
            </a:extLst>
          </p:cNvPr>
          <p:cNvSpPr>
            <a:spLocks noGrp="1"/>
          </p:cNvSpPr>
          <p:nvPr>
            <p:ph type="sldNum" sz="quarter" idx="12"/>
          </p:nvPr>
        </p:nvSpPr>
        <p:spPr/>
        <p:txBody>
          <a:bodyPr/>
          <a:lstStyle/>
          <a:p>
            <a:fld id="{C8116806-1FD2-4A57-B5EA-7014AB76383B}" type="slidenum">
              <a:rPr lang="en-US" smtClean="0"/>
              <a:t>‹#›</a:t>
            </a:fld>
            <a:endParaRPr lang="en-US" dirty="0"/>
          </a:p>
        </p:txBody>
      </p:sp>
    </p:spTree>
    <p:extLst>
      <p:ext uri="{BB962C8B-B14F-4D97-AF65-F5344CB8AC3E}">
        <p14:creationId xmlns:p14="http://schemas.microsoft.com/office/powerpoint/2010/main" val="1776880469"/>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p:cSld name="Number Large 2">
    <p:bg>
      <p:bgPr>
        <a:solidFill>
          <a:schemeClr val="accent1"/>
        </a:solidFill>
        <a:effectLst/>
      </p:bgPr>
    </p:bg>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0E5778B4-3E3F-C3EF-5322-2ECFF646D003}"/>
              </a:ext>
              <a:ext uri="{C183D7F6-B498-43B3-948B-1728B52AA6E4}">
                <adec:decorative xmlns:adec="http://schemas.microsoft.com/office/drawing/2017/decorative" val="1"/>
              </a:ext>
            </a:extLst>
          </p:cNvPr>
          <p:cNvSpPr/>
          <p:nvPr/>
        </p:nvSpPr>
        <p:spPr>
          <a:xfrm>
            <a:off x="620201" y="606392"/>
            <a:ext cx="10946701" cy="4619890"/>
          </a:xfrm>
          <a:prstGeom prst="roundRect">
            <a:avLst>
              <a:gd name="adj" fmla="val 6476"/>
            </a:avLst>
          </a:prstGeom>
          <a:solidFill>
            <a:schemeClr val="accent1">
              <a:lumMod val="60000"/>
              <a:lumOff val="40000"/>
              <a:alpha val="50000"/>
            </a:schemeClr>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B32242A1-A384-8CB1-904B-45EEDF23C323}"/>
              </a:ext>
            </a:extLst>
          </p:cNvPr>
          <p:cNvSpPr>
            <a:spLocks noGrp="1"/>
          </p:cNvSpPr>
          <p:nvPr>
            <p:ph type="title"/>
          </p:nvPr>
        </p:nvSpPr>
        <p:spPr>
          <a:xfrm>
            <a:off x="1446276" y="5226282"/>
            <a:ext cx="9299448" cy="1025326"/>
          </a:xfrm>
        </p:spPr>
        <p:txBody>
          <a:bodyPr anchor="ctr">
            <a:normAutofit/>
          </a:bodyPr>
          <a:lstStyle>
            <a:lvl1pPr algn="ctr">
              <a:lnSpc>
                <a:spcPct val="90000"/>
              </a:lnSpc>
              <a:defRPr sz="2400" spc="-50" baseline="0">
                <a:solidFill>
                  <a:schemeClr val="tx2"/>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76F59BDE-94E7-56D6-3D7F-6145311BA2D8}"/>
              </a:ext>
            </a:extLst>
          </p:cNvPr>
          <p:cNvSpPr>
            <a:spLocks noGrp="1"/>
          </p:cNvSpPr>
          <p:nvPr>
            <p:ph sz="quarter" idx="13" hasCustomPrompt="1"/>
          </p:nvPr>
        </p:nvSpPr>
        <p:spPr>
          <a:xfrm>
            <a:off x="1446276" y="1293092"/>
            <a:ext cx="9299448" cy="3700734"/>
          </a:xfrm>
        </p:spPr>
        <p:txBody>
          <a:bodyPr anchor="ctr">
            <a:normAutofit/>
          </a:bodyPr>
          <a:lstStyle>
            <a:lvl1pPr marL="0" indent="0" algn="ctr">
              <a:lnSpc>
                <a:spcPct val="80000"/>
              </a:lnSpc>
              <a:buNone/>
              <a:defRPr sz="26000" spc="-100" baseline="0">
                <a:solidFill>
                  <a:schemeClr val="tx2"/>
                </a:solidFill>
              </a:defRPr>
            </a:lvl1pPr>
          </a:lstStyle>
          <a:p>
            <a:pPr lvl="0"/>
            <a:r>
              <a:rPr lang="en-US" dirty="0"/>
              <a:t>XX%</a:t>
            </a:r>
          </a:p>
        </p:txBody>
      </p:sp>
      <p:sp>
        <p:nvSpPr>
          <p:cNvPr id="4" name="Footer Placeholder 3">
            <a:extLst>
              <a:ext uri="{FF2B5EF4-FFF2-40B4-BE49-F238E27FC236}">
                <a16:creationId xmlns:a16="http://schemas.microsoft.com/office/drawing/2014/main" id="{6D6D72DC-8ED1-FAB8-CD4C-7BDCAEA2C329}"/>
              </a:ext>
            </a:extLst>
          </p:cNvPr>
          <p:cNvSpPr>
            <a:spLocks noGrp="1"/>
          </p:cNvSpPr>
          <p:nvPr>
            <p:ph type="ftr" sz="quarter" idx="11"/>
          </p:nvPr>
        </p:nvSpPr>
        <p:spPr/>
        <p:txBody>
          <a:bodyPr/>
          <a:lstStyle>
            <a:lvl1pPr>
              <a:defRPr>
                <a:solidFill>
                  <a:schemeClr val="tx2"/>
                </a:solidFill>
              </a:defRPr>
            </a:lvl1pPr>
          </a:lstStyle>
          <a:p>
            <a:r>
              <a:rPr lang="en-US" dirty="0"/>
              <a:t>Sample Footer Text</a:t>
            </a:r>
          </a:p>
        </p:txBody>
      </p:sp>
      <p:sp>
        <p:nvSpPr>
          <p:cNvPr id="3" name="Date Placeholder 2">
            <a:extLst>
              <a:ext uri="{FF2B5EF4-FFF2-40B4-BE49-F238E27FC236}">
                <a16:creationId xmlns:a16="http://schemas.microsoft.com/office/drawing/2014/main" id="{14C6FDB9-A3B3-A4DB-D081-D27ECC7043C1}"/>
              </a:ext>
            </a:extLst>
          </p:cNvPr>
          <p:cNvSpPr>
            <a:spLocks noGrp="1"/>
          </p:cNvSpPr>
          <p:nvPr>
            <p:ph type="dt" sz="half" idx="10"/>
          </p:nvPr>
        </p:nvSpPr>
        <p:spPr/>
        <p:txBody>
          <a:bodyPr/>
          <a:lstStyle>
            <a:lvl1pPr>
              <a:defRPr>
                <a:solidFill>
                  <a:schemeClr val="tx2"/>
                </a:solidFill>
              </a:defRPr>
            </a:lvl1pPr>
          </a:lstStyle>
          <a:p>
            <a:fld id="{A5950FD3-961F-4360-ADC7-0E23C6F50835}" type="datetime1">
              <a:rPr lang="en-US" smtClean="0"/>
              <a:t>11/5/2025</a:t>
            </a:fld>
            <a:endParaRPr lang="en-US" dirty="0"/>
          </a:p>
        </p:txBody>
      </p:sp>
      <p:sp>
        <p:nvSpPr>
          <p:cNvPr id="5" name="Slide Number Placeholder 4">
            <a:extLst>
              <a:ext uri="{FF2B5EF4-FFF2-40B4-BE49-F238E27FC236}">
                <a16:creationId xmlns:a16="http://schemas.microsoft.com/office/drawing/2014/main" id="{CFBFCFB0-1D5D-C25F-A74C-5CFB9C1950CF}"/>
              </a:ext>
            </a:extLst>
          </p:cNvPr>
          <p:cNvSpPr>
            <a:spLocks noGrp="1"/>
          </p:cNvSpPr>
          <p:nvPr>
            <p:ph type="sldNum" sz="quarter" idx="12"/>
          </p:nvPr>
        </p:nvSpPr>
        <p:spPr/>
        <p:txBody>
          <a:bodyPr/>
          <a:lstStyle>
            <a:lvl1pPr>
              <a:defRPr>
                <a:solidFill>
                  <a:schemeClr val="tx2"/>
                </a:solidFill>
              </a:defRPr>
            </a:lvl1pPr>
          </a:lstStyle>
          <a:p>
            <a:fld id="{C8116806-1FD2-4A57-B5EA-7014AB76383B}" type="slidenum">
              <a:rPr lang="en-US" smtClean="0"/>
              <a:t>‹#›</a:t>
            </a:fld>
            <a:endParaRPr lang="en-US" dirty="0"/>
          </a:p>
        </p:txBody>
      </p:sp>
    </p:spTree>
    <p:extLst>
      <p:ext uri="{BB962C8B-B14F-4D97-AF65-F5344CB8AC3E}">
        <p14:creationId xmlns:p14="http://schemas.microsoft.com/office/powerpoint/2010/main" val="1172553027"/>
      </p:ext>
    </p:extLst>
  </p:cSld>
  <p:clrMapOvr>
    <a:overrideClrMapping bg1="dk1" tx1="lt1" bg2="dk2" tx2="lt2" accent1="accent1" accent2="accent2" accent3="accent3" accent4="accent4" accent5="accent5" accent6="accent6" hlink="hlink" folHlink="folHlink"/>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p:cSld name="Number Large 3">
    <p:spTree>
      <p:nvGrpSpPr>
        <p:cNvPr id="1" name=""/>
        <p:cNvGrpSpPr/>
        <p:nvPr/>
      </p:nvGrpSpPr>
      <p:grpSpPr>
        <a:xfrm>
          <a:off x="0" y="0"/>
          <a:ext cx="0" cy="0"/>
          <a:chOff x="0" y="0"/>
          <a:chExt cx="0" cy="0"/>
        </a:xfrm>
      </p:grpSpPr>
      <p:sp>
        <p:nvSpPr>
          <p:cNvPr id="8" name="Rectangle: Rounded Corners 7">
            <a:extLst>
              <a:ext uri="{FF2B5EF4-FFF2-40B4-BE49-F238E27FC236}">
                <a16:creationId xmlns:a16="http://schemas.microsoft.com/office/drawing/2014/main" id="{F526C722-3701-B2F2-EF11-4B756E05446F}"/>
              </a:ext>
              <a:ext uri="{C183D7F6-B498-43B3-948B-1728B52AA6E4}">
                <adec:decorative xmlns:adec="http://schemas.microsoft.com/office/drawing/2017/decorative" val="1"/>
              </a:ext>
            </a:extLst>
          </p:cNvPr>
          <p:cNvSpPr/>
          <p:nvPr/>
        </p:nvSpPr>
        <p:spPr>
          <a:xfrm>
            <a:off x="660344" y="4990975"/>
            <a:ext cx="10871313" cy="1239913"/>
          </a:xfrm>
          <a:prstGeom prst="roundRect">
            <a:avLst>
              <a:gd name="adj" fmla="val 22063"/>
            </a:avLst>
          </a:pr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B32242A1-A384-8CB1-904B-45EEDF23C323}"/>
              </a:ext>
            </a:extLst>
          </p:cNvPr>
          <p:cNvSpPr>
            <a:spLocks noGrp="1"/>
          </p:cNvSpPr>
          <p:nvPr>
            <p:ph type="title"/>
          </p:nvPr>
        </p:nvSpPr>
        <p:spPr>
          <a:xfrm>
            <a:off x="1040433" y="5233065"/>
            <a:ext cx="10111135" cy="777037"/>
          </a:xfrm>
        </p:spPr>
        <p:txBody>
          <a:bodyPr anchor="ctr">
            <a:normAutofit/>
          </a:bodyPr>
          <a:lstStyle>
            <a:lvl1pPr algn="ctr">
              <a:lnSpc>
                <a:spcPct val="90000"/>
              </a:lnSpc>
              <a:defRPr sz="2000" spc="0" baseline="0">
                <a:solidFill>
                  <a:schemeClr val="tx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76F59BDE-94E7-56D6-3D7F-6145311BA2D8}"/>
              </a:ext>
            </a:extLst>
          </p:cNvPr>
          <p:cNvSpPr>
            <a:spLocks noGrp="1"/>
          </p:cNvSpPr>
          <p:nvPr>
            <p:ph sz="quarter" idx="13" hasCustomPrompt="1"/>
          </p:nvPr>
        </p:nvSpPr>
        <p:spPr>
          <a:xfrm>
            <a:off x="689002" y="1026160"/>
            <a:ext cx="10813996" cy="3963714"/>
          </a:xfrm>
        </p:spPr>
        <p:txBody>
          <a:bodyPr anchor="ctr">
            <a:normAutofit/>
          </a:bodyPr>
          <a:lstStyle>
            <a:lvl1pPr marL="0" indent="0" algn="ctr">
              <a:lnSpc>
                <a:spcPct val="80000"/>
              </a:lnSpc>
              <a:buNone/>
              <a:defRPr sz="31200" spc="-100" baseline="0">
                <a:solidFill>
                  <a:schemeClr val="tx1"/>
                </a:solidFill>
              </a:defRPr>
            </a:lvl1pPr>
          </a:lstStyle>
          <a:p>
            <a:pPr lvl="0"/>
            <a:r>
              <a:rPr lang="en-US" dirty="0"/>
              <a:t>XX%</a:t>
            </a:r>
          </a:p>
        </p:txBody>
      </p:sp>
      <p:sp>
        <p:nvSpPr>
          <p:cNvPr id="4" name="Footer Placeholder 3">
            <a:extLst>
              <a:ext uri="{FF2B5EF4-FFF2-40B4-BE49-F238E27FC236}">
                <a16:creationId xmlns:a16="http://schemas.microsoft.com/office/drawing/2014/main" id="{6D6D72DC-8ED1-FAB8-CD4C-7BDCAEA2C329}"/>
              </a:ext>
            </a:extLst>
          </p:cNvPr>
          <p:cNvSpPr>
            <a:spLocks noGrp="1"/>
          </p:cNvSpPr>
          <p:nvPr>
            <p:ph type="ftr" sz="quarter" idx="11"/>
          </p:nvPr>
        </p:nvSpPr>
        <p:spPr/>
        <p:txBody>
          <a:bodyPr/>
          <a:lstStyle/>
          <a:p>
            <a:r>
              <a:rPr lang="en-US" dirty="0"/>
              <a:t>Sample Footer Text</a:t>
            </a:r>
          </a:p>
        </p:txBody>
      </p:sp>
      <p:sp>
        <p:nvSpPr>
          <p:cNvPr id="3" name="Date Placeholder 2">
            <a:extLst>
              <a:ext uri="{FF2B5EF4-FFF2-40B4-BE49-F238E27FC236}">
                <a16:creationId xmlns:a16="http://schemas.microsoft.com/office/drawing/2014/main" id="{14C6FDB9-A3B3-A4DB-D081-D27ECC7043C1}"/>
              </a:ext>
            </a:extLst>
          </p:cNvPr>
          <p:cNvSpPr>
            <a:spLocks noGrp="1"/>
          </p:cNvSpPr>
          <p:nvPr>
            <p:ph type="dt" sz="half" idx="10"/>
          </p:nvPr>
        </p:nvSpPr>
        <p:spPr/>
        <p:txBody>
          <a:bodyPr/>
          <a:lstStyle/>
          <a:p>
            <a:fld id="{0A28C6D7-91AB-4E5C-91FE-81F7E83AF2F7}" type="datetime1">
              <a:rPr lang="en-US" smtClean="0"/>
              <a:t>11/5/2025</a:t>
            </a:fld>
            <a:endParaRPr lang="en-US" dirty="0"/>
          </a:p>
        </p:txBody>
      </p:sp>
      <p:sp>
        <p:nvSpPr>
          <p:cNvPr id="5" name="Slide Number Placeholder 4">
            <a:extLst>
              <a:ext uri="{FF2B5EF4-FFF2-40B4-BE49-F238E27FC236}">
                <a16:creationId xmlns:a16="http://schemas.microsoft.com/office/drawing/2014/main" id="{CFBFCFB0-1D5D-C25F-A74C-5CFB9C1950CF}"/>
              </a:ext>
            </a:extLst>
          </p:cNvPr>
          <p:cNvSpPr>
            <a:spLocks noGrp="1"/>
          </p:cNvSpPr>
          <p:nvPr>
            <p:ph type="sldNum" sz="quarter" idx="12"/>
          </p:nvPr>
        </p:nvSpPr>
        <p:spPr/>
        <p:txBody>
          <a:bodyPr/>
          <a:lstStyle/>
          <a:p>
            <a:fld id="{C8116806-1FD2-4A57-B5EA-7014AB76383B}" type="slidenum">
              <a:rPr lang="en-US" smtClean="0"/>
              <a:t>‹#›</a:t>
            </a:fld>
            <a:endParaRPr lang="en-US" dirty="0"/>
          </a:p>
        </p:txBody>
      </p:sp>
    </p:spTree>
    <p:extLst>
      <p:ext uri="{BB962C8B-B14F-4D97-AF65-F5344CB8AC3E}">
        <p14:creationId xmlns:p14="http://schemas.microsoft.com/office/powerpoint/2010/main" val="11216425"/>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p:cSld name="Number Large 4">
    <p:bg>
      <p:bgPr>
        <a:solidFill>
          <a:schemeClr val="accent1">
            <a:lumMod val="75000"/>
          </a:schemeClr>
        </a:solidFill>
        <a:effectLst/>
      </p:bgPr>
    </p:bg>
    <p:spTree>
      <p:nvGrpSpPr>
        <p:cNvPr id="1" name=""/>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6E8549AC-D930-32F5-F4D6-1BE34C7228FE}"/>
              </a:ext>
              <a:ext uri="{C183D7F6-B498-43B3-948B-1728B52AA6E4}">
                <adec:decorative xmlns:adec="http://schemas.microsoft.com/office/drawing/2017/decorative" val="1"/>
              </a:ext>
            </a:extLst>
          </p:cNvPr>
          <p:cNvSpPr/>
          <p:nvPr/>
        </p:nvSpPr>
        <p:spPr>
          <a:xfrm>
            <a:off x="1590501" y="4989874"/>
            <a:ext cx="9010999" cy="1239913"/>
          </a:xfrm>
          <a:prstGeom prst="roundRect">
            <a:avLst>
              <a:gd name="adj" fmla="val 24326"/>
            </a:avLst>
          </a:prstGeom>
          <a:solidFill>
            <a:schemeClr val="accent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chemeClr val="bg2"/>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B32242A1-A384-8CB1-904B-45EEDF23C323}"/>
              </a:ext>
            </a:extLst>
          </p:cNvPr>
          <p:cNvSpPr>
            <a:spLocks noGrp="1"/>
          </p:cNvSpPr>
          <p:nvPr>
            <p:ph type="title"/>
          </p:nvPr>
        </p:nvSpPr>
        <p:spPr>
          <a:xfrm>
            <a:off x="1982064" y="5147215"/>
            <a:ext cx="8227873" cy="912763"/>
          </a:xfrm>
        </p:spPr>
        <p:txBody>
          <a:bodyPr anchor="ctr">
            <a:normAutofit/>
          </a:bodyPr>
          <a:lstStyle>
            <a:lvl1pPr algn="ctr">
              <a:lnSpc>
                <a:spcPct val="100000"/>
              </a:lnSpc>
              <a:defRPr sz="2300" spc="-50" baseline="0">
                <a:solidFill>
                  <a:schemeClr val="tx2"/>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76F59BDE-94E7-56D6-3D7F-6145311BA2D8}"/>
              </a:ext>
            </a:extLst>
          </p:cNvPr>
          <p:cNvSpPr>
            <a:spLocks noGrp="1"/>
          </p:cNvSpPr>
          <p:nvPr>
            <p:ph sz="quarter" idx="13" hasCustomPrompt="1"/>
          </p:nvPr>
        </p:nvSpPr>
        <p:spPr>
          <a:xfrm>
            <a:off x="689002" y="1026160"/>
            <a:ext cx="10813996" cy="3963714"/>
          </a:xfrm>
        </p:spPr>
        <p:txBody>
          <a:bodyPr anchor="ctr">
            <a:normAutofit/>
          </a:bodyPr>
          <a:lstStyle>
            <a:lvl1pPr marL="0" indent="0" algn="ctr">
              <a:lnSpc>
                <a:spcPct val="80000"/>
              </a:lnSpc>
              <a:buNone/>
              <a:defRPr sz="31200" spc="-100" baseline="0">
                <a:solidFill>
                  <a:schemeClr val="tx2"/>
                </a:solidFill>
              </a:defRPr>
            </a:lvl1pPr>
          </a:lstStyle>
          <a:p>
            <a:pPr lvl="0"/>
            <a:r>
              <a:rPr lang="en-US" dirty="0"/>
              <a:t>XX%</a:t>
            </a:r>
          </a:p>
        </p:txBody>
      </p:sp>
      <p:sp>
        <p:nvSpPr>
          <p:cNvPr id="4" name="Footer Placeholder 3">
            <a:extLst>
              <a:ext uri="{FF2B5EF4-FFF2-40B4-BE49-F238E27FC236}">
                <a16:creationId xmlns:a16="http://schemas.microsoft.com/office/drawing/2014/main" id="{6D6D72DC-8ED1-FAB8-CD4C-7BDCAEA2C329}"/>
              </a:ext>
            </a:extLst>
          </p:cNvPr>
          <p:cNvSpPr>
            <a:spLocks noGrp="1"/>
          </p:cNvSpPr>
          <p:nvPr>
            <p:ph type="ftr" sz="quarter" idx="11"/>
          </p:nvPr>
        </p:nvSpPr>
        <p:spPr/>
        <p:txBody>
          <a:bodyPr/>
          <a:lstStyle>
            <a:lvl1pPr>
              <a:defRPr>
                <a:solidFill>
                  <a:schemeClr val="tx2"/>
                </a:solidFill>
              </a:defRPr>
            </a:lvl1pPr>
          </a:lstStyle>
          <a:p>
            <a:r>
              <a:rPr lang="en-US" dirty="0"/>
              <a:t>Sample Footer Text</a:t>
            </a:r>
          </a:p>
        </p:txBody>
      </p:sp>
      <p:sp>
        <p:nvSpPr>
          <p:cNvPr id="3" name="Date Placeholder 2">
            <a:extLst>
              <a:ext uri="{FF2B5EF4-FFF2-40B4-BE49-F238E27FC236}">
                <a16:creationId xmlns:a16="http://schemas.microsoft.com/office/drawing/2014/main" id="{14C6FDB9-A3B3-A4DB-D081-D27ECC7043C1}"/>
              </a:ext>
            </a:extLst>
          </p:cNvPr>
          <p:cNvSpPr>
            <a:spLocks noGrp="1"/>
          </p:cNvSpPr>
          <p:nvPr>
            <p:ph type="dt" sz="half" idx="10"/>
          </p:nvPr>
        </p:nvSpPr>
        <p:spPr/>
        <p:txBody>
          <a:bodyPr/>
          <a:lstStyle>
            <a:lvl1pPr>
              <a:defRPr>
                <a:solidFill>
                  <a:schemeClr val="tx2"/>
                </a:solidFill>
              </a:defRPr>
            </a:lvl1pPr>
          </a:lstStyle>
          <a:p>
            <a:fld id="{ADFF620F-79DC-465D-A792-79BFC5D42082}" type="datetime1">
              <a:rPr lang="en-US" smtClean="0"/>
              <a:t>11/5/2025</a:t>
            </a:fld>
            <a:endParaRPr lang="en-US" dirty="0"/>
          </a:p>
        </p:txBody>
      </p:sp>
      <p:sp>
        <p:nvSpPr>
          <p:cNvPr id="5" name="Slide Number Placeholder 4">
            <a:extLst>
              <a:ext uri="{FF2B5EF4-FFF2-40B4-BE49-F238E27FC236}">
                <a16:creationId xmlns:a16="http://schemas.microsoft.com/office/drawing/2014/main" id="{CFBFCFB0-1D5D-C25F-A74C-5CFB9C1950CF}"/>
              </a:ext>
            </a:extLst>
          </p:cNvPr>
          <p:cNvSpPr>
            <a:spLocks noGrp="1"/>
          </p:cNvSpPr>
          <p:nvPr>
            <p:ph type="sldNum" sz="quarter" idx="12"/>
          </p:nvPr>
        </p:nvSpPr>
        <p:spPr/>
        <p:txBody>
          <a:bodyPr/>
          <a:lstStyle>
            <a:lvl1pPr>
              <a:defRPr>
                <a:solidFill>
                  <a:schemeClr val="tx2"/>
                </a:solidFill>
              </a:defRPr>
            </a:lvl1pPr>
          </a:lstStyle>
          <a:p>
            <a:fld id="{C8116806-1FD2-4A57-B5EA-7014AB76383B}" type="slidenum">
              <a:rPr lang="en-US" smtClean="0"/>
              <a:t>‹#›</a:t>
            </a:fld>
            <a:endParaRPr lang="en-US" dirty="0"/>
          </a:p>
        </p:txBody>
      </p:sp>
    </p:spTree>
    <p:extLst>
      <p:ext uri="{BB962C8B-B14F-4D97-AF65-F5344CB8AC3E}">
        <p14:creationId xmlns:p14="http://schemas.microsoft.com/office/powerpoint/2010/main" val="925893992"/>
      </p:ext>
    </p:extLst>
  </p:cSld>
  <p:clrMapOvr>
    <a:overrideClrMapping bg1="dk1" tx1="lt1" bg2="dk2" tx2="lt2" accent1="accent1" accent2="accent2" accent3="accent3" accent4="accent4" accent5="accent5" accent6="accent6" hlink="hlink" folHlink="folHlink"/>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p:cSld name="Number Large 5">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2242A1-A384-8CB1-904B-45EEDF23C323}"/>
              </a:ext>
            </a:extLst>
          </p:cNvPr>
          <p:cNvSpPr>
            <a:spLocks noGrp="1"/>
          </p:cNvSpPr>
          <p:nvPr>
            <p:ph type="title"/>
          </p:nvPr>
        </p:nvSpPr>
        <p:spPr>
          <a:xfrm>
            <a:off x="224884" y="5144654"/>
            <a:ext cx="7280816" cy="1242473"/>
          </a:xfrm>
        </p:spPr>
        <p:txBody>
          <a:bodyPr vert="horz" lIns="91440" tIns="45720" rIns="91440" bIns="45720" rtlCol="0" anchor="t">
            <a:normAutofit/>
          </a:bodyPr>
          <a:lstStyle>
            <a:lvl1pPr>
              <a:lnSpc>
                <a:spcPct val="100000"/>
              </a:lnSpc>
              <a:defRPr lang="en-US" sz="2800" spc="-50" baseline="0" dirty="0">
                <a:solidFill>
                  <a:schemeClr val="tx2"/>
                </a:solidFill>
              </a:defRPr>
            </a:lvl1pPr>
          </a:lstStyle>
          <a:p>
            <a:pPr lvl="0"/>
            <a:r>
              <a:rPr lang="en-US"/>
              <a:t>Click to edit Master title style</a:t>
            </a:r>
            <a:endParaRPr lang="en-US" dirty="0"/>
          </a:p>
        </p:txBody>
      </p:sp>
      <p:sp>
        <p:nvSpPr>
          <p:cNvPr id="7" name="Content Placeholder 6">
            <a:extLst>
              <a:ext uri="{FF2B5EF4-FFF2-40B4-BE49-F238E27FC236}">
                <a16:creationId xmlns:a16="http://schemas.microsoft.com/office/drawing/2014/main" id="{76F59BDE-94E7-56D6-3D7F-6145311BA2D8}"/>
              </a:ext>
            </a:extLst>
          </p:cNvPr>
          <p:cNvSpPr>
            <a:spLocks noGrp="1"/>
          </p:cNvSpPr>
          <p:nvPr>
            <p:ph sz="quarter" idx="13" hasCustomPrompt="1"/>
          </p:nvPr>
        </p:nvSpPr>
        <p:spPr>
          <a:xfrm>
            <a:off x="184720" y="266700"/>
            <a:ext cx="11740580" cy="5349003"/>
          </a:xfrm>
        </p:spPr>
        <p:txBody>
          <a:bodyPr vert="horz" lIns="91440" tIns="45720" rIns="91440" bIns="45720" rtlCol="0" anchor="b">
            <a:noAutofit/>
          </a:bodyPr>
          <a:lstStyle>
            <a:lvl1pPr marL="0" indent="0">
              <a:lnSpc>
                <a:spcPct val="90000"/>
              </a:lnSpc>
              <a:spcBef>
                <a:spcPts val="0"/>
              </a:spcBef>
              <a:buNone/>
              <a:defRPr lang="en-US" sz="33000" spc="-100" baseline="0" dirty="0">
                <a:solidFill>
                  <a:schemeClr val="accent1">
                    <a:lumMod val="60000"/>
                    <a:lumOff val="40000"/>
                    <a:alpha val="50000"/>
                  </a:schemeClr>
                </a:solidFill>
              </a:defRPr>
            </a:lvl1pPr>
          </a:lstStyle>
          <a:p>
            <a:pPr lvl="0"/>
            <a:r>
              <a:rPr lang="en-US" dirty="0"/>
              <a:t>##%</a:t>
            </a:r>
          </a:p>
        </p:txBody>
      </p:sp>
      <p:sp>
        <p:nvSpPr>
          <p:cNvPr id="4" name="Footer Placeholder 3">
            <a:extLst>
              <a:ext uri="{FF2B5EF4-FFF2-40B4-BE49-F238E27FC236}">
                <a16:creationId xmlns:a16="http://schemas.microsoft.com/office/drawing/2014/main" id="{6D6D72DC-8ED1-FAB8-CD4C-7BDCAEA2C329}"/>
              </a:ext>
            </a:extLst>
          </p:cNvPr>
          <p:cNvSpPr>
            <a:spLocks noGrp="1"/>
          </p:cNvSpPr>
          <p:nvPr>
            <p:ph type="ftr" sz="quarter" idx="11"/>
          </p:nvPr>
        </p:nvSpPr>
        <p:spPr/>
        <p:txBody>
          <a:bodyPr/>
          <a:lstStyle>
            <a:lvl1pPr>
              <a:defRPr>
                <a:solidFill>
                  <a:schemeClr val="tx2"/>
                </a:solidFill>
              </a:defRPr>
            </a:lvl1pPr>
          </a:lstStyle>
          <a:p>
            <a:r>
              <a:rPr lang="en-US" dirty="0"/>
              <a:t>Sample Footer Text</a:t>
            </a:r>
          </a:p>
        </p:txBody>
      </p:sp>
      <p:sp>
        <p:nvSpPr>
          <p:cNvPr id="3" name="Date Placeholder 2">
            <a:extLst>
              <a:ext uri="{FF2B5EF4-FFF2-40B4-BE49-F238E27FC236}">
                <a16:creationId xmlns:a16="http://schemas.microsoft.com/office/drawing/2014/main" id="{14C6FDB9-A3B3-A4DB-D081-D27ECC7043C1}"/>
              </a:ext>
            </a:extLst>
          </p:cNvPr>
          <p:cNvSpPr>
            <a:spLocks noGrp="1"/>
          </p:cNvSpPr>
          <p:nvPr>
            <p:ph type="dt" sz="half" idx="10"/>
          </p:nvPr>
        </p:nvSpPr>
        <p:spPr/>
        <p:txBody>
          <a:bodyPr/>
          <a:lstStyle>
            <a:lvl1pPr>
              <a:defRPr>
                <a:solidFill>
                  <a:schemeClr val="tx2"/>
                </a:solidFill>
              </a:defRPr>
            </a:lvl1pPr>
          </a:lstStyle>
          <a:p>
            <a:fld id="{FD30CB8E-A3C7-445E-9FD2-AB4831E86419}" type="datetime1">
              <a:rPr lang="en-US" smtClean="0"/>
              <a:t>11/5/2025</a:t>
            </a:fld>
            <a:endParaRPr lang="en-US" dirty="0"/>
          </a:p>
        </p:txBody>
      </p:sp>
      <p:sp>
        <p:nvSpPr>
          <p:cNvPr id="5" name="Slide Number Placeholder 4">
            <a:extLst>
              <a:ext uri="{FF2B5EF4-FFF2-40B4-BE49-F238E27FC236}">
                <a16:creationId xmlns:a16="http://schemas.microsoft.com/office/drawing/2014/main" id="{CFBFCFB0-1D5D-C25F-A74C-5CFB9C1950CF}"/>
              </a:ext>
            </a:extLst>
          </p:cNvPr>
          <p:cNvSpPr>
            <a:spLocks noGrp="1"/>
          </p:cNvSpPr>
          <p:nvPr>
            <p:ph type="sldNum" sz="quarter" idx="12"/>
          </p:nvPr>
        </p:nvSpPr>
        <p:spPr/>
        <p:txBody>
          <a:bodyPr/>
          <a:lstStyle>
            <a:lvl1pPr>
              <a:defRPr>
                <a:solidFill>
                  <a:schemeClr val="tx2"/>
                </a:solidFill>
              </a:defRPr>
            </a:lvl1pPr>
          </a:lstStyle>
          <a:p>
            <a:fld id="{C8116806-1FD2-4A57-B5EA-7014AB76383B}" type="slidenum">
              <a:rPr lang="en-US" smtClean="0"/>
              <a:t>‹#›</a:t>
            </a:fld>
            <a:endParaRPr lang="en-US" dirty="0"/>
          </a:p>
        </p:txBody>
      </p:sp>
    </p:spTree>
    <p:extLst>
      <p:ext uri="{BB962C8B-B14F-4D97-AF65-F5344CB8AC3E}">
        <p14:creationId xmlns:p14="http://schemas.microsoft.com/office/powerpoint/2010/main" val="903930148"/>
      </p:ext>
    </p:extLst>
  </p:cSld>
  <p:clrMapOvr>
    <a:overrideClrMapping bg1="dk1" tx1="lt1" bg2="dk2" tx2="lt2" accent1="accent1" accent2="accent2" accent3="accent3" accent4="accent4" accent5="accent5" accent6="accent6" hlink="hlink" folHlink="folHlink"/>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82880" y="173736"/>
            <a:ext cx="10475499" cy="4850651"/>
          </a:xfrm>
        </p:spPr>
        <p:txBody>
          <a:bodyPr anchor="t">
            <a:noAutofit/>
          </a:bodyPr>
          <a:lstStyle>
            <a:lvl1pPr marL="0" indent="0">
              <a:lnSpc>
                <a:spcPct val="90000"/>
              </a:lnSpc>
              <a:buNone/>
              <a:defRPr sz="7600" b="0" cap="none" spc="-50" baseline="0"/>
            </a:lvl1pPr>
            <a:lvl2pPr marL="228600" indent="0">
              <a:lnSpc>
                <a:spcPct val="90000"/>
              </a:lnSpc>
              <a:buNone/>
              <a:defRPr sz="6600" b="0" cap="none" spc="-50" baseline="0"/>
            </a:lvl2pPr>
            <a:lvl3pPr marL="457200" indent="0">
              <a:lnSpc>
                <a:spcPct val="90000"/>
              </a:lnSpc>
              <a:buNone/>
              <a:defRPr sz="6000" b="0" cap="none" spc="-50" baseline="0"/>
            </a:lvl3pPr>
            <a:lvl4pPr marL="685800" indent="0">
              <a:lnSpc>
                <a:spcPct val="90000"/>
              </a:lnSpc>
              <a:buNone/>
              <a:defRPr sz="5400" b="0" cap="none" spc="-50" baseline="0"/>
            </a:lvl4pPr>
            <a:lvl5pPr marL="914400" indent="0">
              <a:lnSpc>
                <a:spcPct val="90000"/>
              </a:lnSpc>
              <a:buNone/>
              <a:defRPr sz="4800" b="0" cap="none" spc="-50" baseline="0"/>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dirty="0"/>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560FC429-4D23-430E-9EDF-7373AE75BFEE}" type="datetime1">
              <a:rPr lang="en-US" smtClean="0"/>
              <a:t>11/5/2025</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8116806-1FD2-4A57-B5EA-7014AB76383B}" type="slidenum">
              <a:rPr lang="en-US" smtClean="0"/>
              <a:t>‹#›</a:t>
            </a:fld>
            <a:endParaRPr lang="en-US" dirty="0"/>
          </a:p>
        </p:txBody>
      </p:sp>
    </p:spTree>
    <p:extLst>
      <p:ext uri="{BB962C8B-B14F-4D97-AF65-F5344CB8AC3E}">
        <p14:creationId xmlns:p14="http://schemas.microsoft.com/office/powerpoint/2010/main" val="1134877159"/>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78704" y="1638300"/>
            <a:ext cx="10652760" cy="4748828"/>
          </a:xfrm>
        </p:spPr>
        <p:txBody>
          <a:bodyPr anchor="b">
            <a:noAutofit/>
          </a:bodyPr>
          <a:lstStyle>
            <a:lvl1pPr marL="0" indent="0">
              <a:lnSpc>
                <a:spcPct val="85000"/>
              </a:lnSpc>
              <a:buNone/>
              <a:defRPr sz="7600" b="0" spc="-50" baseline="0"/>
            </a:lvl1pPr>
            <a:lvl2pPr marL="228600" indent="0">
              <a:lnSpc>
                <a:spcPct val="85000"/>
              </a:lnSpc>
              <a:buNone/>
              <a:defRPr sz="6000" b="0" spc="-50" baseline="0"/>
            </a:lvl2pPr>
            <a:lvl3pPr marL="457200" indent="0">
              <a:lnSpc>
                <a:spcPct val="85000"/>
              </a:lnSpc>
              <a:buNone/>
              <a:defRPr sz="5400" b="0" spc="-50" baseline="0"/>
            </a:lvl3pPr>
            <a:lvl4pPr marL="685800" indent="0">
              <a:lnSpc>
                <a:spcPct val="85000"/>
              </a:lnSpc>
              <a:buNone/>
              <a:defRPr sz="4800" b="0" spc="-50" baseline="0"/>
            </a:lvl4pPr>
            <a:lvl5pPr marL="914400" indent="0">
              <a:lnSpc>
                <a:spcPct val="85000"/>
              </a:lnSpc>
              <a:buNone/>
              <a:defRPr sz="4400" b="0" spc="-50" baseline="0"/>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dirty="0"/>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DA76414A-368B-4652-A82D-EB6803F5CA88}" type="datetime1">
              <a:rPr lang="en-US" smtClean="0"/>
              <a:t>11/5/2025</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8116806-1FD2-4A57-B5EA-7014AB76383B}" type="slidenum">
              <a:rPr lang="en-US" smtClean="0"/>
              <a:t>‹#›</a:t>
            </a:fld>
            <a:endParaRPr lang="en-US" dirty="0"/>
          </a:p>
        </p:txBody>
      </p:sp>
    </p:spTree>
    <p:extLst>
      <p:ext uri="{BB962C8B-B14F-4D97-AF65-F5344CB8AC3E}">
        <p14:creationId xmlns:p14="http://schemas.microsoft.com/office/powerpoint/2010/main" val="2355455692"/>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p:cSld name="Statement 3">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78703" y="214840"/>
            <a:ext cx="9966323" cy="4992427"/>
          </a:xfrm>
        </p:spPr>
        <p:txBody>
          <a:bodyPr anchor="t">
            <a:noAutofit/>
          </a:bodyPr>
          <a:lstStyle>
            <a:lvl1pPr marL="0" indent="0">
              <a:lnSpc>
                <a:spcPct val="85000"/>
              </a:lnSpc>
              <a:buNone/>
              <a:defRPr sz="7200" b="0" spc="-50" baseline="0">
                <a:solidFill>
                  <a:schemeClr val="accent1"/>
                </a:solidFill>
              </a:defRPr>
            </a:lvl1pPr>
            <a:lvl2pPr marL="228600" indent="0">
              <a:lnSpc>
                <a:spcPct val="85000"/>
              </a:lnSpc>
              <a:buNone/>
              <a:defRPr sz="7200" b="0" spc="-50" baseline="0">
                <a:solidFill>
                  <a:schemeClr val="accent1"/>
                </a:solidFill>
              </a:defRPr>
            </a:lvl2pPr>
            <a:lvl3pPr marL="457200" indent="0">
              <a:lnSpc>
                <a:spcPct val="85000"/>
              </a:lnSpc>
              <a:buNone/>
              <a:defRPr sz="7200" b="0" spc="-50" baseline="0">
                <a:solidFill>
                  <a:schemeClr val="accent1"/>
                </a:solidFill>
              </a:defRPr>
            </a:lvl3pPr>
            <a:lvl4pPr marL="685800" indent="0">
              <a:lnSpc>
                <a:spcPct val="85000"/>
              </a:lnSpc>
              <a:buNone/>
              <a:defRPr sz="7200" b="0" spc="-50" baseline="0">
                <a:solidFill>
                  <a:schemeClr val="accent1"/>
                </a:solidFill>
              </a:defRPr>
            </a:lvl4pPr>
            <a:lvl5pPr marL="914400" indent="0">
              <a:lnSpc>
                <a:spcPct val="85000"/>
              </a:lnSpc>
              <a:buNone/>
              <a:defRPr sz="7200" b="0" spc="-50" baseline="0">
                <a:solidFill>
                  <a:schemeClr val="accent1"/>
                </a:solidFill>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dirty="0"/>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391DBFD5-B703-412C-946A-2366F0A22D6B}" type="datetime1">
              <a:rPr lang="en-US" smtClean="0"/>
              <a:t>11/5/2025</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8116806-1FD2-4A57-B5EA-7014AB76383B}" type="slidenum">
              <a:rPr lang="en-US" smtClean="0"/>
              <a:t>‹#›</a:t>
            </a:fld>
            <a:endParaRPr lang="en-US" dirty="0"/>
          </a:p>
        </p:txBody>
      </p:sp>
    </p:spTree>
    <p:extLst>
      <p:ext uri="{BB962C8B-B14F-4D97-AF65-F5344CB8AC3E}">
        <p14:creationId xmlns:p14="http://schemas.microsoft.com/office/powerpoint/2010/main" val="994189245"/>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p:cSld name="Statement 4">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78704" y="214840"/>
            <a:ext cx="10062576" cy="5040554"/>
          </a:xfrm>
        </p:spPr>
        <p:txBody>
          <a:bodyPr anchor="t">
            <a:noAutofit/>
          </a:bodyPr>
          <a:lstStyle>
            <a:lvl1pPr marL="0" indent="0">
              <a:lnSpc>
                <a:spcPct val="85000"/>
              </a:lnSpc>
              <a:buNone/>
              <a:defRPr sz="7600" b="0" spc="-50" baseline="0">
                <a:solidFill>
                  <a:schemeClr val="accent1">
                    <a:lumMod val="60000"/>
                    <a:lumOff val="40000"/>
                    <a:alpha val="80000"/>
                  </a:schemeClr>
                </a:solidFill>
              </a:defRPr>
            </a:lvl1pPr>
            <a:lvl2pPr marL="228600" indent="0">
              <a:lnSpc>
                <a:spcPct val="85000"/>
              </a:lnSpc>
              <a:buNone/>
              <a:defRPr sz="7600" b="0" spc="-50" baseline="0">
                <a:solidFill>
                  <a:schemeClr val="accent1">
                    <a:lumMod val="60000"/>
                    <a:lumOff val="40000"/>
                    <a:alpha val="80000"/>
                  </a:schemeClr>
                </a:solidFill>
              </a:defRPr>
            </a:lvl2pPr>
            <a:lvl3pPr marL="457200" indent="0">
              <a:lnSpc>
                <a:spcPct val="85000"/>
              </a:lnSpc>
              <a:buNone/>
              <a:defRPr sz="7600" b="0" spc="-50" baseline="0">
                <a:solidFill>
                  <a:schemeClr val="accent1">
                    <a:lumMod val="60000"/>
                    <a:lumOff val="40000"/>
                    <a:alpha val="80000"/>
                  </a:schemeClr>
                </a:solidFill>
              </a:defRPr>
            </a:lvl3pPr>
            <a:lvl4pPr marL="685800" indent="0">
              <a:lnSpc>
                <a:spcPct val="85000"/>
              </a:lnSpc>
              <a:buNone/>
              <a:defRPr sz="7600" b="0" spc="-50" baseline="0">
                <a:solidFill>
                  <a:schemeClr val="accent1">
                    <a:lumMod val="60000"/>
                    <a:lumOff val="40000"/>
                    <a:alpha val="80000"/>
                  </a:schemeClr>
                </a:solidFill>
              </a:defRPr>
            </a:lvl4pPr>
            <a:lvl5pPr marL="914400" indent="0">
              <a:lnSpc>
                <a:spcPct val="85000"/>
              </a:lnSpc>
              <a:buNone/>
              <a:defRPr sz="7600" b="0" spc="-50" baseline="0">
                <a:solidFill>
                  <a:schemeClr val="accent1">
                    <a:lumMod val="60000"/>
                    <a:lumOff val="40000"/>
                    <a:alpha val="80000"/>
                  </a:schemeClr>
                </a:solidFill>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accent1">
                    <a:lumMod val="60000"/>
                    <a:lumOff val="40000"/>
                  </a:schemeClr>
                </a:solidFill>
              </a:defRPr>
            </a:lvl1pPr>
          </a:lstStyle>
          <a:p>
            <a:r>
              <a:rPr lang="en-US" dirty="0"/>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accent1">
                    <a:lumMod val="60000"/>
                    <a:lumOff val="40000"/>
                  </a:schemeClr>
                </a:solidFill>
              </a:defRPr>
            </a:lvl1pPr>
          </a:lstStyle>
          <a:p>
            <a:fld id="{68854924-AD04-46C8-8FD0-32E5D79D9633}" type="datetime1">
              <a:rPr lang="en-US" smtClean="0"/>
              <a:t>11/5/2025</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accent1">
                    <a:lumMod val="60000"/>
                    <a:lumOff val="40000"/>
                  </a:schemeClr>
                </a:solidFill>
              </a:defRPr>
            </a:lvl1pPr>
          </a:lstStyle>
          <a:p>
            <a:fld id="{C8116806-1FD2-4A57-B5EA-7014AB76383B}" type="slidenum">
              <a:rPr lang="en-US" smtClean="0"/>
              <a:t>‹#›</a:t>
            </a:fld>
            <a:endParaRPr lang="en-US" dirty="0"/>
          </a:p>
        </p:txBody>
      </p:sp>
    </p:spTree>
    <p:extLst>
      <p:ext uri="{BB962C8B-B14F-4D97-AF65-F5344CB8AC3E}">
        <p14:creationId xmlns:p14="http://schemas.microsoft.com/office/powerpoint/2010/main" val="2671207607"/>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p:cSld name="Statement 5">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8" name="Rectangle: Rounded Corners 7">
            <a:extLst>
              <a:ext uri="{FF2B5EF4-FFF2-40B4-BE49-F238E27FC236}">
                <a16:creationId xmlns:a16="http://schemas.microsoft.com/office/drawing/2014/main" id="{E707BF49-7217-30B5-27A8-C28DF70EA021}"/>
              </a:ext>
              <a:ext uri="{C183D7F6-B498-43B3-948B-1728B52AA6E4}">
                <adec:decorative xmlns:adec="http://schemas.microsoft.com/office/drawing/2017/decorative" val="1"/>
              </a:ext>
            </a:extLst>
          </p:cNvPr>
          <p:cNvSpPr/>
          <p:nvPr/>
        </p:nvSpPr>
        <p:spPr>
          <a:xfrm>
            <a:off x="4914900" y="681175"/>
            <a:ext cx="6594684" cy="5495650"/>
          </a:xfrm>
          <a:prstGeom prst="roundRect">
            <a:avLst>
              <a:gd name="adj" fmla="val 5579"/>
            </a:avLst>
          </a:prstGeom>
          <a:solidFill>
            <a:schemeClr val="accent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0EDE6"/>
              </a:solidFill>
              <a:effectLst/>
              <a:uLnTx/>
              <a:uFillTx/>
              <a:latin typeface="Neue Haas Grotesk Text Pro"/>
              <a:ea typeface="+mn-ea"/>
              <a:cs typeface="+mn-cs"/>
            </a:endParaRP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5134062" y="1048623"/>
            <a:ext cx="6014907" cy="4932728"/>
          </a:xfrm>
        </p:spPr>
        <p:txBody>
          <a:bodyPr anchor="b">
            <a:noAutofit/>
          </a:bodyPr>
          <a:lstStyle>
            <a:lvl1pPr marL="0" indent="0">
              <a:lnSpc>
                <a:spcPct val="85000"/>
              </a:lnSpc>
              <a:buNone/>
              <a:defRPr sz="5400" b="0" spc="-50" baseline="0">
                <a:solidFill>
                  <a:schemeClr val="tx2"/>
                </a:solidFill>
              </a:defRPr>
            </a:lvl1pPr>
            <a:lvl2pPr marL="228600" indent="0">
              <a:lnSpc>
                <a:spcPct val="85000"/>
              </a:lnSpc>
              <a:buNone/>
              <a:defRPr sz="4400" b="0" spc="-50" baseline="0">
                <a:solidFill>
                  <a:schemeClr val="tx2"/>
                </a:solidFill>
              </a:defRPr>
            </a:lvl2pPr>
            <a:lvl3pPr marL="457200" indent="0">
              <a:lnSpc>
                <a:spcPct val="85000"/>
              </a:lnSpc>
              <a:buNone/>
              <a:defRPr sz="3600" b="0" spc="-50" baseline="0">
                <a:solidFill>
                  <a:schemeClr val="tx2"/>
                </a:solidFill>
              </a:defRPr>
            </a:lvl3pPr>
            <a:lvl4pPr marL="685800" indent="0">
              <a:lnSpc>
                <a:spcPct val="85000"/>
              </a:lnSpc>
              <a:buNone/>
              <a:defRPr sz="3200" b="0" spc="-50" baseline="0">
                <a:solidFill>
                  <a:schemeClr val="tx2"/>
                </a:solidFill>
              </a:defRPr>
            </a:lvl4pPr>
            <a:lvl5pPr marL="914400" indent="0">
              <a:lnSpc>
                <a:spcPct val="85000"/>
              </a:lnSpc>
              <a:buNone/>
              <a:defRPr sz="2800" b="0" spc="-50" baseline="0">
                <a:solidFill>
                  <a:schemeClr val="tx2"/>
                </a:solidFill>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2"/>
                </a:solidFill>
              </a:defRPr>
            </a:lvl1pPr>
          </a:lstStyle>
          <a:p>
            <a:r>
              <a:rPr lang="en-US" dirty="0"/>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2"/>
                </a:solidFill>
              </a:defRPr>
            </a:lvl1pPr>
          </a:lstStyle>
          <a:p>
            <a:fld id="{945E2037-E423-4692-A686-AD13A31B3254}" type="datetime1">
              <a:rPr lang="en-US" smtClean="0"/>
              <a:t>11/5/2025</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2"/>
                </a:solidFill>
              </a:defRPr>
            </a:lvl1pPr>
          </a:lstStyle>
          <a:p>
            <a:fld id="{C8116806-1FD2-4A57-B5EA-7014AB76383B}" type="slidenum">
              <a:rPr lang="en-US" smtClean="0"/>
              <a:t>‹#›</a:t>
            </a:fld>
            <a:endParaRPr lang="en-US" dirty="0"/>
          </a:p>
        </p:txBody>
      </p:sp>
    </p:spTree>
    <p:extLst>
      <p:ext uri="{BB962C8B-B14F-4D97-AF65-F5344CB8AC3E}">
        <p14:creationId xmlns:p14="http://schemas.microsoft.com/office/powerpoint/2010/main" val="3586289638"/>
      </p:ext>
    </p:extLst>
  </p:cSld>
  <p:clrMapOvr>
    <a:overrideClrMapping bg1="dk1" tx1="lt1" bg2="dk2" tx2="lt2" accent1="accent1" accent2="accent2" accent3="accent3" accent4="accent4" accent5="accent5" accent6="accent6" hlink="hlink" folHlink="folHlink"/>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1542D-3EA5-35E3-406E-8496EA7D4045}"/>
              </a:ext>
            </a:extLst>
          </p:cNvPr>
          <p:cNvSpPr>
            <a:spLocks noGrp="1"/>
          </p:cNvSpPr>
          <p:nvPr>
            <p:ph type="title" hasCustomPrompt="1"/>
          </p:nvPr>
        </p:nvSpPr>
        <p:spPr>
          <a:xfrm>
            <a:off x="1388784" y="5029200"/>
            <a:ext cx="9198864" cy="713232"/>
          </a:xfrm>
        </p:spPr>
        <p:txBody>
          <a:bodyPr anchor="t">
            <a:normAutofit/>
          </a:bodyPr>
          <a:lstStyle>
            <a:lvl1pPr>
              <a:lnSpc>
                <a:spcPct val="90000"/>
              </a:lnSpc>
              <a:defRPr sz="2000" b="1" spc="-50" baseline="0">
                <a:solidFill>
                  <a:schemeClr val="accent1"/>
                </a:solidFill>
              </a:defRPr>
            </a:lvl1pPr>
          </a:lstStyle>
          <a:p>
            <a:r>
              <a:rPr lang="en-US" dirty="0"/>
              <a:t>Quote Author</a:t>
            </a:r>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1388784" y="1115568"/>
            <a:ext cx="9198864" cy="3584448"/>
          </a:xfrm>
        </p:spPr>
        <p:txBody>
          <a:bodyPr anchor="ctr">
            <a:normAutofit/>
          </a:bodyPr>
          <a:lstStyle>
            <a:lvl1pPr marL="137160" indent="-137160">
              <a:lnSpc>
                <a:spcPct val="90000"/>
              </a:lnSpc>
              <a:spcBef>
                <a:spcPts val="0"/>
              </a:spcBef>
              <a:buFont typeface="Arial" panose="020B0604020202020204" pitchFamily="34" charset="0"/>
              <a:buNone/>
              <a:defRPr sz="5000" spc="-50" baseline="0"/>
            </a:lvl1pPr>
          </a:lstStyle>
          <a:p>
            <a:pPr lvl="0"/>
            <a:r>
              <a:rPr lang="en-US" dirty="0"/>
              <a:t>Click to edit Quote</a:t>
            </a:r>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p:txBody>
          <a:bodyPr/>
          <a:lstStyle/>
          <a:p>
            <a:r>
              <a:rPr lang="en-US" dirty="0"/>
              <a:t>Sample Footer Text</a:t>
            </a:r>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p:txBody>
          <a:bodyPr/>
          <a:lstStyle/>
          <a:p>
            <a:fld id="{B335E6B9-2D9C-4660-92C5-78965463CC8F}" type="datetime1">
              <a:rPr lang="en-US" smtClean="0"/>
              <a:t>11/5/2025</a:t>
            </a:fld>
            <a:endParaRPr lang="en-US" dirty="0"/>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p>
            <a:fld id="{C8116806-1FD2-4A57-B5EA-7014AB76383B}" type="slidenum">
              <a:rPr lang="en-US" smtClean="0"/>
              <a:t>‹#›</a:t>
            </a:fld>
            <a:endParaRPr lang="en-US" dirty="0"/>
          </a:p>
        </p:txBody>
      </p:sp>
    </p:spTree>
    <p:extLst>
      <p:ext uri="{BB962C8B-B14F-4D97-AF65-F5344CB8AC3E}">
        <p14:creationId xmlns:p14="http://schemas.microsoft.com/office/powerpoint/2010/main" val="1463861742"/>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p:cSld name="Quote 2">
    <p:bg>
      <p:bgPr>
        <a:solidFill>
          <a:schemeClr val="bg1"/>
        </a:solidFill>
        <a:effectLst/>
      </p:bgPr>
    </p:bg>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02FD12FA-BFA3-C887-EBC1-ED898186CB26}"/>
              </a:ext>
              <a:ext uri="{C183D7F6-B498-43B3-948B-1728B52AA6E4}">
                <adec:decorative xmlns:adec="http://schemas.microsoft.com/office/drawing/2017/decorative" val="1"/>
              </a:ext>
            </a:extLst>
          </p:cNvPr>
          <p:cNvSpPr/>
          <p:nvPr/>
        </p:nvSpPr>
        <p:spPr>
          <a:xfrm>
            <a:off x="620201" y="620202"/>
            <a:ext cx="10946701" cy="5617596"/>
          </a:xfrm>
          <a:prstGeom prst="roundRect">
            <a:avLst>
              <a:gd name="adj" fmla="val 5503"/>
            </a:avLst>
          </a:pr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0131542D-3EA5-35E3-406E-8496EA7D4045}"/>
              </a:ext>
            </a:extLst>
          </p:cNvPr>
          <p:cNvSpPr>
            <a:spLocks noGrp="1"/>
          </p:cNvSpPr>
          <p:nvPr>
            <p:ph type="title" hasCustomPrompt="1"/>
          </p:nvPr>
        </p:nvSpPr>
        <p:spPr>
          <a:xfrm>
            <a:off x="1619571" y="4874218"/>
            <a:ext cx="8753896" cy="666427"/>
          </a:xfrm>
        </p:spPr>
        <p:txBody>
          <a:bodyPr anchor="ctr">
            <a:normAutofit/>
          </a:bodyPr>
          <a:lstStyle>
            <a:lvl1pPr algn="r">
              <a:lnSpc>
                <a:spcPct val="90000"/>
              </a:lnSpc>
              <a:defRPr sz="1600" b="0" cap="all" spc="100" baseline="0">
                <a:solidFill>
                  <a:schemeClr val="accent1"/>
                </a:solidFill>
              </a:defRPr>
            </a:lvl1pPr>
          </a:lstStyle>
          <a:p>
            <a:r>
              <a:rPr lang="en-US" dirty="0"/>
              <a:t>Quote Author</a:t>
            </a:r>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1619571" y="1410343"/>
            <a:ext cx="8753895" cy="3301141"/>
          </a:xfrm>
        </p:spPr>
        <p:txBody>
          <a:bodyPr anchor="t">
            <a:normAutofit/>
          </a:bodyPr>
          <a:lstStyle>
            <a:lvl1pPr marL="164592" indent="-164592">
              <a:lnSpc>
                <a:spcPct val="90000"/>
              </a:lnSpc>
              <a:spcBef>
                <a:spcPts val="0"/>
              </a:spcBef>
              <a:buFont typeface="Arial" panose="020B0604020202020204" pitchFamily="34" charset="0"/>
              <a:buNone/>
              <a:defRPr sz="5000" spc="-50" baseline="0"/>
            </a:lvl1pPr>
          </a:lstStyle>
          <a:p>
            <a:pPr lvl="0"/>
            <a:r>
              <a:rPr lang="en-US" dirty="0"/>
              <a:t>Click to edit Quote</a:t>
            </a:r>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p:txBody>
          <a:bodyPr/>
          <a:lstStyle/>
          <a:p>
            <a:r>
              <a:rPr lang="en-US" dirty="0"/>
              <a:t>Sample Footer Text</a:t>
            </a:r>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p:txBody>
          <a:bodyPr/>
          <a:lstStyle/>
          <a:p>
            <a:fld id="{3F82639A-C38B-4DC4-A89D-3A41E7A79ECD}" type="datetime1">
              <a:rPr lang="en-US" smtClean="0"/>
              <a:t>11/5/2025</a:t>
            </a:fld>
            <a:endParaRPr lang="en-US" dirty="0"/>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p>
            <a:fld id="{C8116806-1FD2-4A57-B5EA-7014AB76383B}" type="slidenum">
              <a:rPr lang="en-US" smtClean="0"/>
              <a:t>‹#›</a:t>
            </a:fld>
            <a:endParaRPr lang="en-US" dirty="0"/>
          </a:p>
        </p:txBody>
      </p:sp>
    </p:spTree>
    <p:extLst>
      <p:ext uri="{BB962C8B-B14F-4D97-AF65-F5344CB8AC3E}">
        <p14:creationId xmlns:p14="http://schemas.microsoft.com/office/powerpoint/2010/main" val="1972437363"/>
      </p:ext>
    </p:extLst>
  </p:cSld>
  <p:clrMapOvr>
    <a:overrideClrMapping bg1="lt1" tx1="dk1" bg2="lt2" tx2="dk2" accent1="accent1" accent2="accent2" accent3="accent3" accent4="accent4" accent5="accent5" accent6="accent6" hlink="hlink" folHlink="folHlink"/>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p:cSld name="Quote 3">
    <p:bg>
      <p:bgPr>
        <a:solidFill>
          <a:schemeClr val="bg2"/>
        </a:solidFill>
        <a:effectLst/>
      </p:bgPr>
    </p:bg>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4A62FBA2-0B46-6A28-875D-1D493CFAC7EE}"/>
              </a:ext>
              <a:ext uri="{C183D7F6-B498-43B3-948B-1728B52AA6E4}">
                <adec:decorative xmlns:adec="http://schemas.microsoft.com/office/drawing/2017/decorative" val="1"/>
              </a:ext>
            </a:extLst>
          </p:cNvPr>
          <p:cNvSpPr/>
          <p:nvPr/>
        </p:nvSpPr>
        <p:spPr>
          <a:xfrm>
            <a:off x="4914900" y="681175"/>
            <a:ext cx="6594684" cy="5495650"/>
          </a:xfrm>
          <a:prstGeom prst="roundRect">
            <a:avLst>
              <a:gd name="adj" fmla="val 5579"/>
            </a:avLst>
          </a:prstGeom>
          <a:solidFill>
            <a:schemeClr val="bg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0131542D-3EA5-35E3-406E-8496EA7D4045}"/>
              </a:ext>
            </a:extLst>
          </p:cNvPr>
          <p:cNvSpPr>
            <a:spLocks noGrp="1"/>
          </p:cNvSpPr>
          <p:nvPr>
            <p:ph type="title" hasCustomPrompt="1"/>
          </p:nvPr>
        </p:nvSpPr>
        <p:spPr>
          <a:xfrm>
            <a:off x="5727126" y="5053386"/>
            <a:ext cx="5337341" cy="829328"/>
          </a:xfrm>
        </p:spPr>
        <p:txBody>
          <a:bodyPr anchor="ctr">
            <a:normAutofit/>
          </a:bodyPr>
          <a:lstStyle>
            <a:lvl1pPr algn="r">
              <a:lnSpc>
                <a:spcPct val="90000"/>
              </a:lnSpc>
              <a:defRPr sz="1600" b="0" cap="all" spc="100" baseline="0">
                <a:solidFill>
                  <a:schemeClr val="tx1"/>
                </a:solidFill>
              </a:defRPr>
            </a:lvl1pPr>
          </a:lstStyle>
          <a:p>
            <a:r>
              <a:rPr lang="en-US" dirty="0"/>
              <a:t>Quote Author</a:t>
            </a:r>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5374790" y="1078029"/>
            <a:ext cx="5337340" cy="3603028"/>
          </a:xfrm>
        </p:spPr>
        <p:txBody>
          <a:bodyPr anchor="t">
            <a:normAutofit/>
          </a:bodyPr>
          <a:lstStyle>
            <a:lvl1pPr marL="164592" indent="-164592">
              <a:lnSpc>
                <a:spcPct val="95000"/>
              </a:lnSpc>
              <a:spcBef>
                <a:spcPts val="0"/>
              </a:spcBef>
              <a:buFont typeface="Arial" panose="020B0604020202020204" pitchFamily="34" charset="0"/>
              <a:buNone/>
              <a:defRPr sz="4300" spc="-50" baseline="0"/>
            </a:lvl1pPr>
          </a:lstStyle>
          <a:p>
            <a:pPr lvl="0"/>
            <a:r>
              <a:rPr lang="en-US" dirty="0"/>
              <a:t>Click to edit Quote</a:t>
            </a:r>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p:txBody>
          <a:bodyPr/>
          <a:lstStyle/>
          <a:p>
            <a:r>
              <a:rPr lang="en-US" dirty="0"/>
              <a:t>Sample Footer Text</a:t>
            </a:r>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p:txBody>
          <a:bodyPr/>
          <a:lstStyle/>
          <a:p>
            <a:fld id="{F5CB1CF8-32E9-4DB7-83A6-BE10A0AD5321}" type="datetime1">
              <a:rPr lang="en-US" smtClean="0"/>
              <a:t>11/5/2025</a:t>
            </a:fld>
            <a:endParaRPr lang="en-US" dirty="0"/>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p>
            <a:fld id="{C8116806-1FD2-4A57-B5EA-7014AB76383B}" type="slidenum">
              <a:rPr lang="en-US" smtClean="0"/>
              <a:t>‹#›</a:t>
            </a:fld>
            <a:endParaRPr lang="en-US" dirty="0"/>
          </a:p>
        </p:txBody>
      </p:sp>
    </p:spTree>
    <p:extLst>
      <p:ext uri="{BB962C8B-B14F-4D97-AF65-F5344CB8AC3E}">
        <p14:creationId xmlns:p14="http://schemas.microsoft.com/office/powerpoint/2010/main" val="1393785936"/>
      </p:ext>
    </p:extLst>
  </p:cSld>
  <p:clrMapOvr>
    <a:overrideClrMapping bg1="lt1" tx1="dk1" bg2="lt2" tx2="dk2" accent1="accent1" accent2="accent2" accent3="accent3" accent4="accent4" accent5="accent5" accent6="accent6" hlink="hlink" folHlink="folHlink"/>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p:cSld name="Quote 4">
    <p:bg>
      <p:bgPr>
        <a:solidFill>
          <a:schemeClr val="accent1">
            <a:lumMod val="75000"/>
          </a:schemeClr>
        </a:solidFill>
        <a:effectLst/>
      </p:bgPr>
    </p:bg>
    <p:spTree>
      <p:nvGrpSpPr>
        <p:cNvPr id="1" name=""/>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E09F9171-FD47-8BB5-3DF9-885F03500FB9}"/>
              </a:ext>
              <a:ext uri="{C183D7F6-B498-43B3-948B-1728B52AA6E4}">
                <adec:decorative xmlns:adec="http://schemas.microsoft.com/office/drawing/2017/decorative" val="1"/>
              </a:ext>
            </a:extLst>
          </p:cNvPr>
          <p:cNvSpPr/>
          <p:nvPr/>
        </p:nvSpPr>
        <p:spPr>
          <a:xfrm>
            <a:off x="1880801" y="1175284"/>
            <a:ext cx="8430399" cy="4507431"/>
          </a:xfrm>
          <a:prstGeom prst="roundRect">
            <a:avLst>
              <a:gd name="adj" fmla="val 10241"/>
            </a:avLst>
          </a:prstGeom>
          <a:solidFill>
            <a:schemeClr val="accent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0131542D-3EA5-35E3-406E-8496EA7D4045}"/>
              </a:ext>
            </a:extLst>
          </p:cNvPr>
          <p:cNvSpPr>
            <a:spLocks noGrp="1"/>
          </p:cNvSpPr>
          <p:nvPr>
            <p:ph type="title" hasCustomPrompt="1"/>
          </p:nvPr>
        </p:nvSpPr>
        <p:spPr>
          <a:xfrm>
            <a:off x="2506436" y="4727007"/>
            <a:ext cx="7179129" cy="693019"/>
          </a:xfrm>
        </p:spPr>
        <p:txBody>
          <a:bodyPr anchor="t">
            <a:normAutofit/>
          </a:bodyPr>
          <a:lstStyle>
            <a:lvl1pPr algn="ctr">
              <a:lnSpc>
                <a:spcPct val="120000"/>
              </a:lnSpc>
              <a:defRPr sz="1400" b="0" cap="all" spc="100" baseline="0">
                <a:solidFill>
                  <a:srgbClr val="F0EDE6"/>
                </a:solidFill>
              </a:defRPr>
            </a:lvl1pPr>
          </a:lstStyle>
          <a:p>
            <a:r>
              <a:rPr lang="en-US" dirty="0"/>
              <a:t>Quote Author</a:t>
            </a:r>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2506436" y="1638300"/>
            <a:ext cx="7179129" cy="2972201"/>
          </a:xfrm>
        </p:spPr>
        <p:txBody>
          <a:bodyPr anchor="ctr">
            <a:normAutofit/>
          </a:bodyPr>
          <a:lstStyle>
            <a:lvl1pPr marL="137160" indent="-137160" algn="ctr">
              <a:lnSpc>
                <a:spcPct val="90000"/>
              </a:lnSpc>
              <a:spcBef>
                <a:spcPts val="0"/>
              </a:spcBef>
              <a:buFont typeface="Arial" panose="020B0604020202020204" pitchFamily="34" charset="0"/>
              <a:buNone/>
              <a:defRPr sz="4000" spc="-50" baseline="0">
                <a:solidFill>
                  <a:srgbClr val="F0EDE6"/>
                </a:solidFill>
              </a:defRPr>
            </a:lvl1pPr>
          </a:lstStyle>
          <a:p>
            <a:pPr lvl="0"/>
            <a:r>
              <a:rPr lang="en-US" dirty="0"/>
              <a:t>Click to edit Quote</a:t>
            </a:r>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p:txBody>
          <a:bodyPr/>
          <a:lstStyle>
            <a:lvl1pPr>
              <a:defRPr>
                <a:solidFill>
                  <a:schemeClr val="tx2"/>
                </a:solidFill>
              </a:defRPr>
            </a:lvl1pPr>
          </a:lstStyle>
          <a:p>
            <a:r>
              <a:rPr lang="en-US" dirty="0"/>
              <a:t>Sample Footer Text</a:t>
            </a:r>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p:txBody>
          <a:bodyPr/>
          <a:lstStyle>
            <a:lvl1pPr>
              <a:defRPr>
                <a:solidFill>
                  <a:schemeClr val="tx2"/>
                </a:solidFill>
              </a:defRPr>
            </a:lvl1pPr>
          </a:lstStyle>
          <a:p>
            <a:fld id="{D4283D50-03BE-4B63-B394-3AFFE93B94AD}" type="datetime1">
              <a:rPr lang="en-US" smtClean="0"/>
              <a:t>11/5/2025</a:t>
            </a:fld>
            <a:endParaRPr lang="en-US" dirty="0"/>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lvl1pPr>
              <a:defRPr>
                <a:solidFill>
                  <a:schemeClr val="tx2"/>
                </a:solidFill>
              </a:defRPr>
            </a:lvl1pPr>
          </a:lstStyle>
          <a:p>
            <a:fld id="{C8116806-1FD2-4A57-B5EA-7014AB76383B}" type="slidenum">
              <a:rPr lang="en-US" smtClean="0"/>
              <a:t>‹#›</a:t>
            </a:fld>
            <a:endParaRPr lang="en-US" dirty="0"/>
          </a:p>
        </p:txBody>
      </p:sp>
    </p:spTree>
    <p:extLst>
      <p:ext uri="{BB962C8B-B14F-4D97-AF65-F5344CB8AC3E}">
        <p14:creationId xmlns:p14="http://schemas.microsoft.com/office/powerpoint/2010/main" val="3789485748"/>
      </p:ext>
    </p:extLst>
  </p:cSld>
  <p:clrMapOvr>
    <a:overrideClrMapping bg1="dk1" tx1="lt1" bg2="dk2" tx2="lt2" accent1="accent1" accent2="accent2" accent3="accent3" accent4="accent4" accent5="accent5" accent6="accent6" hlink="hlink" folHlink="folHlink"/>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p:cSld name="Quote 5">
    <p:bg>
      <p:bgPr>
        <a:solidFill>
          <a:schemeClr val="accent1"/>
        </a:solidFill>
        <a:effectLst/>
      </p:bgPr>
    </p:bg>
    <p:spTree>
      <p:nvGrpSpPr>
        <p:cNvPr id="1" name=""/>
        <p:cNvGrpSpPr/>
        <p:nvPr/>
      </p:nvGrpSpPr>
      <p:grpSpPr>
        <a:xfrm>
          <a:off x="0" y="0"/>
          <a:ext cx="0" cy="0"/>
          <a:chOff x="0" y="0"/>
          <a:chExt cx="0" cy="0"/>
        </a:xfrm>
      </p:grpSpPr>
      <p:sp>
        <p:nvSpPr>
          <p:cNvPr id="9" name="Rectangle: Rounded Corners 8">
            <a:extLst>
              <a:ext uri="{FF2B5EF4-FFF2-40B4-BE49-F238E27FC236}">
                <a16:creationId xmlns:a16="http://schemas.microsoft.com/office/drawing/2014/main" id="{8F509A19-2BCA-5719-B875-5ED135FBF473}"/>
              </a:ext>
              <a:ext uri="{C183D7F6-B498-43B3-948B-1728B52AA6E4}">
                <adec:decorative xmlns:adec="http://schemas.microsoft.com/office/drawing/2017/decorative" val="1"/>
              </a:ext>
            </a:extLst>
          </p:cNvPr>
          <p:cNvSpPr/>
          <p:nvPr/>
        </p:nvSpPr>
        <p:spPr>
          <a:xfrm>
            <a:off x="1371600" y="1088757"/>
            <a:ext cx="9484963" cy="4680487"/>
          </a:xfrm>
          <a:prstGeom prst="roundRect">
            <a:avLst>
              <a:gd name="adj" fmla="val 6755"/>
            </a:avLst>
          </a:prstGeom>
          <a:solidFill>
            <a:schemeClr val="accent1">
              <a:lumMod val="60000"/>
              <a:lumOff val="40000"/>
              <a:alpha val="50000"/>
            </a:schemeClr>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0131542D-3EA5-35E3-406E-8496EA7D4045}"/>
              </a:ext>
            </a:extLst>
          </p:cNvPr>
          <p:cNvSpPr>
            <a:spLocks noGrp="1"/>
          </p:cNvSpPr>
          <p:nvPr>
            <p:ph type="title" hasCustomPrompt="1"/>
          </p:nvPr>
        </p:nvSpPr>
        <p:spPr>
          <a:xfrm>
            <a:off x="2046022" y="4652721"/>
            <a:ext cx="8105614" cy="666427"/>
          </a:xfrm>
        </p:spPr>
        <p:txBody>
          <a:bodyPr anchor="ctr">
            <a:normAutofit/>
          </a:bodyPr>
          <a:lstStyle>
            <a:lvl1pPr algn="r">
              <a:lnSpc>
                <a:spcPct val="90000"/>
              </a:lnSpc>
              <a:defRPr sz="1600" b="0" cap="all" spc="100" baseline="0">
                <a:solidFill>
                  <a:schemeClr val="tx2"/>
                </a:solidFill>
              </a:defRPr>
            </a:lvl1pPr>
          </a:lstStyle>
          <a:p>
            <a:r>
              <a:rPr lang="en-US" dirty="0"/>
              <a:t>Quote Author</a:t>
            </a:r>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2036398" y="1638300"/>
            <a:ext cx="8105614" cy="2898186"/>
          </a:xfrm>
        </p:spPr>
        <p:txBody>
          <a:bodyPr anchor="t">
            <a:normAutofit/>
          </a:bodyPr>
          <a:lstStyle>
            <a:lvl1pPr marL="164592" indent="-164592">
              <a:lnSpc>
                <a:spcPct val="90000"/>
              </a:lnSpc>
              <a:spcBef>
                <a:spcPts val="0"/>
              </a:spcBef>
              <a:buFont typeface="Arial" panose="020B0604020202020204" pitchFamily="34" charset="0"/>
              <a:buNone/>
              <a:defRPr sz="5000" spc="-50" baseline="0">
                <a:solidFill>
                  <a:schemeClr val="tx2"/>
                </a:solidFill>
              </a:defRPr>
            </a:lvl1pPr>
          </a:lstStyle>
          <a:p>
            <a:pPr lvl="0"/>
            <a:r>
              <a:rPr lang="en-US" dirty="0"/>
              <a:t>Click to edit Quote</a:t>
            </a:r>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p:txBody>
          <a:bodyPr/>
          <a:lstStyle>
            <a:lvl1pPr>
              <a:defRPr>
                <a:solidFill>
                  <a:schemeClr val="tx2"/>
                </a:solidFill>
              </a:defRPr>
            </a:lvl1pPr>
          </a:lstStyle>
          <a:p>
            <a:r>
              <a:rPr lang="en-US" dirty="0"/>
              <a:t>Sample Footer Text</a:t>
            </a:r>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p:txBody>
          <a:bodyPr/>
          <a:lstStyle>
            <a:lvl1pPr>
              <a:defRPr>
                <a:solidFill>
                  <a:schemeClr val="tx2"/>
                </a:solidFill>
              </a:defRPr>
            </a:lvl1pPr>
          </a:lstStyle>
          <a:p>
            <a:fld id="{07DA69C6-AB86-4555-AFCA-374D463A1405}" type="datetime1">
              <a:rPr lang="en-US" smtClean="0"/>
              <a:t>11/5/2025</a:t>
            </a:fld>
            <a:endParaRPr lang="en-US" dirty="0"/>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lvl1pPr>
              <a:defRPr>
                <a:solidFill>
                  <a:schemeClr val="tx2"/>
                </a:solidFill>
              </a:defRPr>
            </a:lvl1pPr>
          </a:lstStyle>
          <a:p>
            <a:fld id="{C8116806-1FD2-4A57-B5EA-7014AB76383B}" type="slidenum">
              <a:rPr lang="en-US" smtClean="0"/>
              <a:t>‹#›</a:t>
            </a:fld>
            <a:endParaRPr lang="en-US" dirty="0"/>
          </a:p>
        </p:txBody>
      </p:sp>
    </p:spTree>
    <p:extLst>
      <p:ext uri="{BB962C8B-B14F-4D97-AF65-F5344CB8AC3E}">
        <p14:creationId xmlns:p14="http://schemas.microsoft.com/office/powerpoint/2010/main" val="219375225"/>
      </p:ext>
    </p:extLst>
  </p:cSld>
  <p:clrMapOvr>
    <a:overrideClrMapping bg1="dk1" tx1="lt1" bg2="dk2" tx2="lt2" accent1="accent1" accent2="accent2" accent3="accent3" accent4="accent4" accent5="accent5" accent6="accent6" hlink="hlink" folHlink="folHlink"/>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2880" y="219456"/>
            <a:ext cx="11326704" cy="1041564"/>
          </a:xfrm>
        </p:spPr>
        <p:txBody>
          <a:bodyPr/>
          <a:lstStyle/>
          <a:p>
            <a:r>
              <a:rPr lang="en-US"/>
              <a:t>Click to edit Master title style</a:t>
            </a:r>
            <a:endParaRPr lang="en-US" dirty="0"/>
          </a:p>
        </p:txBody>
      </p:sp>
      <p:sp>
        <p:nvSpPr>
          <p:cNvPr id="9" name="Text Placeholder 8">
            <a:extLst>
              <a:ext uri="{FF2B5EF4-FFF2-40B4-BE49-F238E27FC236}">
                <a16:creationId xmlns:a16="http://schemas.microsoft.com/office/drawing/2014/main" id="{DA7BFCD9-16A4-5745-7BB3-7836095FF16B}"/>
              </a:ext>
            </a:extLst>
          </p:cNvPr>
          <p:cNvSpPr>
            <a:spLocks noGrp="1"/>
          </p:cNvSpPr>
          <p:nvPr>
            <p:ph type="body" sz="quarter" idx="13"/>
          </p:nvPr>
        </p:nvSpPr>
        <p:spPr>
          <a:xfrm>
            <a:off x="182880" y="1645920"/>
            <a:ext cx="5416759" cy="47259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10">
            <a:extLst>
              <a:ext uri="{FF2B5EF4-FFF2-40B4-BE49-F238E27FC236}">
                <a16:creationId xmlns:a16="http://schemas.microsoft.com/office/drawing/2014/main" id="{F30EDC57-7D17-D4C8-5C60-A44A480EA997}"/>
              </a:ext>
            </a:extLst>
          </p:cNvPr>
          <p:cNvSpPr>
            <a:spLocks noGrp="1"/>
          </p:cNvSpPr>
          <p:nvPr>
            <p:ph type="body" sz="quarter" idx="14"/>
          </p:nvPr>
        </p:nvSpPr>
        <p:spPr>
          <a:xfrm>
            <a:off x="6248400" y="1645920"/>
            <a:ext cx="5261184" cy="47259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0B5B9CE9-04E1-4A30-9610-62B3B25B32C1}" type="datetime1">
              <a:rPr lang="en-US" smtClean="0"/>
              <a:t>11/5/2025</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8116806-1FD2-4A57-B5EA-7014AB76383B}" type="slidenum">
              <a:rPr lang="en-US" smtClean="0"/>
              <a:t>‹#›</a:t>
            </a:fld>
            <a:endParaRPr lang="en-US" dirty="0"/>
          </a:p>
        </p:txBody>
      </p:sp>
    </p:spTree>
    <p:extLst>
      <p:ext uri="{BB962C8B-B14F-4D97-AF65-F5344CB8AC3E}">
        <p14:creationId xmlns:p14="http://schemas.microsoft.com/office/powerpoint/2010/main" val="3321047875"/>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181186" y="219456"/>
            <a:ext cx="11274552" cy="78985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181185" y="1009307"/>
            <a:ext cx="5212080" cy="55983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10">
            <a:extLst>
              <a:ext uri="{FF2B5EF4-FFF2-40B4-BE49-F238E27FC236}">
                <a16:creationId xmlns:a16="http://schemas.microsoft.com/office/drawing/2014/main" id="{7B5BB1DC-4DAA-D220-25A9-5752C158FDD3}"/>
              </a:ext>
            </a:extLst>
          </p:cNvPr>
          <p:cNvSpPr>
            <a:spLocks noGrp="1"/>
          </p:cNvSpPr>
          <p:nvPr>
            <p:ph type="body" sz="quarter" idx="13"/>
          </p:nvPr>
        </p:nvSpPr>
        <p:spPr>
          <a:xfrm>
            <a:off x="181631" y="1649451"/>
            <a:ext cx="5211762" cy="4343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245352" y="1009307"/>
            <a:ext cx="5212080" cy="55983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Text Placeholder 12">
            <a:extLst>
              <a:ext uri="{FF2B5EF4-FFF2-40B4-BE49-F238E27FC236}">
                <a16:creationId xmlns:a16="http://schemas.microsoft.com/office/drawing/2014/main" id="{BAB67A04-5E8D-18C5-D47A-A5B5CFE568A1}"/>
              </a:ext>
            </a:extLst>
          </p:cNvPr>
          <p:cNvSpPr>
            <a:spLocks noGrp="1"/>
          </p:cNvSpPr>
          <p:nvPr>
            <p:ph type="body" sz="quarter" idx="14"/>
          </p:nvPr>
        </p:nvSpPr>
        <p:spPr>
          <a:xfrm>
            <a:off x="6245352" y="1649451"/>
            <a:ext cx="5213350" cy="4343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dirty="0"/>
              <a:t>Sample Footer Text</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C397DEDC-8F58-44F8-A177-8A00C8A4C6DB}" type="datetime1">
              <a:rPr lang="en-US" smtClean="0"/>
              <a:t>11/5/2025</a:t>
            </a:fld>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8116806-1FD2-4A57-B5EA-7014AB76383B}" type="slidenum">
              <a:rPr lang="en-US" smtClean="0"/>
              <a:t>‹#›</a:t>
            </a:fld>
            <a:endParaRPr lang="en-US" dirty="0"/>
          </a:p>
        </p:txBody>
      </p:sp>
    </p:spTree>
    <p:extLst>
      <p:ext uri="{BB962C8B-B14F-4D97-AF65-F5344CB8AC3E}">
        <p14:creationId xmlns:p14="http://schemas.microsoft.com/office/powerpoint/2010/main" val="3181191638"/>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dirty="0"/>
              <a:t>Sample Footer Text</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1C995DE8-BB4A-408C-A60C-374B496D02BA}" type="datetime1">
              <a:rPr lang="en-US" smtClean="0"/>
              <a:t>11/5/2025</a:t>
            </a:fld>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8116806-1FD2-4A57-B5EA-7014AB76383B}" type="slidenum">
              <a:rPr lang="en-US" smtClean="0"/>
              <a:t>‹#›</a:t>
            </a:fld>
            <a:endParaRPr lang="en-US" dirty="0"/>
          </a:p>
        </p:txBody>
      </p:sp>
    </p:spTree>
    <p:extLst>
      <p:ext uri="{BB962C8B-B14F-4D97-AF65-F5344CB8AC3E}">
        <p14:creationId xmlns:p14="http://schemas.microsoft.com/office/powerpoint/2010/main" val="1750750294"/>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dirty="0"/>
              <a:t>Sample Footer Text</a:t>
            </a:r>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646851F7-84B8-47C4-B767-E94FA9BAA188}" type="datetime1">
              <a:rPr lang="en-US" smtClean="0"/>
              <a:t>11/5/2025</a:t>
            </a:fld>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8116806-1FD2-4A57-B5EA-7014AB76383B}" type="slidenum">
              <a:rPr lang="en-US" smtClean="0"/>
              <a:t>‹#›</a:t>
            </a:fld>
            <a:endParaRPr lang="en-US" dirty="0"/>
          </a:p>
        </p:txBody>
      </p:sp>
    </p:spTree>
    <p:extLst>
      <p:ext uri="{BB962C8B-B14F-4D97-AF65-F5344CB8AC3E}">
        <p14:creationId xmlns:p14="http://schemas.microsoft.com/office/powerpoint/2010/main" val="2874312077"/>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178704" y="218113"/>
            <a:ext cx="3363393" cy="2345471"/>
          </a:xfrm>
        </p:spPr>
        <p:txBody>
          <a:bodyPr anchor="t">
            <a:normAutofit/>
          </a:bodyPr>
          <a:lstStyle>
            <a:lvl1pPr>
              <a:defRPr sz="30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178704" y="2563586"/>
            <a:ext cx="3363393" cy="3708232"/>
          </a:xfrm>
        </p:spPr>
        <p:txBody>
          <a:bodyPr anchor="b">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914900" y="218114"/>
            <a:ext cx="6688836" cy="6088068"/>
          </a:xfrm>
        </p:spPr>
        <p:txBody>
          <a:bodyPr vert="horz" lIns="91440" tIns="45720" rIns="91440" bIns="45720" rtlCol="0">
            <a:normAutofit/>
          </a:bodyPr>
          <a:lstStyle>
            <a:lvl1pPr>
              <a:defRPr lang="en-US" sz="1400" dirty="0"/>
            </a:lvl1pPr>
            <a:lvl2pPr>
              <a:defRPr lang="en-US" sz="1400" dirty="0"/>
            </a:lvl2pPr>
            <a:lvl3pPr>
              <a:defRPr lang="en-US" sz="1400" dirty="0"/>
            </a:lvl3pPr>
            <a:lvl4pPr>
              <a:defRPr lang="en-US" sz="1400" dirty="0"/>
            </a:lvl4pPr>
            <a:lvl5pPr>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dirty="0"/>
              <a:t>Sample Footer Text</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93482DE2-0335-4BF2-A8F9-5A9E4F82FC09}" type="datetime1">
              <a:rPr lang="en-US" smtClean="0"/>
              <a:t>11/5/2025</a:t>
            </a:fld>
            <a:endParaRPr lang="en-US" dirty="0"/>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8116806-1FD2-4A57-B5EA-7014AB76383B}" type="slidenum">
              <a:rPr lang="en-US" smtClean="0"/>
              <a:t>‹#›</a:t>
            </a:fld>
            <a:endParaRPr lang="en-US" dirty="0"/>
          </a:p>
        </p:txBody>
      </p:sp>
    </p:spTree>
    <p:extLst>
      <p:ext uri="{BB962C8B-B14F-4D97-AF65-F5344CB8AC3E}">
        <p14:creationId xmlns:p14="http://schemas.microsoft.com/office/powerpoint/2010/main" val="689092549"/>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182880" y="219456"/>
            <a:ext cx="3176337" cy="2628249"/>
          </a:xfrm>
        </p:spPr>
        <p:txBody>
          <a:bodyPr anchor="t">
            <a:normAutofit/>
          </a:bodyPr>
          <a:lstStyle>
            <a:lvl1pPr>
              <a:defRPr sz="30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178705" y="2847706"/>
            <a:ext cx="3180512" cy="3424111"/>
          </a:xfrm>
        </p:spPr>
        <p:txBody>
          <a:bodyPr vert="horz" lIns="91440" tIns="45720" rIns="91440" bIns="45720" rtlCol="0" anchor="b">
            <a:normAutofit/>
          </a:bodyPr>
          <a:lstStyle>
            <a:lvl1pPr marL="0" indent="0">
              <a:buNone/>
              <a:defRPr lang="en-US" dirty="0"/>
            </a:lvl1pPr>
          </a:lstStyle>
          <a:p>
            <a:pPr lvl="0"/>
            <a:r>
              <a:rPr lang="en-US"/>
              <a:t>Click to edit Master text styles</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a:xfrm>
            <a:off x="178704" y="6387128"/>
            <a:ext cx="2016929" cy="338328"/>
          </a:xfrm>
        </p:spPr>
        <p:txBody>
          <a:bodyPr/>
          <a:lstStyle/>
          <a:p>
            <a:r>
              <a:rPr lang="en-US" dirty="0"/>
              <a:t>Sample Footer Text</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a:xfrm>
            <a:off x="2310493" y="6387128"/>
            <a:ext cx="917224" cy="338328"/>
          </a:xfrm>
        </p:spPr>
        <p:txBody>
          <a:bodyPr/>
          <a:lstStyle/>
          <a:p>
            <a:fld id="{842EC803-812E-4F8B-A77B-00A746763209}" type="datetime1">
              <a:rPr lang="en-US" smtClean="0"/>
              <a:t>11/5/2025</a:t>
            </a:fld>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a:xfrm>
            <a:off x="3227717" y="6387128"/>
            <a:ext cx="457200" cy="338328"/>
          </a:xfrm>
        </p:spPr>
        <p:txBody>
          <a:bodyPr/>
          <a:lstStyle/>
          <a:p>
            <a:fld id="{C8116806-1FD2-4A57-B5EA-7014AB76383B}" type="slidenum">
              <a:rPr lang="en-US" smtClean="0"/>
              <a:t>‹#›</a:t>
            </a:fld>
            <a:endParaRPr lang="en-US" dirty="0"/>
          </a:p>
        </p:txBody>
      </p:sp>
      <p:sp>
        <p:nvSpPr>
          <p:cNvPr id="12" name="Picture Placeholder 2">
            <a:extLst>
              <a:ext uri="{FF2B5EF4-FFF2-40B4-BE49-F238E27FC236}">
                <a16:creationId xmlns:a16="http://schemas.microsoft.com/office/drawing/2014/main" id="{ADACA751-BBB2-3E33-EA6C-54B4A7F6842B}"/>
              </a:ext>
            </a:extLst>
          </p:cNvPr>
          <p:cNvSpPr>
            <a:spLocks noGrp="1"/>
          </p:cNvSpPr>
          <p:nvPr>
            <p:ph type="pic" idx="1" hasCustomPrompt="1"/>
          </p:nvPr>
        </p:nvSpPr>
        <p:spPr>
          <a:xfrm>
            <a:off x="3962400" y="266700"/>
            <a:ext cx="7962900" cy="6324600"/>
          </a:xfrm>
          <a:custGeom>
            <a:avLst/>
            <a:gdLst>
              <a:gd name="connsiteX0" fmla="*/ 264355 w 6785782"/>
              <a:gd name="connsiteY0" fmla="*/ 0 h 6172198"/>
              <a:gd name="connsiteX1" fmla="*/ 6521427 w 6785782"/>
              <a:gd name="connsiteY1" fmla="*/ 0 h 6172198"/>
              <a:gd name="connsiteX2" fmla="*/ 6785782 w 6785782"/>
              <a:gd name="connsiteY2" fmla="*/ 264355 h 6172198"/>
              <a:gd name="connsiteX3" fmla="*/ 6785782 w 6785782"/>
              <a:gd name="connsiteY3" fmla="*/ 5907843 h 6172198"/>
              <a:gd name="connsiteX4" fmla="*/ 6521427 w 6785782"/>
              <a:gd name="connsiteY4" fmla="*/ 6172198 h 6172198"/>
              <a:gd name="connsiteX5" fmla="*/ 264355 w 6785782"/>
              <a:gd name="connsiteY5" fmla="*/ 6172198 h 6172198"/>
              <a:gd name="connsiteX6" fmla="*/ 0 w 6785782"/>
              <a:gd name="connsiteY6" fmla="*/ 5907843 h 6172198"/>
              <a:gd name="connsiteX7" fmla="*/ 0 w 6785782"/>
              <a:gd name="connsiteY7" fmla="*/ 264355 h 6172198"/>
              <a:gd name="connsiteX8" fmla="*/ 264355 w 6785782"/>
              <a:gd name="connsiteY8" fmla="*/ 0 h 6172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785782" h="6172198">
                <a:moveTo>
                  <a:pt x="264355" y="0"/>
                </a:moveTo>
                <a:lnTo>
                  <a:pt x="6521427" y="0"/>
                </a:lnTo>
                <a:cubicBezTo>
                  <a:pt x="6667426" y="0"/>
                  <a:pt x="6785782" y="118356"/>
                  <a:pt x="6785782" y="264355"/>
                </a:cubicBezTo>
                <a:lnTo>
                  <a:pt x="6785782" y="5907843"/>
                </a:lnTo>
                <a:cubicBezTo>
                  <a:pt x="6785782" y="6053842"/>
                  <a:pt x="6667426" y="6172198"/>
                  <a:pt x="6521427" y="6172198"/>
                </a:cubicBezTo>
                <a:lnTo>
                  <a:pt x="264355" y="6172198"/>
                </a:lnTo>
                <a:cubicBezTo>
                  <a:pt x="118356" y="6172198"/>
                  <a:pt x="0" y="6053842"/>
                  <a:pt x="0" y="5907843"/>
                </a:cubicBezTo>
                <a:lnTo>
                  <a:pt x="0" y="264355"/>
                </a:lnTo>
                <a:cubicBezTo>
                  <a:pt x="0" y="118356"/>
                  <a:pt x="118356" y="0"/>
                  <a:pt x="264355" y="0"/>
                </a:cubicBezTo>
                <a:close/>
              </a:path>
            </a:pathLst>
          </a:custGeom>
          <a:blipFill dpi="0" rotWithShape="1">
            <a:blip r:embed="rId2">
              <a:alphaModFix amt="60000"/>
            </a:blip>
            <a:srcRect/>
            <a:stretch>
              <a:fillRect/>
            </a:stretch>
          </a:blipFill>
        </p:spPr>
        <p:txBody>
          <a:bodyPr wrap="square">
            <a:no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Tree>
    <p:extLst>
      <p:ext uri="{BB962C8B-B14F-4D97-AF65-F5344CB8AC3E}">
        <p14:creationId xmlns:p14="http://schemas.microsoft.com/office/powerpoint/2010/main" val="861545849"/>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67861" y="207228"/>
            <a:ext cx="11001943" cy="1790700"/>
          </a:xfrm>
        </p:spPr>
        <p:txBody>
          <a:bodyPr anchor="t">
            <a:noAutofit/>
          </a:bodyPr>
          <a:lstStyle>
            <a:lvl1pPr>
              <a:defRPr sz="72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1022195" y="3264408"/>
            <a:ext cx="10147610" cy="283464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642CF504-FC97-4D7A-ADA4-4D7971A47BF8}" type="datetime1">
              <a:rPr lang="en-US" smtClean="0"/>
              <a:t>11/5/2025</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8116806-1FD2-4A57-B5EA-7014AB76383B}" type="slidenum">
              <a:rPr lang="en-US" smtClean="0"/>
              <a:t>‹#›</a:t>
            </a:fld>
            <a:endParaRPr lang="en-US" dirty="0"/>
          </a:p>
        </p:txBody>
      </p:sp>
    </p:spTree>
    <p:extLst>
      <p:ext uri="{BB962C8B-B14F-4D97-AF65-F5344CB8AC3E}">
        <p14:creationId xmlns:p14="http://schemas.microsoft.com/office/powerpoint/2010/main" val="209139112"/>
      </p:ext>
    </p:extLst>
  </p:cSld>
  <p:clrMapOvr>
    <a:overrideClrMapping bg1="lt1" tx1="dk1" bg2="lt2" tx2="dk2" accent1="accent1" accent2="accent2" accent3="accent3" accent4="accent4" accent5="accent5" accent6="accent6" hlink="hlink" folHlink="folHlink"/>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2915580" y="1089247"/>
            <a:ext cx="6360840" cy="2171716"/>
          </a:xfrm>
        </p:spPr>
        <p:txBody>
          <a:bodyPr anchor="b">
            <a:noAutofit/>
          </a:bodyPr>
          <a:lstStyle>
            <a:lvl1pPr algn="ctr">
              <a:defRPr sz="720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3322864" y="3499880"/>
            <a:ext cx="5543550" cy="1771650"/>
          </a:xfrm>
        </p:spPr>
        <p:txBody>
          <a:bodyPr vert="horz" lIns="91440" tIns="45720" rIns="91440" bIns="45720" rtlCol="0">
            <a:normAutofit/>
          </a:bodyPr>
          <a:lstStyle>
            <a:lvl1pPr marL="0" indent="0" algn="ctr">
              <a:buNone/>
              <a:defRPr lang="en-US" sz="1600" dirty="0"/>
            </a:lvl1pPr>
            <a:lvl2pPr marL="228600" indent="0" algn="ctr">
              <a:buNone/>
              <a:defRPr lang="en-US" sz="1600" dirty="0"/>
            </a:lvl2pPr>
            <a:lvl3pPr marL="457200" indent="0" algn="ctr">
              <a:buNone/>
              <a:defRPr lang="en-US" sz="1600" dirty="0"/>
            </a:lvl3pPr>
            <a:lvl4pPr marL="685800" indent="0" algn="ctr">
              <a:buNone/>
              <a:defRPr lang="en-US" sz="1600" dirty="0"/>
            </a:lvl4pPr>
            <a:lvl5pPr marL="914400" indent="0" algn="ctr">
              <a:buNone/>
              <a:defRPr lang="en-US" sz="16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4B6DD06E-1834-4525-8B00-CED1355A3638}" type="datetime1">
              <a:rPr lang="en-US" smtClean="0"/>
              <a:t>11/5/2025</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8116806-1FD2-4A57-B5EA-7014AB76383B}" type="slidenum">
              <a:rPr lang="en-US" smtClean="0"/>
              <a:t>‹#›</a:t>
            </a:fld>
            <a:endParaRPr lang="en-US" dirty="0"/>
          </a:p>
        </p:txBody>
      </p:sp>
    </p:spTree>
    <p:extLst>
      <p:ext uri="{BB962C8B-B14F-4D97-AF65-F5344CB8AC3E}">
        <p14:creationId xmlns:p14="http://schemas.microsoft.com/office/powerpoint/2010/main" val="846764236"/>
      </p:ext>
    </p:extLst>
  </p:cSld>
  <p:clrMapOvr>
    <a:overrideClrMapping bg1="lt1" tx1="dk1" bg2="lt2" tx2="dk2" accent1="accent1" accent2="accent2" accent3="accent3" accent4="accent4" accent5="accent5" accent6="accent6" hlink="hlink" folHlink="folHlink"/>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p:cSld name="Title with Picture">
    <p:bg>
      <p:bgRef idx="1001">
        <a:schemeClr val="bg1"/>
      </p:bgRef>
    </p:bg>
    <p:spTree>
      <p:nvGrpSpPr>
        <p:cNvPr id="1" name=""/>
        <p:cNvGrpSpPr/>
        <p:nvPr/>
      </p:nvGrpSpPr>
      <p:grpSpPr>
        <a:xfrm>
          <a:off x="0" y="0"/>
          <a:ext cx="0" cy="0"/>
          <a:chOff x="0" y="0"/>
          <a:chExt cx="0" cy="0"/>
        </a:xfrm>
      </p:grpSpPr>
      <p:sp useBgFill="1">
        <p:nvSpPr>
          <p:cNvPr id="15" name="Oval 14">
            <a:extLst>
              <a:ext uri="{FF2B5EF4-FFF2-40B4-BE49-F238E27FC236}">
                <a16:creationId xmlns:a16="http://schemas.microsoft.com/office/drawing/2014/main" id="{D9699E7E-EA95-258E-EE85-5B6712A5D963}"/>
              </a:ext>
              <a:ext uri="{C183D7F6-B498-43B3-948B-1728B52AA6E4}">
                <adec:decorative xmlns:adec="http://schemas.microsoft.com/office/drawing/2017/decorative" val="1"/>
              </a:ext>
            </a:extLst>
          </p:cNvPr>
          <p:cNvSpPr/>
          <p:nvPr/>
        </p:nvSpPr>
        <p:spPr>
          <a:xfrm>
            <a:off x="695096" y="1082040"/>
            <a:ext cx="4692243" cy="4692243"/>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088136" y="2212848"/>
            <a:ext cx="3941064" cy="1426464"/>
          </a:xfrm>
          <a:prstGeom prst="rect">
            <a:avLst/>
          </a:prstGeom>
        </p:spPr>
        <p:txBody>
          <a:bodyPr anchor="b">
            <a:normAutofit/>
          </a:bodyPr>
          <a:lstStyle>
            <a:lvl1pPr algn="ctr">
              <a:lnSpc>
                <a:spcPct val="120000"/>
              </a:lnSpc>
              <a:defRPr sz="2800">
                <a:solidFill>
                  <a:schemeClr val="tx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527048" y="4251960"/>
            <a:ext cx="3044952" cy="877824"/>
          </a:xfrm>
          <a:prstGeom prst="rect">
            <a:avLst/>
          </a:prstGeom>
        </p:spPr>
        <p:txBody>
          <a:bodyPr anchor="t">
            <a:normAutofit/>
          </a:bodyPr>
          <a:lstStyle>
            <a:lvl1pPr marL="0" indent="0" algn="ctr">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3" name="Picture Placeholder 12">
            <a:extLst>
              <a:ext uri="{FF2B5EF4-FFF2-40B4-BE49-F238E27FC236}">
                <a16:creationId xmlns:a16="http://schemas.microsoft.com/office/drawing/2014/main" id="{360E5C64-41A3-7E7F-EE42-A3FC02532B17}"/>
              </a:ext>
            </a:extLst>
          </p:cNvPr>
          <p:cNvSpPr>
            <a:spLocks noGrp="1"/>
          </p:cNvSpPr>
          <p:nvPr>
            <p:ph type="pic" sz="quarter" idx="13" hasCustomPrompt="1"/>
          </p:nvPr>
        </p:nvSpPr>
        <p:spPr>
          <a:xfrm>
            <a:off x="0" y="0"/>
            <a:ext cx="12192000" cy="6858000"/>
          </a:xfrm>
          <a:custGeom>
            <a:avLst/>
            <a:gdLst>
              <a:gd name="connsiteX0" fmla="*/ 3048000 w 12192000"/>
              <a:gd name="connsiteY0" fmla="*/ 1114197 h 6858000"/>
              <a:gd name="connsiteX1" fmla="*/ 733197 w 12192000"/>
              <a:gd name="connsiteY1" fmla="*/ 3429000 h 6858000"/>
              <a:gd name="connsiteX2" fmla="*/ 3048000 w 12192000"/>
              <a:gd name="connsiteY2" fmla="*/ 5743803 h 6858000"/>
              <a:gd name="connsiteX3" fmla="*/ 5362803 w 12192000"/>
              <a:gd name="connsiteY3" fmla="*/ 3429000 h 6858000"/>
              <a:gd name="connsiteX4" fmla="*/ 3048000 w 12192000"/>
              <a:gd name="connsiteY4" fmla="*/ 1114197 h 6858000"/>
              <a:gd name="connsiteX5" fmla="*/ 0 w 12192000"/>
              <a:gd name="connsiteY5" fmla="*/ 0 h 6858000"/>
              <a:gd name="connsiteX6" fmla="*/ 12192000 w 12192000"/>
              <a:gd name="connsiteY6" fmla="*/ 0 h 6858000"/>
              <a:gd name="connsiteX7" fmla="*/ 12192000 w 12192000"/>
              <a:gd name="connsiteY7" fmla="*/ 6858000 h 6858000"/>
              <a:gd name="connsiteX8" fmla="*/ 0 w 12192000"/>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6858000">
                <a:moveTo>
                  <a:pt x="3048000" y="1114197"/>
                </a:moveTo>
                <a:cubicBezTo>
                  <a:pt x="1769570" y="1114197"/>
                  <a:pt x="733197" y="2150570"/>
                  <a:pt x="733197" y="3429000"/>
                </a:cubicBezTo>
                <a:cubicBezTo>
                  <a:pt x="733197" y="4707430"/>
                  <a:pt x="1769570" y="5743803"/>
                  <a:pt x="3048000" y="5743803"/>
                </a:cubicBezTo>
                <a:cubicBezTo>
                  <a:pt x="4326430" y="5743803"/>
                  <a:pt x="5362803" y="4707430"/>
                  <a:pt x="5362803" y="3429000"/>
                </a:cubicBezTo>
                <a:cubicBezTo>
                  <a:pt x="5362803" y="2150570"/>
                  <a:pt x="4326430" y="1114197"/>
                  <a:pt x="3048000" y="1114197"/>
                </a:cubicBezTo>
                <a:close/>
                <a:moveTo>
                  <a:pt x="0" y="0"/>
                </a:moveTo>
                <a:lnTo>
                  <a:pt x="12192000" y="0"/>
                </a:lnTo>
                <a:lnTo>
                  <a:pt x="12192000" y="6858000"/>
                </a:lnTo>
                <a:lnTo>
                  <a:pt x="0" y="6858000"/>
                </a:lnTo>
                <a:close/>
              </a:path>
            </a:pathLst>
          </a:custGeom>
          <a:blipFill>
            <a:blip r:embed="rId2">
              <a:alphaModFix amt="80000"/>
            </a:blip>
            <a:stretch>
              <a:fillRect/>
            </a:stretch>
          </a:blipFill>
        </p:spPr>
        <p:txBody>
          <a:bodyPr wrap="square">
            <a:noAutofit/>
          </a:bodyPr>
          <a:lstStyle>
            <a:lvl1pPr marL="0" indent="0">
              <a:buNone/>
              <a:defRPr/>
            </a:lvl1pPr>
          </a:lstStyle>
          <a:p>
            <a:r>
              <a:rPr lang="en-US" dirty="0"/>
              <a:t> </a:t>
            </a:r>
          </a:p>
        </p:txBody>
      </p:sp>
      <p:cxnSp>
        <p:nvCxnSpPr>
          <p:cNvPr id="8" name="Straight Connector 7">
            <a:extLst>
              <a:ext uri="{FF2B5EF4-FFF2-40B4-BE49-F238E27FC236}">
                <a16:creationId xmlns:a16="http://schemas.microsoft.com/office/drawing/2014/main" id="{C57A2E3A-6DE5-8378-A089-49E8A2E29D17}"/>
              </a:ext>
              <a:ext uri="{C183D7F6-B498-43B3-948B-1728B52AA6E4}">
                <adec:decorative xmlns:adec="http://schemas.microsoft.com/office/drawing/2017/decorative" val="1"/>
              </a:ext>
            </a:extLst>
          </p:cNvPr>
          <p:cNvCxnSpPr>
            <a:cxnSpLocks/>
          </p:cNvCxnSpPr>
          <p:nvPr/>
        </p:nvCxnSpPr>
        <p:spPr>
          <a:xfrm>
            <a:off x="2562423" y="3960586"/>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Footer Placeholder 8">
            <a:extLst>
              <a:ext uri="{FF2B5EF4-FFF2-40B4-BE49-F238E27FC236}">
                <a16:creationId xmlns:a16="http://schemas.microsoft.com/office/drawing/2014/main" id="{09FA0CB7-81FD-E5AB-555F-E1C775A249E1}"/>
              </a:ext>
            </a:extLst>
          </p:cNvPr>
          <p:cNvSpPr>
            <a:spLocks noGrp="1"/>
          </p:cNvSpPr>
          <p:nvPr>
            <p:ph type="ftr" sz="quarter" idx="11"/>
          </p:nvPr>
        </p:nvSpPr>
        <p:spPr>
          <a:xfrm rot="5400000">
            <a:off x="10469880" y="1609344"/>
            <a:ext cx="2670048" cy="365760"/>
          </a:xfrm>
          <a:prstGeom prst="rect">
            <a:avLst/>
          </a:prstGeom>
        </p:spPr>
        <p:txBody>
          <a:bodyPr/>
          <a:lstStyle>
            <a:lvl1pPr>
              <a:defRPr>
                <a:solidFill>
                  <a:schemeClr val="bg1"/>
                </a:solidFill>
                <a:effectLst>
                  <a:outerShdw blurRad="38100" dist="38100" dir="2700000" algn="tl">
                    <a:srgbClr val="000000">
                      <a:alpha val="43137"/>
                    </a:srgbClr>
                  </a:outerShdw>
                </a:effectLst>
              </a:defRPr>
            </a:lvl1pPr>
          </a:lstStyle>
          <a:p>
            <a:pPr algn="r"/>
            <a:r>
              <a:rPr lang="en-US" dirty="0"/>
              <a:t>Sample Footer Text</a:t>
            </a:r>
          </a:p>
        </p:txBody>
      </p:sp>
      <p:sp>
        <p:nvSpPr>
          <p:cNvPr id="10" name="Slide Number Placeholder 9">
            <a:extLst>
              <a:ext uri="{FF2B5EF4-FFF2-40B4-BE49-F238E27FC236}">
                <a16:creationId xmlns:a16="http://schemas.microsoft.com/office/drawing/2014/main" id="{214A870A-A927-4B80-CF98-DCEAE185B2E6}"/>
              </a:ext>
            </a:extLst>
          </p:cNvPr>
          <p:cNvSpPr>
            <a:spLocks noGrp="1"/>
          </p:cNvSpPr>
          <p:nvPr>
            <p:ph type="sldNum" sz="quarter" idx="12"/>
          </p:nvPr>
        </p:nvSpPr>
        <p:spPr>
          <a:xfrm>
            <a:off x="11494008" y="3218688"/>
            <a:ext cx="630936" cy="429768"/>
          </a:xfrm>
          <a:prstGeom prst="rect">
            <a:avLst/>
          </a:prstGeom>
        </p:spPr>
        <p:txBody>
          <a:bodyPr/>
          <a:lstStyle>
            <a:lvl1pPr>
              <a:defRPr>
                <a:solidFill>
                  <a:schemeClr val="bg1"/>
                </a:solidFill>
                <a:effectLst>
                  <a:outerShdw blurRad="38100" dist="38100" dir="2700000" algn="tl">
                    <a:srgbClr val="000000">
                      <a:alpha val="43137"/>
                    </a:srgbClr>
                  </a:outerShdw>
                </a:effectLst>
              </a:defRPr>
            </a:lvl1pPr>
          </a:lstStyle>
          <a:p>
            <a:pPr algn="ctr"/>
            <a:fld id="{CC057153-B650-4DEB-B370-79DDCFDCE934}" type="slidenum">
              <a:rPr lang="en-US" smtClean="0"/>
              <a:pPr algn="ctr"/>
              <a:t>‹#›</a:t>
            </a:fld>
            <a:endParaRPr lang="en-US" dirty="0"/>
          </a:p>
        </p:txBody>
      </p:sp>
      <p:sp>
        <p:nvSpPr>
          <p:cNvPr id="7" name="Date Placeholder 6">
            <a:extLst>
              <a:ext uri="{FF2B5EF4-FFF2-40B4-BE49-F238E27FC236}">
                <a16:creationId xmlns:a16="http://schemas.microsoft.com/office/drawing/2014/main" id="{1C479C96-7BEB-F059-03DB-852A6D2778BB}"/>
              </a:ext>
            </a:extLst>
          </p:cNvPr>
          <p:cNvSpPr>
            <a:spLocks noGrp="1"/>
          </p:cNvSpPr>
          <p:nvPr>
            <p:ph type="dt" sz="half" idx="10"/>
          </p:nvPr>
        </p:nvSpPr>
        <p:spPr>
          <a:xfrm rot="5400000">
            <a:off x="10469880" y="4892040"/>
            <a:ext cx="2670048" cy="365760"/>
          </a:xfrm>
          <a:prstGeom prst="rect">
            <a:avLst/>
          </a:prstGeom>
        </p:spPr>
        <p:txBody>
          <a:bodyPr/>
          <a:lstStyle>
            <a:lvl1pPr>
              <a:defRPr>
                <a:solidFill>
                  <a:schemeClr val="bg1"/>
                </a:solidFill>
                <a:effectLst>
                  <a:outerShdw blurRad="38100" dist="38100" dir="2700000" algn="tl">
                    <a:srgbClr val="000000">
                      <a:alpha val="43137"/>
                    </a:srgbClr>
                  </a:outerShdw>
                </a:effectLst>
              </a:defRPr>
            </a:lvl1pPr>
          </a:lstStyle>
          <a:p>
            <a:fld id="{13F6E6D0-87B4-4C3B-B3F0-66F0B5E50C89}" type="datetime4">
              <a:rPr lang="en-US" smtClean="0"/>
              <a:t>November 5, 2025</a:t>
            </a:fld>
            <a:endParaRPr lang="en-US" dirty="0"/>
          </a:p>
        </p:txBody>
      </p:sp>
    </p:spTree>
    <p:extLst>
      <p:ext uri="{BB962C8B-B14F-4D97-AF65-F5344CB8AC3E}">
        <p14:creationId xmlns:p14="http://schemas.microsoft.com/office/powerpoint/2010/main" val="82320681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35.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402336"/>
            <a:ext cx="10570464" cy="1088136"/>
          </a:xfrm>
          <a:prstGeom prst="rect">
            <a:avLst/>
          </a:prstGeom>
        </p:spPr>
        <p:txBody>
          <a:bodyPr anchor="ctr"/>
          <a:lstStyle>
            <a:lvl1pPr>
              <a:lnSpc>
                <a:spcPct val="120000"/>
              </a:lnSpc>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12648" y="1771561"/>
            <a:ext cx="10570464" cy="4738237"/>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9" name="Footer Placeholder 8">
            <a:extLst>
              <a:ext uri="{FF2B5EF4-FFF2-40B4-BE49-F238E27FC236}">
                <a16:creationId xmlns:a16="http://schemas.microsoft.com/office/drawing/2014/main" id="{1C13AFFC-4568-3E17-7C33-09B92BCA6D9E}"/>
              </a:ext>
            </a:extLst>
          </p:cNvPr>
          <p:cNvSpPr>
            <a:spLocks noGrp="1"/>
          </p:cNvSpPr>
          <p:nvPr>
            <p:ph type="ftr" sz="quarter" idx="11"/>
          </p:nvPr>
        </p:nvSpPr>
        <p:spPr>
          <a:xfrm rot="5400000">
            <a:off x="10469880" y="1609344"/>
            <a:ext cx="2670048" cy="365760"/>
          </a:xfrm>
          <a:prstGeom prst="rect">
            <a:avLst/>
          </a:prstGeom>
        </p:spPr>
        <p:txBody>
          <a:bodyPr/>
          <a:lstStyle/>
          <a:p>
            <a:pPr algn="r"/>
            <a:r>
              <a:rPr lang="en-US" dirty="0"/>
              <a:t>Sample Footer Text</a:t>
            </a:r>
          </a:p>
        </p:txBody>
      </p:sp>
      <p:sp>
        <p:nvSpPr>
          <p:cNvPr id="10" name="Slide Number Placeholder 9">
            <a:extLst>
              <a:ext uri="{FF2B5EF4-FFF2-40B4-BE49-F238E27FC236}">
                <a16:creationId xmlns:a16="http://schemas.microsoft.com/office/drawing/2014/main" id="{DDB5C042-810A-BFD3-4734-36B6D4034FEF}"/>
              </a:ext>
            </a:extLst>
          </p:cNvPr>
          <p:cNvSpPr>
            <a:spLocks noGrp="1"/>
          </p:cNvSpPr>
          <p:nvPr>
            <p:ph type="sldNum" sz="quarter" idx="12"/>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dirty="0"/>
          </a:p>
        </p:txBody>
      </p:sp>
      <p:sp>
        <p:nvSpPr>
          <p:cNvPr id="8" name="Date Placeholder 7">
            <a:extLst>
              <a:ext uri="{FF2B5EF4-FFF2-40B4-BE49-F238E27FC236}">
                <a16:creationId xmlns:a16="http://schemas.microsoft.com/office/drawing/2014/main" id="{F6179C94-72AD-605C-3C39-C90A5F2E89D3}"/>
              </a:ext>
            </a:extLst>
          </p:cNvPr>
          <p:cNvSpPr>
            <a:spLocks noGrp="1"/>
          </p:cNvSpPr>
          <p:nvPr>
            <p:ph type="dt" sz="half" idx="10"/>
          </p:nvPr>
        </p:nvSpPr>
        <p:spPr>
          <a:xfrm rot="5400000">
            <a:off x="10469880" y="4892040"/>
            <a:ext cx="2670048" cy="365760"/>
          </a:xfrm>
          <a:prstGeom prst="rect">
            <a:avLst/>
          </a:prstGeom>
        </p:spPr>
        <p:txBody>
          <a:bodyPr/>
          <a:lstStyle/>
          <a:p>
            <a:fld id="{F41A7DA3-E571-4AB8-8090-2E9CED874689}" type="datetime4">
              <a:rPr lang="en-US" smtClean="0"/>
              <a:t>November 5, 2025</a:t>
            </a:fld>
            <a:endParaRPr lang="en-US" dirty="0"/>
          </a:p>
        </p:txBody>
      </p:sp>
    </p:spTree>
    <p:extLst>
      <p:ext uri="{BB962C8B-B14F-4D97-AF65-F5344CB8AC3E}">
        <p14:creationId xmlns:p14="http://schemas.microsoft.com/office/powerpoint/2010/main" val="2358176113"/>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p:cSld name="Title with Picture 2">
    <p:bg>
      <p:bgRef idx="1001">
        <a:schemeClr val="bg1"/>
      </p:bgRef>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25D86B5-411C-5D53-8E6C-26B857F5B5BD}"/>
              </a:ext>
            </a:extLst>
          </p:cNvPr>
          <p:cNvSpPr/>
          <p:nvPr/>
        </p:nvSpPr>
        <p:spPr>
          <a:xfrm>
            <a:off x="0" y="0"/>
            <a:ext cx="12192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79752AE3-E97E-6381-3066-90B73D6C279A}"/>
              </a:ext>
              <a:ext uri="{C183D7F6-B498-43B3-948B-1728B52AA6E4}">
                <adec:decorative xmlns:adec="http://schemas.microsoft.com/office/drawing/2017/decorative" val="1"/>
              </a:ext>
            </a:extLst>
          </p:cNvPr>
          <p:cNvSpPr/>
          <p:nvPr/>
        </p:nvSpPr>
        <p:spPr>
          <a:xfrm>
            <a:off x="762000" y="762003"/>
            <a:ext cx="10667999" cy="533399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2" name="Straight Connector 11">
            <a:extLst>
              <a:ext uri="{FF2B5EF4-FFF2-40B4-BE49-F238E27FC236}">
                <a16:creationId xmlns:a16="http://schemas.microsoft.com/office/drawing/2014/main" id="{71FC1D47-D22E-C8B6-52EE-977FA326BC59}"/>
              </a:ext>
              <a:ext uri="{C183D7F6-B498-43B3-948B-1728B52AA6E4}">
                <adec:decorative xmlns:adec="http://schemas.microsoft.com/office/drawing/2017/decorative" val="1"/>
              </a:ext>
            </a:extLst>
          </p:cNvPr>
          <p:cNvCxnSpPr>
            <a:cxnSpLocks/>
          </p:cNvCxnSpPr>
          <p:nvPr/>
        </p:nvCxnSpPr>
        <p:spPr>
          <a:xfrm>
            <a:off x="1550741" y="4572000"/>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C20D13D9-271B-1B45-E2B5-49ADC53F7EFB}"/>
              </a:ext>
            </a:extLst>
          </p:cNvPr>
          <p:cNvSpPr/>
          <p:nvPr/>
        </p:nvSpPr>
        <p:spPr>
          <a:xfrm>
            <a:off x="6590056" y="1283542"/>
            <a:ext cx="4306824" cy="4306824"/>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345999" y="1235176"/>
            <a:ext cx="4672584" cy="2841220"/>
          </a:xfrm>
          <a:prstGeom prst="rect">
            <a:avLst/>
          </a:prstGeom>
        </p:spPr>
        <p:txBody>
          <a:bodyPr vert="horz" lIns="91440" tIns="45720" rIns="91440" bIns="45720" rtlCol="0" anchor="t">
            <a:normAutofit/>
          </a:bodyPr>
          <a:lstStyle>
            <a:lvl1pPr>
              <a:defRPr lang="en-US" sz="3100">
                <a:solidFill>
                  <a:schemeClr val="tx1"/>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345999" y="4983480"/>
            <a:ext cx="4672584" cy="786384"/>
          </a:xfrm>
          <a:prstGeom prst="rect">
            <a:avLst/>
          </a:prstGeom>
        </p:spPr>
        <p:txBody>
          <a:bodyPr vert="horz" lIns="91440" tIns="45720" rIns="91440" bIns="45720" rtlCol="0">
            <a:normAutofit/>
          </a:bodyPr>
          <a:lstStyle>
            <a:lvl1pPr marL="0" indent="0">
              <a:buNone/>
              <a:defRPr lang="en-US" dirty="0">
                <a:solidFill>
                  <a:schemeClr val="tx1"/>
                </a:solidFill>
              </a:defRPr>
            </a:lvl1pPr>
          </a:lstStyle>
          <a:p>
            <a:pPr lvl="0"/>
            <a:r>
              <a:rPr lang="en-US"/>
              <a:t>Click to edit Master subtitle style</a:t>
            </a:r>
            <a:endParaRPr lang="en-US" dirty="0"/>
          </a:p>
        </p:txBody>
      </p:sp>
      <p:sp>
        <p:nvSpPr>
          <p:cNvPr id="22" name="Picture Placeholder 20">
            <a:extLst>
              <a:ext uri="{FF2B5EF4-FFF2-40B4-BE49-F238E27FC236}">
                <a16:creationId xmlns:a16="http://schemas.microsoft.com/office/drawing/2014/main" id="{FBACAA98-741E-5E01-790D-22D994E62DDB}"/>
              </a:ext>
            </a:extLst>
          </p:cNvPr>
          <p:cNvSpPr>
            <a:spLocks noGrp="1"/>
          </p:cNvSpPr>
          <p:nvPr>
            <p:ph type="pic" sz="quarter" idx="17" hasCustomPrompt="1"/>
          </p:nvPr>
        </p:nvSpPr>
        <p:spPr>
          <a:xfrm>
            <a:off x="6581777" y="1264436"/>
            <a:ext cx="4329128" cy="4329128"/>
          </a:xfrm>
          <a:custGeom>
            <a:avLst/>
            <a:gdLst>
              <a:gd name="connsiteX0" fmla="*/ 2164564 w 4329128"/>
              <a:gd name="connsiteY0" fmla="*/ 0 h 4329128"/>
              <a:gd name="connsiteX1" fmla="*/ 4329128 w 4329128"/>
              <a:gd name="connsiteY1" fmla="*/ 2164564 h 4329128"/>
              <a:gd name="connsiteX2" fmla="*/ 2164564 w 4329128"/>
              <a:gd name="connsiteY2" fmla="*/ 4329128 h 4329128"/>
              <a:gd name="connsiteX3" fmla="*/ 0 w 4329128"/>
              <a:gd name="connsiteY3" fmla="*/ 2164564 h 4329128"/>
              <a:gd name="connsiteX4" fmla="*/ 2164564 w 4329128"/>
              <a:gd name="connsiteY4" fmla="*/ 0 h 43291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29128" h="4329128">
                <a:moveTo>
                  <a:pt x="2164564" y="0"/>
                </a:moveTo>
                <a:cubicBezTo>
                  <a:pt x="3360020" y="0"/>
                  <a:pt x="4329128" y="969108"/>
                  <a:pt x="4329128" y="2164564"/>
                </a:cubicBezTo>
                <a:cubicBezTo>
                  <a:pt x="4329128" y="3360020"/>
                  <a:pt x="3360020" y="4329128"/>
                  <a:pt x="2164564" y="4329128"/>
                </a:cubicBezTo>
                <a:cubicBezTo>
                  <a:pt x="969108" y="4329128"/>
                  <a:pt x="0" y="3360020"/>
                  <a:pt x="0" y="2164564"/>
                </a:cubicBezTo>
                <a:cubicBezTo>
                  <a:pt x="0" y="969108"/>
                  <a:pt x="969108" y="0"/>
                  <a:pt x="2164564" y="0"/>
                </a:cubicBezTo>
                <a:close/>
              </a:path>
            </a:pathLst>
          </a:custGeom>
          <a:blipFill dpi="0" rotWithShape="1">
            <a:blip r:embed="rId2">
              <a:alphaModFix amt="85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1CC8C939-7FAD-347B-1591-43D9B3231526}"/>
              </a:ext>
            </a:extLst>
          </p:cNvPr>
          <p:cNvSpPr>
            <a:spLocks noGrp="1"/>
          </p:cNvSpPr>
          <p:nvPr>
            <p:ph type="ftr" sz="quarter" idx="19"/>
          </p:nvPr>
        </p:nvSpPr>
        <p:spPr/>
        <p:txBody>
          <a:bodyPr/>
          <a:lstStyle>
            <a:lvl1pPr>
              <a:defRPr>
                <a:solidFill>
                  <a:schemeClr val="bg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5AAACDE-68BE-0B6C-22AE-1B3B232E2964}"/>
              </a:ext>
            </a:extLst>
          </p:cNvPr>
          <p:cNvSpPr>
            <a:spLocks noGrp="1"/>
          </p:cNvSpPr>
          <p:nvPr>
            <p:ph type="sldNum" sz="quarter" idx="20"/>
          </p:nvPr>
        </p:nvSpPr>
        <p:spPr/>
        <p:txBody>
          <a:bodyPr/>
          <a:lstStyle>
            <a:lvl1pPr>
              <a:defRPr>
                <a:solidFill>
                  <a:schemeClr val="bg1"/>
                </a:solidFill>
              </a:defRPr>
            </a:lvl1pPr>
          </a:lstStyle>
          <a:p>
            <a:fld id="{8D252C1B-CBF0-4A4D-8F57-7FB989103249}" type="slidenum">
              <a:rPr lang="en-US" smtClean="0"/>
              <a:pPr/>
              <a:t>‹#›</a:t>
            </a:fld>
            <a:endParaRPr lang="en-US" dirty="0"/>
          </a:p>
        </p:txBody>
      </p:sp>
      <p:sp>
        <p:nvSpPr>
          <p:cNvPr id="4" name="Date Placeholder 3">
            <a:extLst>
              <a:ext uri="{FF2B5EF4-FFF2-40B4-BE49-F238E27FC236}">
                <a16:creationId xmlns:a16="http://schemas.microsoft.com/office/drawing/2014/main" id="{AFD31B72-8374-965C-518F-8B0878FD79D0}"/>
              </a:ext>
            </a:extLst>
          </p:cNvPr>
          <p:cNvSpPr>
            <a:spLocks noGrp="1"/>
          </p:cNvSpPr>
          <p:nvPr>
            <p:ph type="dt" sz="half" idx="18"/>
          </p:nvPr>
        </p:nvSpPr>
        <p:spPr/>
        <p:txBody>
          <a:bodyPr/>
          <a:lstStyle>
            <a:lvl1pPr>
              <a:defRPr>
                <a:solidFill>
                  <a:schemeClr val="bg1"/>
                </a:solidFill>
              </a:defRPr>
            </a:lvl1pPr>
          </a:lstStyle>
          <a:p>
            <a:fld id="{1DD12A09-AD48-4A48-AB09-132ADC51F3E7}" type="datetime4">
              <a:rPr lang="en-US" smtClean="0"/>
              <a:t>November 5, 2025</a:t>
            </a:fld>
            <a:endParaRPr lang="en-US" dirty="0"/>
          </a:p>
        </p:txBody>
      </p:sp>
    </p:spTree>
    <p:extLst>
      <p:ext uri="{BB962C8B-B14F-4D97-AF65-F5344CB8AC3E}">
        <p14:creationId xmlns:p14="http://schemas.microsoft.com/office/powerpoint/2010/main" val="287452565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p:cSld name="Title with Picture 3">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7F637AE-CF0D-CD42-24EB-4763CA6564C7}"/>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5" name="Rectangle 4">
            <a:extLst>
              <a:ext uri="{FF2B5EF4-FFF2-40B4-BE49-F238E27FC236}">
                <a16:creationId xmlns:a16="http://schemas.microsoft.com/office/drawing/2014/main" id="{DC940CC8-5401-3EF9-398C-2A2492181116}"/>
              </a:ext>
              <a:ext uri="{C183D7F6-B498-43B3-948B-1728B52AA6E4}">
                <adec:decorative xmlns:adec="http://schemas.microsoft.com/office/drawing/2017/decorative" val="1"/>
              </a:ext>
            </a:extLst>
          </p:cNvPr>
          <p:cNvSpPr/>
          <p:nvPr/>
        </p:nvSpPr>
        <p:spPr>
          <a:xfrm>
            <a:off x="762000" y="762000"/>
            <a:ext cx="5330953" cy="5334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345999" y="1236272"/>
            <a:ext cx="3959352" cy="2885843"/>
          </a:xfrm>
          <a:prstGeom prst="rect">
            <a:avLst/>
          </a:prstGeom>
        </p:spPr>
        <p:txBody>
          <a:bodyPr vert="horz" lIns="91440" tIns="45720" rIns="91440" bIns="45720" rtlCol="0" anchor="t">
            <a:normAutofit/>
          </a:bodyPr>
          <a:lstStyle>
            <a:lvl1pPr>
              <a:defRPr lang="en-US" sz="400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355143" y="5029200"/>
            <a:ext cx="3941064" cy="786384"/>
          </a:xfrm>
          <a:prstGeom prst="rect">
            <a:avLst/>
          </a:prstGeom>
        </p:spPr>
        <p:txBody>
          <a:bodyPr vert="horz" lIns="91440" tIns="45720" rIns="91440" bIns="45720" rtlCol="0">
            <a:normAutofit/>
          </a:bodyPr>
          <a:lstStyle>
            <a:lvl1pPr marL="0" indent="0">
              <a:buNone/>
              <a:defRPr lang="en-US" dirty="0"/>
            </a:lvl1pPr>
          </a:lstStyle>
          <a:p>
            <a:pPr lvl="0"/>
            <a:r>
              <a:rPr lang="en-US"/>
              <a:t>Click to edit Master subtitle style</a:t>
            </a:r>
            <a:endParaRPr lang="en-US" dirty="0"/>
          </a:p>
        </p:txBody>
      </p:sp>
      <p:cxnSp>
        <p:nvCxnSpPr>
          <p:cNvPr id="7" name="Straight Connector 6">
            <a:extLst>
              <a:ext uri="{FF2B5EF4-FFF2-40B4-BE49-F238E27FC236}">
                <a16:creationId xmlns:a16="http://schemas.microsoft.com/office/drawing/2014/main" id="{12230C97-C8C3-2142-5720-3E811CE1E63C}"/>
              </a:ext>
              <a:ext uri="{C183D7F6-B498-43B3-948B-1728B52AA6E4}">
                <adec:decorative xmlns:adec="http://schemas.microsoft.com/office/drawing/2017/decorative" val="1"/>
              </a:ext>
            </a:extLst>
          </p:cNvPr>
          <p:cNvCxnSpPr>
            <a:cxnSpLocks/>
          </p:cNvCxnSpPr>
          <p:nvPr/>
        </p:nvCxnSpPr>
        <p:spPr>
          <a:xfrm>
            <a:off x="1463059" y="4732259"/>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Picture Placeholder 8">
            <a:extLst>
              <a:ext uri="{FF2B5EF4-FFF2-40B4-BE49-F238E27FC236}">
                <a16:creationId xmlns:a16="http://schemas.microsoft.com/office/drawing/2014/main" id="{7081DABC-6343-A24F-FE45-96400F8FB4BD}"/>
              </a:ext>
            </a:extLst>
          </p:cNvPr>
          <p:cNvSpPr>
            <a:spLocks noGrp="1"/>
          </p:cNvSpPr>
          <p:nvPr>
            <p:ph type="pic" sz="quarter" idx="13" hasCustomPrompt="1"/>
          </p:nvPr>
        </p:nvSpPr>
        <p:spPr>
          <a:xfrm>
            <a:off x="6099048" y="758951"/>
            <a:ext cx="5340096" cy="5333995"/>
          </a:xfrm>
          <a:prstGeom prst="rect">
            <a:avLst/>
          </a:prstGeom>
          <a:blipFill>
            <a:blip r:embed="rId2">
              <a:alphaModFix amt="80000"/>
            </a:blip>
            <a:stretch>
              <a:fillRect/>
            </a:stretch>
          </a:blipFill>
        </p:spPr>
        <p:txBody>
          <a:bodyPr/>
          <a:lstStyle>
            <a:lvl1pPr marL="0" indent="0">
              <a:buNone/>
              <a:defRPr/>
            </a:lvl1pPr>
          </a:lstStyle>
          <a:p>
            <a:r>
              <a:rPr lang="en-US" dirty="0"/>
              <a:t> </a:t>
            </a:r>
          </a:p>
        </p:txBody>
      </p:sp>
      <p:sp>
        <p:nvSpPr>
          <p:cNvPr id="15" name="Footer Placeholder 14">
            <a:extLst>
              <a:ext uri="{FF2B5EF4-FFF2-40B4-BE49-F238E27FC236}">
                <a16:creationId xmlns:a16="http://schemas.microsoft.com/office/drawing/2014/main" id="{D728580C-8778-854F-6D1B-9AF8BF5B2FB6}"/>
              </a:ext>
            </a:extLst>
          </p:cNvPr>
          <p:cNvSpPr>
            <a:spLocks noGrp="1"/>
          </p:cNvSpPr>
          <p:nvPr>
            <p:ph type="ftr" sz="quarter" idx="11"/>
          </p:nvPr>
        </p:nvSpPr>
        <p:spPr>
          <a:xfrm rot="5400000">
            <a:off x="10469880" y="1609344"/>
            <a:ext cx="2670048" cy="365760"/>
          </a:xfrm>
          <a:prstGeom prst="rect">
            <a:avLst/>
          </a:prstGeom>
        </p:spPr>
        <p:txBody>
          <a:bodyPr/>
          <a:lstStyle>
            <a:lvl1pPr>
              <a:defRPr>
                <a:solidFill>
                  <a:schemeClr val="bg1"/>
                </a:solidFill>
              </a:defRPr>
            </a:lvl1pPr>
          </a:lstStyle>
          <a:p>
            <a:pPr algn="r"/>
            <a:r>
              <a:rPr lang="en-US" dirty="0"/>
              <a:t>Sample Footer Text</a:t>
            </a:r>
          </a:p>
        </p:txBody>
      </p:sp>
      <p:sp>
        <p:nvSpPr>
          <p:cNvPr id="16" name="Slide Number Placeholder 15">
            <a:extLst>
              <a:ext uri="{FF2B5EF4-FFF2-40B4-BE49-F238E27FC236}">
                <a16:creationId xmlns:a16="http://schemas.microsoft.com/office/drawing/2014/main" id="{73ECBF32-23F4-84AC-A92D-D9821052AF13}"/>
              </a:ext>
            </a:extLst>
          </p:cNvPr>
          <p:cNvSpPr>
            <a:spLocks noGrp="1"/>
          </p:cNvSpPr>
          <p:nvPr>
            <p:ph type="sldNum" sz="quarter" idx="12"/>
          </p:nvPr>
        </p:nvSpPr>
        <p:spPr>
          <a:xfrm>
            <a:off x="11494008" y="3218688"/>
            <a:ext cx="630936" cy="429768"/>
          </a:xfrm>
          <a:prstGeom prst="rect">
            <a:avLst/>
          </a:prstGeom>
        </p:spPr>
        <p:txBody>
          <a:bodyPr/>
          <a:lstStyle>
            <a:lvl1pPr>
              <a:defRPr>
                <a:solidFill>
                  <a:schemeClr val="bg1"/>
                </a:solidFill>
              </a:defRPr>
            </a:lvl1pPr>
          </a:lstStyle>
          <a:p>
            <a:pPr algn="ctr"/>
            <a:fld id="{CC057153-B650-4DEB-B370-79DDCFDCE934}" type="slidenum">
              <a:rPr lang="en-US" smtClean="0"/>
              <a:pPr algn="ctr"/>
              <a:t>‹#›</a:t>
            </a:fld>
            <a:endParaRPr lang="en-US" dirty="0"/>
          </a:p>
        </p:txBody>
      </p:sp>
      <p:sp>
        <p:nvSpPr>
          <p:cNvPr id="14" name="Date Placeholder 13">
            <a:extLst>
              <a:ext uri="{FF2B5EF4-FFF2-40B4-BE49-F238E27FC236}">
                <a16:creationId xmlns:a16="http://schemas.microsoft.com/office/drawing/2014/main" id="{ABA7367A-7087-E045-A8D9-1DB09D3DE13F}"/>
              </a:ext>
            </a:extLst>
          </p:cNvPr>
          <p:cNvSpPr>
            <a:spLocks noGrp="1"/>
          </p:cNvSpPr>
          <p:nvPr>
            <p:ph type="dt" sz="half" idx="10"/>
          </p:nvPr>
        </p:nvSpPr>
        <p:spPr>
          <a:xfrm rot="5400000">
            <a:off x="10469880" y="4892040"/>
            <a:ext cx="2670048" cy="365760"/>
          </a:xfrm>
          <a:prstGeom prst="rect">
            <a:avLst/>
          </a:prstGeom>
        </p:spPr>
        <p:txBody>
          <a:bodyPr/>
          <a:lstStyle>
            <a:lvl1pPr>
              <a:defRPr>
                <a:solidFill>
                  <a:schemeClr val="bg1"/>
                </a:solidFill>
              </a:defRPr>
            </a:lvl1pPr>
          </a:lstStyle>
          <a:p>
            <a:fld id="{BB697729-EE3B-43A9-898D-9A5AFB5AB592}" type="datetime4">
              <a:rPr lang="en-US" smtClean="0"/>
              <a:t>November 5, 2025</a:t>
            </a:fld>
            <a:endParaRPr lang="en-US" dirty="0"/>
          </a:p>
        </p:txBody>
      </p:sp>
    </p:spTree>
    <p:extLst>
      <p:ext uri="{BB962C8B-B14F-4D97-AF65-F5344CB8AC3E}">
        <p14:creationId xmlns:p14="http://schemas.microsoft.com/office/powerpoint/2010/main" val="27738123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p:cSld name="Title with Picture 4">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0993A5D-2039-07DE-6F59-B5B0BA392F15}"/>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5" name="Oval 4">
            <a:extLst>
              <a:ext uri="{FF2B5EF4-FFF2-40B4-BE49-F238E27FC236}">
                <a16:creationId xmlns:a16="http://schemas.microsoft.com/office/drawing/2014/main" id="{9EC672D3-D8F8-3D61-3C4C-5C95F5E2613C}"/>
              </a:ext>
              <a:ext uri="{C183D7F6-B498-43B3-948B-1728B52AA6E4}">
                <adec:decorative xmlns:adec="http://schemas.microsoft.com/office/drawing/2017/decorative" val="1"/>
              </a:ext>
            </a:extLst>
          </p:cNvPr>
          <p:cNvSpPr/>
          <p:nvPr/>
        </p:nvSpPr>
        <p:spPr>
          <a:xfrm>
            <a:off x="733197" y="1113411"/>
            <a:ext cx="4629606" cy="4629606"/>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1538975B-8704-9783-3024-A904B1D27242}"/>
              </a:ext>
              <a:ext uri="{C183D7F6-B498-43B3-948B-1728B52AA6E4}">
                <adec:decorative xmlns:adec="http://schemas.microsoft.com/office/drawing/2017/decorative" val="1"/>
              </a:ext>
            </a:extLst>
          </p:cNvPr>
          <p:cNvCxnSpPr>
            <a:cxnSpLocks/>
          </p:cNvCxnSpPr>
          <p:nvPr/>
        </p:nvCxnSpPr>
        <p:spPr>
          <a:xfrm>
            <a:off x="2562423" y="3960586"/>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088136" y="2286000"/>
            <a:ext cx="3941064" cy="1353312"/>
          </a:xfrm>
          <a:prstGeom prst="rect">
            <a:avLst/>
          </a:prstGeom>
        </p:spPr>
        <p:txBody>
          <a:bodyPr anchor="b">
            <a:normAutofit/>
          </a:bodyPr>
          <a:lstStyle>
            <a:lvl1pPr algn="ctr">
              <a:lnSpc>
                <a:spcPct val="120000"/>
              </a:lnSpc>
              <a:defRPr sz="2800">
                <a:solidFill>
                  <a:schemeClr val="tx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527048" y="4251960"/>
            <a:ext cx="3044952" cy="877824"/>
          </a:xfrm>
          <a:prstGeom prst="rect">
            <a:avLst/>
          </a:prstGeom>
        </p:spPr>
        <p:txBody>
          <a:bodyPr anchor="t">
            <a:normAutofit/>
          </a:bodyPr>
          <a:lstStyle>
            <a:lvl1pPr marL="0" indent="0" algn="ctr">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4" name="Picture Placeholder 13">
            <a:extLst>
              <a:ext uri="{FF2B5EF4-FFF2-40B4-BE49-F238E27FC236}">
                <a16:creationId xmlns:a16="http://schemas.microsoft.com/office/drawing/2014/main" id="{A4FC6076-33D1-25E4-ECF0-EBA6547E6F66}"/>
              </a:ext>
            </a:extLst>
          </p:cNvPr>
          <p:cNvSpPr>
            <a:spLocks noGrp="1"/>
          </p:cNvSpPr>
          <p:nvPr>
            <p:ph type="pic" sz="quarter" idx="13" hasCustomPrompt="1"/>
          </p:nvPr>
        </p:nvSpPr>
        <p:spPr>
          <a:xfrm>
            <a:off x="6099048" y="0"/>
            <a:ext cx="6099048" cy="6858000"/>
          </a:xfrm>
          <a:prstGeom prst="rect">
            <a:avLst/>
          </a:prstGeom>
          <a:blipFill>
            <a:blip r:embed="rId2">
              <a:alphaModFix amt="80000"/>
            </a:blip>
            <a:stretch>
              <a:fillRect/>
            </a:stretch>
          </a:blipFill>
        </p:spPr>
        <p:txBody>
          <a:bodyPr/>
          <a:lstStyle>
            <a:lvl1pPr marL="0" indent="0">
              <a:buNone/>
              <a:defRPr/>
            </a:lvl1pPr>
          </a:lstStyle>
          <a:p>
            <a:r>
              <a:rPr lang="en-US" dirty="0"/>
              <a:t> </a:t>
            </a:r>
          </a:p>
        </p:txBody>
      </p:sp>
      <p:sp>
        <p:nvSpPr>
          <p:cNvPr id="17" name="Footer Placeholder 16">
            <a:extLst>
              <a:ext uri="{FF2B5EF4-FFF2-40B4-BE49-F238E27FC236}">
                <a16:creationId xmlns:a16="http://schemas.microsoft.com/office/drawing/2014/main" id="{AC1630BD-E1B7-AF29-7C4B-B85965A099D7}"/>
              </a:ext>
            </a:extLst>
          </p:cNvPr>
          <p:cNvSpPr>
            <a:spLocks noGrp="1"/>
          </p:cNvSpPr>
          <p:nvPr>
            <p:ph type="ftr" sz="quarter" idx="15"/>
          </p:nvPr>
        </p:nvSpPr>
        <p:spPr>
          <a:xfrm rot="5400000">
            <a:off x="10469880" y="1609344"/>
            <a:ext cx="2670048" cy="365760"/>
          </a:xfrm>
          <a:prstGeom prst="rect">
            <a:avLst/>
          </a:prstGeom>
        </p:spPr>
        <p:txBody>
          <a:bodyPr/>
          <a:lstStyle>
            <a:lvl1pPr>
              <a:defRPr>
                <a:solidFill>
                  <a:schemeClr val="bg1"/>
                </a:solidFill>
                <a:effectLst>
                  <a:outerShdw blurRad="38100" dist="38100" dir="2700000" algn="tl">
                    <a:srgbClr val="000000">
                      <a:alpha val="43137"/>
                    </a:srgbClr>
                  </a:outerShdw>
                </a:effectLst>
              </a:defRPr>
            </a:lvl1pPr>
          </a:lstStyle>
          <a:p>
            <a:pPr algn="r"/>
            <a:r>
              <a:rPr lang="en-US" dirty="0"/>
              <a:t>Sample Footer Text</a:t>
            </a:r>
          </a:p>
        </p:txBody>
      </p:sp>
      <p:sp>
        <p:nvSpPr>
          <p:cNvPr id="18" name="Slide Number Placeholder 17">
            <a:extLst>
              <a:ext uri="{FF2B5EF4-FFF2-40B4-BE49-F238E27FC236}">
                <a16:creationId xmlns:a16="http://schemas.microsoft.com/office/drawing/2014/main" id="{984E9A52-4A3D-D4E9-EB81-3D3DF57174E8}"/>
              </a:ext>
            </a:extLst>
          </p:cNvPr>
          <p:cNvSpPr>
            <a:spLocks noGrp="1"/>
          </p:cNvSpPr>
          <p:nvPr>
            <p:ph type="sldNum" sz="quarter" idx="16"/>
          </p:nvPr>
        </p:nvSpPr>
        <p:spPr>
          <a:xfrm>
            <a:off x="11494008" y="3218688"/>
            <a:ext cx="630936" cy="429768"/>
          </a:xfrm>
          <a:prstGeom prst="rect">
            <a:avLst/>
          </a:prstGeom>
        </p:spPr>
        <p:txBody>
          <a:bodyPr/>
          <a:lstStyle>
            <a:lvl1pPr>
              <a:defRPr>
                <a:solidFill>
                  <a:schemeClr val="bg1"/>
                </a:solidFill>
                <a:effectLst>
                  <a:outerShdw blurRad="38100" dist="38100" dir="2700000" algn="tl">
                    <a:srgbClr val="000000">
                      <a:alpha val="43137"/>
                    </a:srgbClr>
                  </a:outerShdw>
                </a:effectLst>
              </a:defRPr>
            </a:lvl1pPr>
          </a:lstStyle>
          <a:p>
            <a:pPr algn="ctr"/>
            <a:fld id="{CC057153-B650-4DEB-B370-79DDCFDCE934}" type="slidenum">
              <a:rPr lang="en-US" smtClean="0"/>
              <a:pPr algn="ctr"/>
              <a:t>‹#›</a:t>
            </a:fld>
            <a:endParaRPr lang="en-US" dirty="0"/>
          </a:p>
        </p:txBody>
      </p:sp>
      <p:sp>
        <p:nvSpPr>
          <p:cNvPr id="16" name="Date Placeholder 15">
            <a:extLst>
              <a:ext uri="{FF2B5EF4-FFF2-40B4-BE49-F238E27FC236}">
                <a16:creationId xmlns:a16="http://schemas.microsoft.com/office/drawing/2014/main" id="{BBD33975-EBFD-2750-DA6E-80E55F7B5DC4}"/>
              </a:ext>
            </a:extLst>
          </p:cNvPr>
          <p:cNvSpPr>
            <a:spLocks noGrp="1"/>
          </p:cNvSpPr>
          <p:nvPr>
            <p:ph type="dt" sz="half" idx="14"/>
          </p:nvPr>
        </p:nvSpPr>
        <p:spPr>
          <a:xfrm rot="5400000">
            <a:off x="10469880" y="4892040"/>
            <a:ext cx="2670048" cy="365760"/>
          </a:xfrm>
          <a:prstGeom prst="rect">
            <a:avLst/>
          </a:prstGeom>
        </p:spPr>
        <p:txBody>
          <a:bodyPr/>
          <a:lstStyle>
            <a:lvl1pPr>
              <a:defRPr>
                <a:solidFill>
                  <a:schemeClr val="bg1"/>
                </a:solidFill>
                <a:effectLst>
                  <a:outerShdw blurRad="38100" dist="38100" dir="2700000" algn="tl">
                    <a:srgbClr val="000000">
                      <a:alpha val="43137"/>
                    </a:srgbClr>
                  </a:outerShdw>
                </a:effectLst>
              </a:defRPr>
            </a:lvl1pPr>
          </a:lstStyle>
          <a:p>
            <a:fld id="{25D84001-F520-4AD8-8668-0040A4F617EA}" type="datetime4">
              <a:rPr lang="en-US" smtClean="0"/>
              <a:t>November 5, 2025</a:t>
            </a:fld>
            <a:endParaRPr lang="en-US" dirty="0"/>
          </a:p>
        </p:txBody>
      </p:sp>
    </p:spTree>
    <p:extLst>
      <p:ext uri="{BB962C8B-B14F-4D97-AF65-F5344CB8AC3E}">
        <p14:creationId xmlns:p14="http://schemas.microsoft.com/office/powerpoint/2010/main" val="324736240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p:cSld name="Title">
    <p:bg>
      <p:bgRef idx="1001">
        <a:schemeClr val="bg1"/>
      </p:bgRef>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FC771A26-A749-5BFC-F3B1-40FD28B010E5}"/>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2" name="Oval 11">
            <a:extLst>
              <a:ext uri="{FF2B5EF4-FFF2-40B4-BE49-F238E27FC236}">
                <a16:creationId xmlns:a16="http://schemas.microsoft.com/office/drawing/2014/main" id="{4D0D36FE-2517-024E-B081-D0B2295EA3FA}"/>
              </a:ext>
              <a:ext uri="{C183D7F6-B498-43B3-948B-1728B52AA6E4}">
                <adec:decorative xmlns:adec="http://schemas.microsoft.com/office/drawing/2017/decorative" val="1"/>
              </a:ext>
            </a:extLst>
          </p:cNvPr>
          <p:cNvSpPr/>
          <p:nvPr/>
        </p:nvSpPr>
        <p:spPr>
          <a:xfrm>
            <a:off x="3417864" y="760144"/>
            <a:ext cx="5356272" cy="535627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3" name="Straight Connector 12">
            <a:extLst>
              <a:ext uri="{FF2B5EF4-FFF2-40B4-BE49-F238E27FC236}">
                <a16:creationId xmlns:a16="http://schemas.microsoft.com/office/drawing/2014/main" id="{DB3AD774-9783-18D4-7A22-0650BD37C844}"/>
              </a:ext>
              <a:ext uri="{C183D7F6-B498-43B3-948B-1728B52AA6E4}">
                <adec:decorative xmlns:adec="http://schemas.microsoft.com/office/drawing/2017/decorative" val="1"/>
              </a:ext>
            </a:extLst>
          </p:cNvPr>
          <p:cNvCxnSpPr>
            <a:cxnSpLocks/>
          </p:cNvCxnSpPr>
          <p:nvPr/>
        </p:nvCxnSpPr>
        <p:spPr>
          <a:xfrm>
            <a:off x="5610423" y="3960586"/>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014216" y="1746504"/>
            <a:ext cx="4160520" cy="1883664"/>
          </a:xfrm>
          <a:prstGeom prst="rect">
            <a:avLst/>
          </a:prstGeom>
        </p:spPr>
        <p:txBody>
          <a:bodyPr anchor="b">
            <a:normAutofit/>
          </a:bodyPr>
          <a:lstStyle>
            <a:lvl1pPr algn="ctr">
              <a:lnSpc>
                <a:spcPct val="120000"/>
              </a:lnSpc>
              <a:defRPr sz="2800">
                <a:solidFill>
                  <a:schemeClr val="tx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489704" y="4288536"/>
            <a:ext cx="3218688" cy="1316736"/>
          </a:xfrm>
          <a:prstGeom prst="rect">
            <a:avLst/>
          </a:prstGeom>
        </p:spPr>
        <p:txBody>
          <a:bodyPr anchor="t">
            <a:normAutofit/>
          </a:bodyPr>
          <a:lstStyle>
            <a:lvl1pPr marL="0" indent="0" algn="ctr">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5" name="Footer Placeholder 14">
            <a:extLst>
              <a:ext uri="{FF2B5EF4-FFF2-40B4-BE49-F238E27FC236}">
                <a16:creationId xmlns:a16="http://schemas.microsoft.com/office/drawing/2014/main" id="{D728580C-8778-854F-6D1B-9AF8BF5B2FB6}"/>
              </a:ext>
            </a:extLst>
          </p:cNvPr>
          <p:cNvSpPr>
            <a:spLocks noGrp="1"/>
          </p:cNvSpPr>
          <p:nvPr>
            <p:ph type="ftr" sz="quarter" idx="11"/>
          </p:nvPr>
        </p:nvSpPr>
        <p:spPr>
          <a:xfrm rot="5400000">
            <a:off x="10469880" y="1609344"/>
            <a:ext cx="2670048" cy="365760"/>
          </a:xfrm>
          <a:prstGeom prst="rect">
            <a:avLst/>
          </a:prstGeom>
        </p:spPr>
        <p:txBody>
          <a:bodyPr/>
          <a:lstStyle>
            <a:lvl1pPr>
              <a:defRPr>
                <a:solidFill>
                  <a:schemeClr val="bg1"/>
                </a:solidFill>
              </a:defRPr>
            </a:lvl1pPr>
          </a:lstStyle>
          <a:p>
            <a:pPr algn="r"/>
            <a:r>
              <a:rPr lang="en-US" dirty="0"/>
              <a:t>Sample Footer Text</a:t>
            </a:r>
          </a:p>
        </p:txBody>
      </p:sp>
      <p:sp>
        <p:nvSpPr>
          <p:cNvPr id="16" name="Slide Number Placeholder 15">
            <a:extLst>
              <a:ext uri="{FF2B5EF4-FFF2-40B4-BE49-F238E27FC236}">
                <a16:creationId xmlns:a16="http://schemas.microsoft.com/office/drawing/2014/main" id="{73ECBF32-23F4-84AC-A92D-D9821052AF13}"/>
              </a:ext>
            </a:extLst>
          </p:cNvPr>
          <p:cNvSpPr>
            <a:spLocks noGrp="1"/>
          </p:cNvSpPr>
          <p:nvPr>
            <p:ph type="sldNum" sz="quarter" idx="12"/>
          </p:nvPr>
        </p:nvSpPr>
        <p:spPr>
          <a:xfrm>
            <a:off x="11494008" y="3218688"/>
            <a:ext cx="630936" cy="429768"/>
          </a:xfrm>
          <a:prstGeom prst="rect">
            <a:avLst/>
          </a:prstGeom>
        </p:spPr>
        <p:txBody>
          <a:bodyPr/>
          <a:lstStyle>
            <a:lvl1pPr>
              <a:defRPr>
                <a:solidFill>
                  <a:schemeClr val="bg1"/>
                </a:solidFill>
              </a:defRPr>
            </a:lvl1pPr>
          </a:lstStyle>
          <a:p>
            <a:pPr algn="ctr"/>
            <a:fld id="{CC057153-B650-4DEB-B370-79DDCFDCE934}" type="slidenum">
              <a:rPr lang="en-US" smtClean="0"/>
              <a:pPr algn="ctr"/>
              <a:t>‹#›</a:t>
            </a:fld>
            <a:endParaRPr lang="en-US" dirty="0"/>
          </a:p>
        </p:txBody>
      </p:sp>
      <p:sp>
        <p:nvSpPr>
          <p:cNvPr id="14" name="Date Placeholder 13">
            <a:extLst>
              <a:ext uri="{FF2B5EF4-FFF2-40B4-BE49-F238E27FC236}">
                <a16:creationId xmlns:a16="http://schemas.microsoft.com/office/drawing/2014/main" id="{ABA7367A-7087-E045-A8D9-1DB09D3DE13F}"/>
              </a:ext>
            </a:extLst>
          </p:cNvPr>
          <p:cNvSpPr>
            <a:spLocks noGrp="1"/>
          </p:cNvSpPr>
          <p:nvPr>
            <p:ph type="dt" sz="half" idx="10"/>
          </p:nvPr>
        </p:nvSpPr>
        <p:spPr>
          <a:xfrm rot="5400000">
            <a:off x="10469880" y="4892040"/>
            <a:ext cx="2670048" cy="365760"/>
          </a:xfrm>
          <a:prstGeom prst="rect">
            <a:avLst/>
          </a:prstGeom>
        </p:spPr>
        <p:txBody>
          <a:bodyPr/>
          <a:lstStyle>
            <a:lvl1pPr>
              <a:defRPr>
                <a:solidFill>
                  <a:schemeClr val="bg1"/>
                </a:solidFill>
              </a:defRPr>
            </a:lvl1pPr>
          </a:lstStyle>
          <a:p>
            <a:fld id="{78BD5BB2-178C-41F5-9A65-66E57637126A}" type="datetime4">
              <a:rPr lang="en-US" smtClean="0"/>
              <a:t>November 5, 2025</a:t>
            </a:fld>
            <a:endParaRPr lang="en-US" dirty="0"/>
          </a:p>
        </p:txBody>
      </p:sp>
    </p:spTree>
    <p:extLst>
      <p:ext uri="{BB962C8B-B14F-4D97-AF65-F5344CB8AC3E}">
        <p14:creationId xmlns:p14="http://schemas.microsoft.com/office/powerpoint/2010/main" val="346242730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p:cSld name="Title 2">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7F637AE-CF0D-CD42-24EB-4763CA6564C7}"/>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DC940CC8-5401-3EF9-398C-2A2492181116}"/>
              </a:ext>
              <a:ext uri="{C183D7F6-B498-43B3-948B-1728B52AA6E4}">
                <adec:decorative xmlns:adec="http://schemas.microsoft.com/office/drawing/2017/decorative" val="1"/>
              </a:ext>
            </a:extLst>
          </p:cNvPr>
          <p:cNvSpPr/>
          <p:nvPr/>
        </p:nvSpPr>
        <p:spPr>
          <a:xfrm>
            <a:off x="762000" y="762000"/>
            <a:ext cx="10668000" cy="5334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036142CE-648A-1FF7-D28A-1CDAA482192F}"/>
              </a:ext>
              <a:ext uri="{C183D7F6-B498-43B3-948B-1728B52AA6E4}">
                <adec:decorative xmlns:adec="http://schemas.microsoft.com/office/drawing/2017/decorative" val="1"/>
              </a:ext>
            </a:extLst>
          </p:cNvPr>
          <p:cNvCxnSpPr>
            <a:cxnSpLocks/>
          </p:cNvCxnSpPr>
          <p:nvPr/>
        </p:nvCxnSpPr>
        <p:spPr>
          <a:xfrm>
            <a:off x="5610423" y="3960586"/>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286000" y="1746504"/>
            <a:ext cx="7616952" cy="1883664"/>
          </a:xfrm>
          <a:prstGeom prst="rect">
            <a:avLst/>
          </a:prstGeom>
        </p:spPr>
        <p:txBody>
          <a:bodyPr anchor="b">
            <a:normAutofit/>
          </a:bodyPr>
          <a:lstStyle>
            <a:lvl1pPr algn="ctr">
              <a:lnSpc>
                <a:spcPct val="120000"/>
              </a:lnSpc>
              <a:defRPr sz="2800">
                <a:solidFill>
                  <a:schemeClr val="tx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286000" y="4288536"/>
            <a:ext cx="7616952" cy="1042416"/>
          </a:xfrm>
          <a:prstGeom prst="rect">
            <a:avLst/>
          </a:prstGeom>
        </p:spPr>
        <p:txBody>
          <a:bodyPr anchor="t">
            <a:normAutofit/>
          </a:bodyPr>
          <a:lstStyle>
            <a:lvl1pPr marL="0" indent="0" algn="ctr">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8" name="Footer Placeholder 7">
            <a:extLst>
              <a:ext uri="{FF2B5EF4-FFF2-40B4-BE49-F238E27FC236}">
                <a16:creationId xmlns:a16="http://schemas.microsoft.com/office/drawing/2014/main" id="{93384EBF-3E88-4A0B-FB51-6F3F98FA7426}"/>
              </a:ext>
            </a:extLst>
          </p:cNvPr>
          <p:cNvSpPr>
            <a:spLocks noGrp="1"/>
          </p:cNvSpPr>
          <p:nvPr>
            <p:ph type="ftr" sz="quarter" idx="11"/>
          </p:nvPr>
        </p:nvSpPr>
        <p:spPr>
          <a:xfrm rot="5400000">
            <a:off x="10469880" y="1609344"/>
            <a:ext cx="2670048" cy="365760"/>
          </a:xfrm>
          <a:prstGeom prst="rect">
            <a:avLst/>
          </a:prstGeom>
        </p:spPr>
        <p:txBody>
          <a:bodyPr/>
          <a:lstStyle>
            <a:lvl1pPr>
              <a:defRPr>
                <a:solidFill>
                  <a:schemeClr val="bg1"/>
                </a:solidFill>
              </a:defRPr>
            </a:lvl1pPr>
          </a:lstStyle>
          <a:p>
            <a:r>
              <a:rPr lang="en-US" dirty="0"/>
              <a:t>Sample Footer Text</a:t>
            </a:r>
          </a:p>
        </p:txBody>
      </p:sp>
      <p:sp>
        <p:nvSpPr>
          <p:cNvPr id="9" name="Slide Number Placeholder 8">
            <a:extLst>
              <a:ext uri="{FF2B5EF4-FFF2-40B4-BE49-F238E27FC236}">
                <a16:creationId xmlns:a16="http://schemas.microsoft.com/office/drawing/2014/main" id="{F9351BD1-E526-ACBD-4244-F9E89D083E69}"/>
              </a:ext>
            </a:extLst>
          </p:cNvPr>
          <p:cNvSpPr>
            <a:spLocks noGrp="1"/>
          </p:cNvSpPr>
          <p:nvPr>
            <p:ph type="sldNum" sz="quarter" idx="12"/>
          </p:nvPr>
        </p:nvSpPr>
        <p:spPr>
          <a:xfrm>
            <a:off x="11494008" y="3218688"/>
            <a:ext cx="630936" cy="429768"/>
          </a:xfrm>
          <a:prstGeom prst="rect">
            <a:avLst/>
          </a:prstGeom>
        </p:spPr>
        <p:txBody>
          <a:bodyPr/>
          <a:lstStyle>
            <a:lvl1pPr>
              <a:defRPr>
                <a:solidFill>
                  <a:schemeClr val="bg1"/>
                </a:solidFill>
              </a:defRPr>
            </a:lvl1pPr>
          </a:lstStyle>
          <a:p>
            <a:fld id="{CC057153-B650-4DEB-B370-79DDCFDCE934}" type="slidenum">
              <a:rPr lang="en-US" smtClean="0"/>
              <a:pPr/>
              <a:t>‹#›</a:t>
            </a:fld>
            <a:endParaRPr lang="en-US" dirty="0"/>
          </a:p>
        </p:txBody>
      </p:sp>
      <p:sp>
        <p:nvSpPr>
          <p:cNvPr id="7" name="Date Placeholder 6">
            <a:extLst>
              <a:ext uri="{FF2B5EF4-FFF2-40B4-BE49-F238E27FC236}">
                <a16:creationId xmlns:a16="http://schemas.microsoft.com/office/drawing/2014/main" id="{D8F249E0-8120-4E46-8D3C-FFDE09A5C3F0}"/>
              </a:ext>
            </a:extLst>
          </p:cNvPr>
          <p:cNvSpPr>
            <a:spLocks noGrp="1"/>
          </p:cNvSpPr>
          <p:nvPr>
            <p:ph type="dt" sz="half" idx="10"/>
          </p:nvPr>
        </p:nvSpPr>
        <p:spPr>
          <a:xfrm rot="5400000">
            <a:off x="10469880" y="4892040"/>
            <a:ext cx="2670048" cy="365760"/>
          </a:xfrm>
          <a:prstGeom prst="rect">
            <a:avLst/>
          </a:prstGeom>
        </p:spPr>
        <p:txBody>
          <a:bodyPr/>
          <a:lstStyle>
            <a:lvl1pPr>
              <a:defRPr>
                <a:solidFill>
                  <a:schemeClr val="bg1"/>
                </a:solidFill>
              </a:defRPr>
            </a:lvl1pPr>
          </a:lstStyle>
          <a:p>
            <a:fld id="{47B65FCB-A65A-4325-B833-0BA0262F4627}" type="datetime4">
              <a:rPr lang="en-US" smtClean="0"/>
              <a:t>November 5, 2025</a:t>
            </a:fld>
            <a:endParaRPr lang="en-US" dirty="0"/>
          </a:p>
        </p:txBody>
      </p:sp>
    </p:spTree>
    <p:extLst>
      <p:ext uri="{BB962C8B-B14F-4D97-AF65-F5344CB8AC3E}">
        <p14:creationId xmlns:p14="http://schemas.microsoft.com/office/powerpoint/2010/main" val="312043663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p:cSld name="Title 3">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7F637AE-CF0D-CD42-24EB-4763CA6564C7}"/>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DC940CC8-5401-3EF9-398C-2A2492181116}"/>
              </a:ext>
              <a:ext uri="{C183D7F6-B498-43B3-948B-1728B52AA6E4}">
                <adec:decorative xmlns:adec="http://schemas.microsoft.com/office/drawing/2017/decorative" val="1"/>
              </a:ext>
            </a:extLst>
          </p:cNvPr>
          <p:cNvSpPr/>
          <p:nvPr/>
        </p:nvSpPr>
        <p:spPr>
          <a:xfrm>
            <a:off x="762000" y="762000"/>
            <a:ext cx="10668000" cy="5334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036142CE-648A-1FF7-D28A-1CDAA482192F}"/>
              </a:ext>
              <a:ext uri="{C183D7F6-B498-43B3-948B-1728B52AA6E4}">
                <adec:decorative xmlns:adec="http://schemas.microsoft.com/office/drawing/2017/decorative" val="1"/>
              </a:ext>
            </a:extLst>
          </p:cNvPr>
          <p:cNvCxnSpPr>
            <a:cxnSpLocks/>
          </p:cNvCxnSpPr>
          <p:nvPr/>
        </p:nvCxnSpPr>
        <p:spPr>
          <a:xfrm>
            <a:off x="5610423" y="3960586"/>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286000" y="1746504"/>
            <a:ext cx="7616952" cy="1883664"/>
          </a:xfrm>
          <a:prstGeom prst="rect">
            <a:avLst/>
          </a:prstGeom>
        </p:spPr>
        <p:txBody>
          <a:bodyPr anchor="ctr">
            <a:normAutofit/>
          </a:bodyPr>
          <a:lstStyle>
            <a:lvl1pPr algn="ctr">
              <a:lnSpc>
                <a:spcPct val="120000"/>
              </a:lnSpc>
              <a:defRPr sz="4400">
                <a:solidFill>
                  <a:schemeClr val="tx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286000" y="4288536"/>
            <a:ext cx="7616952" cy="1042416"/>
          </a:xfrm>
          <a:prstGeom prst="rect">
            <a:avLst/>
          </a:prstGeom>
        </p:spPr>
        <p:txBody>
          <a:bodyPr anchor="ctr">
            <a:normAutofit/>
          </a:bodyPr>
          <a:lstStyle>
            <a:lvl1pPr marL="0" indent="0" algn="ctr">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8" name="Footer Placeholder 7">
            <a:extLst>
              <a:ext uri="{FF2B5EF4-FFF2-40B4-BE49-F238E27FC236}">
                <a16:creationId xmlns:a16="http://schemas.microsoft.com/office/drawing/2014/main" id="{93384EBF-3E88-4A0B-FB51-6F3F98FA7426}"/>
              </a:ext>
            </a:extLst>
          </p:cNvPr>
          <p:cNvSpPr>
            <a:spLocks noGrp="1"/>
          </p:cNvSpPr>
          <p:nvPr>
            <p:ph type="ftr" sz="quarter" idx="11"/>
          </p:nvPr>
        </p:nvSpPr>
        <p:spPr>
          <a:xfrm rot="5400000">
            <a:off x="10469880" y="1609344"/>
            <a:ext cx="2670048" cy="365760"/>
          </a:xfrm>
          <a:prstGeom prst="rect">
            <a:avLst/>
          </a:prstGeom>
        </p:spPr>
        <p:txBody>
          <a:bodyPr/>
          <a:lstStyle>
            <a:lvl1pPr>
              <a:defRPr>
                <a:solidFill>
                  <a:schemeClr val="bg1"/>
                </a:solidFill>
              </a:defRPr>
            </a:lvl1pPr>
          </a:lstStyle>
          <a:p>
            <a:r>
              <a:rPr lang="en-US" dirty="0"/>
              <a:t>Sample Footer Text</a:t>
            </a:r>
          </a:p>
        </p:txBody>
      </p:sp>
      <p:sp>
        <p:nvSpPr>
          <p:cNvPr id="9" name="Slide Number Placeholder 8">
            <a:extLst>
              <a:ext uri="{FF2B5EF4-FFF2-40B4-BE49-F238E27FC236}">
                <a16:creationId xmlns:a16="http://schemas.microsoft.com/office/drawing/2014/main" id="{F9351BD1-E526-ACBD-4244-F9E89D083E69}"/>
              </a:ext>
            </a:extLst>
          </p:cNvPr>
          <p:cNvSpPr>
            <a:spLocks noGrp="1"/>
          </p:cNvSpPr>
          <p:nvPr>
            <p:ph type="sldNum" sz="quarter" idx="12"/>
          </p:nvPr>
        </p:nvSpPr>
        <p:spPr>
          <a:xfrm>
            <a:off x="11494008" y="3218688"/>
            <a:ext cx="630936" cy="429768"/>
          </a:xfrm>
          <a:prstGeom prst="rect">
            <a:avLst/>
          </a:prstGeom>
        </p:spPr>
        <p:txBody>
          <a:bodyPr/>
          <a:lstStyle>
            <a:lvl1pPr>
              <a:defRPr>
                <a:solidFill>
                  <a:schemeClr val="bg1"/>
                </a:solidFill>
              </a:defRPr>
            </a:lvl1pPr>
          </a:lstStyle>
          <a:p>
            <a:fld id="{CC057153-B650-4DEB-B370-79DDCFDCE934}" type="slidenum">
              <a:rPr lang="en-US" smtClean="0"/>
              <a:pPr/>
              <a:t>‹#›</a:t>
            </a:fld>
            <a:endParaRPr lang="en-US" dirty="0"/>
          </a:p>
        </p:txBody>
      </p:sp>
      <p:sp>
        <p:nvSpPr>
          <p:cNvPr id="7" name="Date Placeholder 6">
            <a:extLst>
              <a:ext uri="{FF2B5EF4-FFF2-40B4-BE49-F238E27FC236}">
                <a16:creationId xmlns:a16="http://schemas.microsoft.com/office/drawing/2014/main" id="{D8F249E0-8120-4E46-8D3C-FFDE09A5C3F0}"/>
              </a:ext>
            </a:extLst>
          </p:cNvPr>
          <p:cNvSpPr>
            <a:spLocks noGrp="1"/>
          </p:cNvSpPr>
          <p:nvPr>
            <p:ph type="dt" sz="half" idx="10"/>
          </p:nvPr>
        </p:nvSpPr>
        <p:spPr>
          <a:xfrm rot="5400000">
            <a:off x="10469880" y="4892040"/>
            <a:ext cx="2670048" cy="365760"/>
          </a:xfrm>
          <a:prstGeom prst="rect">
            <a:avLst/>
          </a:prstGeom>
        </p:spPr>
        <p:txBody>
          <a:bodyPr/>
          <a:lstStyle>
            <a:lvl1pPr>
              <a:defRPr>
                <a:solidFill>
                  <a:schemeClr val="bg1"/>
                </a:solidFill>
              </a:defRPr>
            </a:lvl1pPr>
          </a:lstStyle>
          <a:p>
            <a:fld id="{6A394C09-235D-49B2-9B0D-273E7223E7EF}" type="datetime4">
              <a:rPr lang="en-US" smtClean="0"/>
              <a:t>November 5, 2025</a:t>
            </a:fld>
            <a:endParaRPr lang="en-US" dirty="0"/>
          </a:p>
        </p:txBody>
      </p:sp>
    </p:spTree>
    <p:extLst>
      <p:ext uri="{BB962C8B-B14F-4D97-AF65-F5344CB8AC3E}">
        <p14:creationId xmlns:p14="http://schemas.microsoft.com/office/powerpoint/2010/main" val="93693290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p:cSld name="Title 4">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7F637AE-CF0D-CD42-24EB-4763CA6564C7}"/>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5" name="Rectangle 4">
            <a:extLst>
              <a:ext uri="{FF2B5EF4-FFF2-40B4-BE49-F238E27FC236}">
                <a16:creationId xmlns:a16="http://schemas.microsoft.com/office/drawing/2014/main" id="{DC940CC8-5401-3EF9-398C-2A2492181116}"/>
              </a:ext>
              <a:ext uri="{C183D7F6-B498-43B3-948B-1728B52AA6E4}">
                <adec:decorative xmlns:adec="http://schemas.microsoft.com/office/drawing/2017/decorative" val="1"/>
              </a:ext>
            </a:extLst>
          </p:cNvPr>
          <p:cNvSpPr/>
          <p:nvPr/>
        </p:nvSpPr>
        <p:spPr>
          <a:xfrm>
            <a:off x="762000" y="762000"/>
            <a:ext cx="10668000" cy="5334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353313" y="1231637"/>
            <a:ext cx="6137453" cy="2698456"/>
          </a:xfrm>
          <a:prstGeom prst="rect">
            <a:avLst/>
          </a:prstGeom>
        </p:spPr>
        <p:txBody>
          <a:bodyPr vert="horz" lIns="91440" tIns="45720" rIns="91440" bIns="45720" rtlCol="0" anchor="t">
            <a:normAutofit/>
          </a:bodyPr>
          <a:lstStyle>
            <a:lvl1pPr>
              <a:defRPr lang="en-US" sz="40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353315" y="5010911"/>
            <a:ext cx="6137452" cy="819302"/>
          </a:xfrm>
          <a:prstGeom prst="rect">
            <a:avLst/>
          </a:prstGeom>
        </p:spPr>
        <p:txBody>
          <a:bodyPr vert="horz" lIns="91440" tIns="45720" rIns="91440" bIns="45720" rtlCol="0">
            <a:normAutofit/>
          </a:bodyPr>
          <a:lstStyle>
            <a:lvl1pPr marL="0" indent="0">
              <a:buNone/>
              <a:defRPr lang="en-US" dirty="0"/>
            </a:lvl1pPr>
          </a:lstStyle>
          <a:p>
            <a:pPr lvl="0"/>
            <a:r>
              <a:rPr lang="en-US"/>
              <a:t>Click to edit Master subtitle style</a:t>
            </a:r>
            <a:endParaRPr lang="en-US" dirty="0"/>
          </a:p>
        </p:txBody>
      </p:sp>
      <p:cxnSp>
        <p:nvCxnSpPr>
          <p:cNvPr id="10" name="Straight Connector 9">
            <a:extLst>
              <a:ext uri="{FF2B5EF4-FFF2-40B4-BE49-F238E27FC236}">
                <a16:creationId xmlns:a16="http://schemas.microsoft.com/office/drawing/2014/main" id="{C23037B3-8974-2599-9C16-662BA59487C4}"/>
              </a:ext>
              <a:ext uri="{C183D7F6-B498-43B3-948B-1728B52AA6E4}">
                <adec:decorative xmlns:adec="http://schemas.microsoft.com/office/drawing/2017/decorative" val="1"/>
              </a:ext>
            </a:extLst>
          </p:cNvPr>
          <p:cNvCxnSpPr>
            <a:cxnSpLocks/>
          </p:cNvCxnSpPr>
          <p:nvPr/>
        </p:nvCxnSpPr>
        <p:spPr>
          <a:xfrm>
            <a:off x="1459441" y="4804589"/>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Footer Placeholder 14">
            <a:extLst>
              <a:ext uri="{FF2B5EF4-FFF2-40B4-BE49-F238E27FC236}">
                <a16:creationId xmlns:a16="http://schemas.microsoft.com/office/drawing/2014/main" id="{D728580C-8778-854F-6D1B-9AF8BF5B2FB6}"/>
              </a:ext>
            </a:extLst>
          </p:cNvPr>
          <p:cNvSpPr>
            <a:spLocks noGrp="1"/>
          </p:cNvSpPr>
          <p:nvPr>
            <p:ph type="ftr" sz="quarter" idx="11"/>
          </p:nvPr>
        </p:nvSpPr>
        <p:spPr>
          <a:xfrm rot="5400000">
            <a:off x="10469880" y="1609344"/>
            <a:ext cx="2670048" cy="365760"/>
          </a:xfrm>
          <a:prstGeom prst="rect">
            <a:avLst/>
          </a:prstGeom>
        </p:spPr>
        <p:txBody>
          <a:bodyPr/>
          <a:lstStyle>
            <a:lvl1pPr>
              <a:defRPr>
                <a:solidFill>
                  <a:schemeClr val="bg1"/>
                </a:solidFill>
              </a:defRPr>
            </a:lvl1pPr>
          </a:lstStyle>
          <a:p>
            <a:pPr algn="r"/>
            <a:r>
              <a:rPr lang="en-US" dirty="0"/>
              <a:t>Sample Footer Text</a:t>
            </a:r>
          </a:p>
        </p:txBody>
      </p:sp>
      <p:sp>
        <p:nvSpPr>
          <p:cNvPr id="16" name="Slide Number Placeholder 15">
            <a:extLst>
              <a:ext uri="{FF2B5EF4-FFF2-40B4-BE49-F238E27FC236}">
                <a16:creationId xmlns:a16="http://schemas.microsoft.com/office/drawing/2014/main" id="{73ECBF32-23F4-84AC-A92D-D9821052AF13}"/>
              </a:ext>
            </a:extLst>
          </p:cNvPr>
          <p:cNvSpPr>
            <a:spLocks noGrp="1"/>
          </p:cNvSpPr>
          <p:nvPr>
            <p:ph type="sldNum" sz="quarter" idx="12"/>
          </p:nvPr>
        </p:nvSpPr>
        <p:spPr>
          <a:xfrm>
            <a:off x="11494008" y="3218688"/>
            <a:ext cx="630936" cy="429768"/>
          </a:xfrm>
          <a:prstGeom prst="rect">
            <a:avLst/>
          </a:prstGeom>
        </p:spPr>
        <p:txBody>
          <a:bodyPr/>
          <a:lstStyle>
            <a:lvl1pPr>
              <a:defRPr>
                <a:solidFill>
                  <a:schemeClr val="bg1"/>
                </a:solidFill>
              </a:defRPr>
            </a:lvl1pPr>
          </a:lstStyle>
          <a:p>
            <a:pPr algn="ctr"/>
            <a:fld id="{CC057153-B650-4DEB-B370-79DDCFDCE934}" type="slidenum">
              <a:rPr lang="en-US" smtClean="0"/>
              <a:pPr algn="ctr"/>
              <a:t>‹#›</a:t>
            </a:fld>
            <a:endParaRPr lang="en-US" dirty="0"/>
          </a:p>
        </p:txBody>
      </p:sp>
      <p:sp>
        <p:nvSpPr>
          <p:cNvPr id="14" name="Date Placeholder 13">
            <a:extLst>
              <a:ext uri="{FF2B5EF4-FFF2-40B4-BE49-F238E27FC236}">
                <a16:creationId xmlns:a16="http://schemas.microsoft.com/office/drawing/2014/main" id="{ABA7367A-7087-E045-A8D9-1DB09D3DE13F}"/>
              </a:ext>
            </a:extLst>
          </p:cNvPr>
          <p:cNvSpPr>
            <a:spLocks noGrp="1"/>
          </p:cNvSpPr>
          <p:nvPr>
            <p:ph type="dt" sz="half" idx="10"/>
          </p:nvPr>
        </p:nvSpPr>
        <p:spPr>
          <a:xfrm rot="5400000">
            <a:off x="10469880" y="4892040"/>
            <a:ext cx="2670048" cy="365760"/>
          </a:xfrm>
          <a:prstGeom prst="rect">
            <a:avLst/>
          </a:prstGeom>
        </p:spPr>
        <p:txBody>
          <a:bodyPr/>
          <a:lstStyle>
            <a:lvl1pPr>
              <a:defRPr>
                <a:solidFill>
                  <a:schemeClr val="bg1"/>
                </a:solidFill>
              </a:defRPr>
            </a:lvl1pPr>
          </a:lstStyle>
          <a:p>
            <a:fld id="{3BD11BA3-E918-4F6B-856F-6D6E048040B2}" type="datetime4">
              <a:rPr lang="en-US" smtClean="0"/>
              <a:t>November 5, 2025</a:t>
            </a:fld>
            <a:endParaRPr lang="en-US" dirty="0"/>
          </a:p>
        </p:txBody>
      </p:sp>
    </p:spTree>
    <p:extLst>
      <p:ext uri="{BB962C8B-B14F-4D97-AF65-F5344CB8AC3E}">
        <p14:creationId xmlns:p14="http://schemas.microsoft.com/office/powerpoint/2010/main" val="81833014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28FE325-7EF4-2BC1-CC28-C3956EA44D90}"/>
              </a:ext>
            </a:extLst>
          </p:cNvPr>
          <p:cNvSpPr/>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8" name="Rectangle 7">
            <a:extLst>
              <a:ext uri="{FF2B5EF4-FFF2-40B4-BE49-F238E27FC236}">
                <a16:creationId xmlns:a16="http://schemas.microsoft.com/office/drawing/2014/main" id="{64DC731D-DB3B-8EE9-1728-DB36948ABFEA}"/>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cxnSp>
        <p:nvCxnSpPr>
          <p:cNvPr id="3" name="Straight Connector 2">
            <a:extLst>
              <a:ext uri="{FF2B5EF4-FFF2-40B4-BE49-F238E27FC236}">
                <a16:creationId xmlns:a16="http://schemas.microsoft.com/office/drawing/2014/main" id="{DD080AD5-EDF0-8614-3A6E-738026A999B2}"/>
              </a:ext>
              <a:ext uri="{C183D7F6-B498-43B3-948B-1728B52AA6E4}">
                <adec:decorative xmlns:adec="http://schemas.microsoft.com/office/drawing/2017/decorative" val="1"/>
              </a:ext>
            </a:extLst>
          </p:cNvPr>
          <p:cNvCxnSpPr>
            <a:cxnSpLocks/>
          </p:cNvCxnSpPr>
          <p:nvPr/>
        </p:nvCxnSpPr>
        <p:spPr>
          <a:xfrm>
            <a:off x="1099874" y="6172200"/>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992091" y="2514602"/>
            <a:ext cx="6812280" cy="3194302"/>
          </a:xfrm>
          <a:prstGeom prst="rect">
            <a:avLst/>
          </a:prstGeom>
        </p:spPr>
        <p:txBody>
          <a:bodyPr vert="horz" lIns="91440" tIns="45720" rIns="91440" bIns="45720" rtlCol="0" anchor="b">
            <a:normAutofit/>
          </a:bodyPr>
          <a:lstStyle>
            <a:lvl1pPr>
              <a:defRPr lang="en-US" sz="4400" dirty="0">
                <a:solidFill>
                  <a:schemeClr val="tx1"/>
                </a:solidFill>
              </a:defRPr>
            </a:lvl1pPr>
          </a:lstStyle>
          <a:p>
            <a:pPr lvl="0">
              <a:lnSpc>
                <a:spcPct val="120000"/>
              </a:lnSpc>
            </a:pPr>
            <a:r>
              <a:rPr lang="en-US"/>
              <a:t>Click to edit Master title style</a:t>
            </a:r>
            <a:endParaRPr lang="en-US" dirty="0"/>
          </a:p>
        </p:txBody>
      </p:sp>
      <p:sp>
        <p:nvSpPr>
          <p:cNvPr id="11" name="Footer Placeholder 10">
            <a:extLst>
              <a:ext uri="{FF2B5EF4-FFF2-40B4-BE49-F238E27FC236}">
                <a16:creationId xmlns:a16="http://schemas.microsoft.com/office/drawing/2014/main" id="{3963C56F-1F77-4203-D488-3829DB3A81DC}"/>
              </a:ext>
            </a:extLst>
          </p:cNvPr>
          <p:cNvSpPr>
            <a:spLocks noGrp="1"/>
          </p:cNvSpPr>
          <p:nvPr>
            <p:ph type="ftr" sz="quarter" idx="11"/>
          </p:nvPr>
        </p:nvSpPr>
        <p:spPr>
          <a:xfrm rot="5400000">
            <a:off x="10469880" y="1609344"/>
            <a:ext cx="2670048" cy="365760"/>
          </a:xfrm>
          <a:prstGeom prst="rect">
            <a:avLst/>
          </a:prstGeom>
        </p:spPr>
        <p:txBody>
          <a:bodyPr/>
          <a:lstStyle>
            <a:lvl1pPr>
              <a:defRPr>
                <a:solidFill>
                  <a:schemeClr val="tx1"/>
                </a:solidFill>
              </a:defRPr>
            </a:lvl1pPr>
          </a:lstStyle>
          <a:p>
            <a:r>
              <a:rPr lang="en-US" dirty="0"/>
              <a:t>Sample Footer Text</a:t>
            </a:r>
          </a:p>
        </p:txBody>
      </p:sp>
      <p:sp>
        <p:nvSpPr>
          <p:cNvPr id="12" name="Slide Number Placeholder 11">
            <a:extLst>
              <a:ext uri="{FF2B5EF4-FFF2-40B4-BE49-F238E27FC236}">
                <a16:creationId xmlns:a16="http://schemas.microsoft.com/office/drawing/2014/main" id="{58E9AB81-9E4D-493C-6966-CE7F84541967}"/>
              </a:ext>
            </a:extLst>
          </p:cNvPr>
          <p:cNvSpPr>
            <a:spLocks noGrp="1"/>
          </p:cNvSpPr>
          <p:nvPr>
            <p:ph type="sldNum" sz="quarter" idx="12"/>
          </p:nvPr>
        </p:nvSpPr>
        <p:spPr>
          <a:xfrm>
            <a:off x="11494008" y="3218688"/>
            <a:ext cx="630936" cy="429768"/>
          </a:xfrm>
          <a:prstGeom prst="rect">
            <a:avLst/>
          </a:prstGeom>
        </p:spPr>
        <p:txBody>
          <a:bodyPr/>
          <a:lstStyle>
            <a:lvl1pPr>
              <a:defRPr>
                <a:solidFill>
                  <a:schemeClr val="tx1"/>
                </a:solidFill>
              </a:defRPr>
            </a:lvl1pPr>
          </a:lstStyle>
          <a:p>
            <a:fld id="{CC057153-B650-4DEB-B370-79DDCFDCE934}" type="slidenum">
              <a:rPr lang="en-US" smtClean="0"/>
              <a:pPr/>
              <a:t>‹#›</a:t>
            </a:fld>
            <a:endParaRPr lang="en-US" dirty="0"/>
          </a:p>
        </p:txBody>
      </p:sp>
      <p:sp>
        <p:nvSpPr>
          <p:cNvPr id="10" name="Date Placeholder 9">
            <a:extLst>
              <a:ext uri="{FF2B5EF4-FFF2-40B4-BE49-F238E27FC236}">
                <a16:creationId xmlns:a16="http://schemas.microsoft.com/office/drawing/2014/main" id="{CCB33265-7891-EEAC-2A77-0EF54FFEF807}"/>
              </a:ext>
            </a:extLst>
          </p:cNvPr>
          <p:cNvSpPr>
            <a:spLocks noGrp="1"/>
          </p:cNvSpPr>
          <p:nvPr>
            <p:ph type="dt" sz="half" idx="10"/>
          </p:nvPr>
        </p:nvSpPr>
        <p:spPr>
          <a:xfrm rot="5400000">
            <a:off x="10469880" y="4892040"/>
            <a:ext cx="2670048" cy="365760"/>
          </a:xfrm>
          <a:prstGeom prst="rect">
            <a:avLst/>
          </a:prstGeom>
        </p:spPr>
        <p:txBody>
          <a:bodyPr/>
          <a:lstStyle>
            <a:lvl1pPr>
              <a:defRPr>
                <a:solidFill>
                  <a:schemeClr val="tx1"/>
                </a:solidFill>
              </a:defRPr>
            </a:lvl1pPr>
          </a:lstStyle>
          <a:p>
            <a:fld id="{DD4C18C5-23B1-43CA-8D0C-0D76624D967E}" type="datetime4">
              <a:rPr lang="en-US" smtClean="0"/>
              <a:t>November 5, 2025</a:t>
            </a:fld>
            <a:endParaRPr lang="en-US" dirty="0"/>
          </a:p>
        </p:txBody>
      </p:sp>
    </p:spTree>
    <p:extLst>
      <p:ext uri="{BB962C8B-B14F-4D97-AF65-F5344CB8AC3E}">
        <p14:creationId xmlns:p14="http://schemas.microsoft.com/office/powerpoint/2010/main" val="99598865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p:cSld name="Agenda">
    <p:bg>
      <p:bgRef idx="1001">
        <a:schemeClr val="bg1"/>
      </p:bgRef>
    </p:bg>
    <p:spTree>
      <p:nvGrpSpPr>
        <p:cNvPr id="1" name=""/>
        <p:cNvGrpSpPr/>
        <p:nvPr/>
      </p:nvGrpSpPr>
      <p:grpSpPr>
        <a:xfrm>
          <a:off x="0" y="0"/>
          <a:ext cx="0" cy="0"/>
          <a:chOff x="0" y="0"/>
          <a:chExt cx="0" cy="0"/>
        </a:xfrm>
      </p:grpSpPr>
      <p:sp>
        <p:nvSpPr>
          <p:cNvPr id="4" name="Oval 3">
            <a:extLst>
              <a:ext uri="{FF2B5EF4-FFF2-40B4-BE49-F238E27FC236}">
                <a16:creationId xmlns:a16="http://schemas.microsoft.com/office/drawing/2014/main" id="{7A713FDA-ABFC-FBE4-9C4A-3A90A222245B}"/>
              </a:ext>
              <a:ext uri="{C183D7F6-B498-43B3-948B-1728B52AA6E4}">
                <adec:decorative xmlns:adec="http://schemas.microsoft.com/office/drawing/2017/decorative" val="1"/>
              </a:ext>
            </a:extLst>
          </p:cNvPr>
          <p:cNvSpPr/>
          <p:nvPr/>
        </p:nvSpPr>
        <p:spPr>
          <a:xfrm>
            <a:off x="733197" y="1114197"/>
            <a:ext cx="4629606" cy="462960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244803" y="1987906"/>
            <a:ext cx="3606394" cy="2882188"/>
          </a:xfrm>
          <a:prstGeom prst="rect">
            <a:avLst/>
          </a:prstGeom>
        </p:spPr>
        <p:txBody>
          <a:bodyPr anchor="ctr">
            <a:normAutofit/>
          </a:bodyPr>
          <a:lstStyle>
            <a:lvl1pPr algn="ctr">
              <a:lnSpc>
                <a:spcPct val="100000"/>
              </a:lnSpc>
              <a:defRPr sz="4400">
                <a:solidFill>
                  <a:schemeClr val="bg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66715" y="608991"/>
            <a:ext cx="4943704" cy="5640019"/>
          </a:xfrm>
          <a:prstGeom prst="rect">
            <a:avLst/>
          </a:prstGeom>
        </p:spPr>
        <p:txBody>
          <a:bodyPr vert="horz" lIns="91440" tIns="45720" rIns="91440" bIns="45720" rtlCol="0" anchor="ctr">
            <a:normAutofit/>
          </a:bodyPr>
          <a:lstStyle>
            <a:lvl1pPr marL="342900" indent="-342900">
              <a:buFont typeface="+mj-lt"/>
              <a:buAutoNum type="arabicPeriod"/>
              <a:defRPr lang="en-US" sz="1800" dirty="0"/>
            </a:lvl1pPr>
            <a:lvl2pPr marL="571500" indent="-342900">
              <a:buFont typeface="+mj-lt"/>
              <a:buAutoNum type="arabicPeriod"/>
              <a:defRPr lang="en-US" sz="1600" dirty="0"/>
            </a:lvl2pPr>
            <a:lvl3pPr marL="800100" indent="-342900">
              <a:buFont typeface="+mj-lt"/>
              <a:buAutoNum type="arabicPeriod"/>
              <a:defRPr lang="en-US" dirty="0"/>
            </a:lvl3pPr>
            <a:lvl4pPr>
              <a:buFont typeface="+mj-lt"/>
              <a:buAutoNum type="arabicPeriod"/>
              <a:defRPr lang="en-US" dirty="0"/>
            </a:lvl4pPr>
            <a:lvl5pPr>
              <a:buFont typeface="+mj-lt"/>
              <a:buAutoNum type="arabicPeriod"/>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11" name="Footer Placeholder 10">
            <a:extLst>
              <a:ext uri="{FF2B5EF4-FFF2-40B4-BE49-F238E27FC236}">
                <a16:creationId xmlns:a16="http://schemas.microsoft.com/office/drawing/2014/main" id="{580D44E4-BAE9-45B9-6C67-A2C19D45908B}"/>
              </a:ext>
            </a:extLst>
          </p:cNvPr>
          <p:cNvSpPr>
            <a:spLocks noGrp="1"/>
          </p:cNvSpPr>
          <p:nvPr>
            <p:ph type="ftr" sz="quarter" idx="15"/>
          </p:nvPr>
        </p:nvSpPr>
        <p:spPr>
          <a:xfrm rot="5400000">
            <a:off x="10469880" y="1609344"/>
            <a:ext cx="2670048" cy="365760"/>
          </a:xfrm>
          <a:prstGeom prst="rect">
            <a:avLst/>
          </a:prstGeom>
        </p:spPr>
        <p:txBody>
          <a:bodyPr/>
          <a:lstStyle/>
          <a:p>
            <a:pPr algn="r"/>
            <a:r>
              <a:rPr lang="en-US" dirty="0"/>
              <a:t>Sample Footer Text</a:t>
            </a:r>
          </a:p>
        </p:txBody>
      </p:sp>
      <p:sp>
        <p:nvSpPr>
          <p:cNvPr id="12" name="Slide Number Placeholder 11">
            <a:extLst>
              <a:ext uri="{FF2B5EF4-FFF2-40B4-BE49-F238E27FC236}">
                <a16:creationId xmlns:a16="http://schemas.microsoft.com/office/drawing/2014/main" id="{A76D5F1B-44E3-F258-DAEF-5F05DA2DC80D}"/>
              </a:ext>
            </a:extLst>
          </p:cNvPr>
          <p:cNvSpPr>
            <a:spLocks noGrp="1"/>
          </p:cNvSpPr>
          <p:nvPr>
            <p:ph type="sldNum" sz="quarter" idx="16"/>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dirty="0"/>
          </a:p>
        </p:txBody>
      </p:sp>
      <p:sp>
        <p:nvSpPr>
          <p:cNvPr id="10" name="Date Placeholder 9">
            <a:extLst>
              <a:ext uri="{FF2B5EF4-FFF2-40B4-BE49-F238E27FC236}">
                <a16:creationId xmlns:a16="http://schemas.microsoft.com/office/drawing/2014/main" id="{385486D6-8955-5E05-F3AA-A1190FAD74A9}"/>
              </a:ext>
            </a:extLst>
          </p:cNvPr>
          <p:cNvSpPr>
            <a:spLocks noGrp="1"/>
          </p:cNvSpPr>
          <p:nvPr>
            <p:ph type="dt" sz="half" idx="14"/>
          </p:nvPr>
        </p:nvSpPr>
        <p:spPr>
          <a:xfrm rot="5400000">
            <a:off x="10469880" y="4892040"/>
            <a:ext cx="2670048" cy="365760"/>
          </a:xfrm>
          <a:prstGeom prst="rect">
            <a:avLst/>
          </a:prstGeom>
        </p:spPr>
        <p:txBody>
          <a:bodyPr/>
          <a:lstStyle/>
          <a:p>
            <a:fld id="{18F42511-74F8-4B56-AAC6-3C98B1A0BAC5}" type="datetime4">
              <a:rPr lang="en-US" smtClean="0"/>
              <a:t>November 5, 2025</a:t>
            </a:fld>
            <a:endParaRPr lang="en-US" dirty="0"/>
          </a:p>
        </p:txBody>
      </p:sp>
    </p:spTree>
    <p:extLst>
      <p:ext uri="{BB962C8B-B14F-4D97-AF65-F5344CB8AC3E}">
        <p14:creationId xmlns:p14="http://schemas.microsoft.com/office/powerpoint/2010/main" val="1135432008"/>
      </p:ext>
    </p:extLst>
  </p:cSld>
  <p:clrMapOvr>
    <a:overrideClrMapping bg1="lt1" tx1="dk1" bg2="lt2" tx2="dk2" accent1="accent1" accent2="accent2" accent3="accent3" accent4="accent4" accent5="accent5" accent6="accent6" hlink="hlink" folHlink="folHlink"/>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p:cSld name="Agenda 2">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CD08455-64EF-6D3F-F544-C7CBF0D5756A}"/>
              </a:ext>
              <a:ext uri="{C183D7F6-B498-43B3-948B-1728B52AA6E4}">
                <adec:decorative xmlns:adec="http://schemas.microsoft.com/office/drawing/2017/decorative" val="1"/>
              </a:ext>
            </a:extLst>
          </p:cNvPr>
          <p:cNvSpPr/>
          <p:nvPr/>
        </p:nvSpPr>
        <p:spPr>
          <a:xfrm>
            <a:off x="1" y="0"/>
            <a:ext cx="6093256"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819302" y="2357324"/>
            <a:ext cx="4396436" cy="2143353"/>
          </a:xfrm>
          <a:prstGeom prst="rect">
            <a:avLst/>
          </a:prstGeom>
        </p:spPr>
        <p:txBody>
          <a:bodyPr anchor="ctr">
            <a:normAutofit/>
          </a:bodyPr>
          <a:lstStyle>
            <a:lvl1pPr algn="ctr">
              <a:lnSpc>
                <a:spcPct val="100000"/>
              </a:lnSpc>
              <a:defRPr sz="6000">
                <a:solidFill>
                  <a:schemeClr val="bg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830568" y="608991"/>
            <a:ext cx="4325112" cy="5640019"/>
          </a:xfrm>
          <a:prstGeom prst="rect">
            <a:avLst/>
          </a:prstGeom>
        </p:spPr>
        <p:txBody>
          <a:bodyPr vert="horz" lIns="91440" tIns="45720" rIns="91440" bIns="45720" rtlCol="0" anchor="ctr">
            <a:normAutofit/>
          </a:bodyPr>
          <a:lstStyle>
            <a:lvl1pPr marL="342900" indent="-342900">
              <a:buFont typeface="+mj-lt"/>
              <a:buAutoNum type="arabicPeriod"/>
              <a:defRPr lang="en-US" sz="1800" dirty="0"/>
            </a:lvl1pPr>
            <a:lvl2pPr marL="571500" indent="-342900">
              <a:buFont typeface="+mj-lt"/>
              <a:buAutoNum type="arabicPeriod"/>
              <a:defRPr lang="en-US" sz="1600" dirty="0"/>
            </a:lvl2pPr>
            <a:lvl3pPr marL="800100" indent="-342900">
              <a:buFont typeface="+mj-lt"/>
              <a:buAutoNum type="arabicPeriod"/>
              <a:defRPr lang="en-US" dirty="0"/>
            </a:lvl3pPr>
            <a:lvl4pPr>
              <a:buFont typeface="+mj-lt"/>
              <a:buAutoNum type="arabicPeriod"/>
              <a:defRPr lang="en-US" dirty="0"/>
            </a:lvl4pPr>
            <a:lvl5pPr>
              <a:buFont typeface="+mj-lt"/>
              <a:buAutoNum type="arabicPeriod"/>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11" name="Footer Placeholder 10">
            <a:extLst>
              <a:ext uri="{FF2B5EF4-FFF2-40B4-BE49-F238E27FC236}">
                <a16:creationId xmlns:a16="http://schemas.microsoft.com/office/drawing/2014/main" id="{580D44E4-BAE9-45B9-6C67-A2C19D45908B}"/>
              </a:ext>
            </a:extLst>
          </p:cNvPr>
          <p:cNvSpPr>
            <a:spLocks noGrp="1"/>
          </p:cNvSpPr>
          <p:nvPr>
            <p:ph type="ftr" sz="quarter" idx="15"/>
          </p:nvPr>
        </p:nvSpPr>
        <p:spPr>
          <a:xfrm rot="5400000">
            <a:off x="10469880" y="1609344"/>
            <a:ext cx="2670048" cy="365760"/>
          </a:xfrm>
          <a:prstGeom prst="rect">
            <a:avLst/>
          </a:prstGeom>
        </p:spPr>
        <p:txBody>
          <a:bodyPr/>
          <a:lstStyle/>
          <a:p>
            <a:pPr algn="r"/>
            <a:r>
              <a:rPr lang="en-US" dirty="0"/>
              <a:t>Sample Footer Text</a:t>
            </a:r>
          </a:p>
        </p:txBody>
      </p:sp>
      <p:sp>
        <p:nvSpPr>
          <p:cNvPr id="12" name="Slide Number Placeholder 11">
            <a:extLst>
              <a:ext uri="{FF2B5EF4-FFF2-40B4-BE49-F238E27FC236}">
                <a16:creationId xmlns:a16="http://schemas.microsoft.com/office/drawing/2014/main" id="{A76D5F1B-44E3-F258-DAEF-5F05DA2DC80D}"/>
              </a:ext>
            </a:extLst>
          </p:cNvPr>
          <p:cNvSpPr>
            <a:spLocks noGrp="1"/>
          </p:cNvSpPr>
          <p:nvPr>
            <p:ph type="sldNum" sz="quarter" idx="16"/>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dirty="0"/>
          </a:p>
        </p:txBody>
      </p:sp>
      <p:sp>
        <p:nvSpPr>
          <p:cNvPr id="10" name="Date Placeholder 9">
            <a:extLst>
              <a:ext uri="{FF2B5EF4-FFF2-40B4-BE49-F238E27FC236}">
                <a16:creationId xmlns:a16="http://schemas.microsoft.com/office/drawing/2014/main" id="{385486D6-8955-5E05-F3AA-A1190FAD74A9}"/>
              </a:ext>
            </a:extLst>
          </p:cNvPr>
          <p:cNvSpPr>
            <a:spLocks noGrp="1"/>
          </p:cNvSpPr>
          <p:nvPr>
            <p:ph type="dt" sz="half" idx="14"/>
          </p:nvPr>
        </p:nvSpPr>
        <p:spPr>
          <a:xfrm rot="5400000">
            <a:off x="10469880" y="4892040"/>
            <a:ext cx="2670048" cy="365760"/>
          </a:xfrm>
          <a:prstGeom prst="rect">
            <a:avLst/>
          </a:prstGeom>
        </p:spPr>
        <p:txBody>
          <a:bodyPr/>
          <a:lstStyle/>
          <a:p>
            <a:fld id="{D5E83ADB-4704-4C8F-8BDC-62411F5124DF}" type="datetime4">
              <a:rPr lang="en-US" smtClean="0"/>
              <a:t>November 5, 2025</a:t>
            </a:fld>
            <a:endParaRPr lang="en-US" dirty="0"/>
          </a:p>
        </p:txBody>
      </p:sp>
    </p:spTree>
    <p:extLst>
      <p:ext uri="{BB962C8B-B14F-4D97-AF65-F5344CB8AC3E}">
        <p14:creationId xmlns:p14="http://schemas.microsoft.com/office/powerpoint/2010/main" val="80843140"/>
      </p:ext>
    </p:extLst>
  </p:cSld>
  <p:clrMapOvr>
    <a:overrideClrMapping bg1="lt1" tx1="dk1" bg2="lt2" tx2="dk2" accent1="accent1" accent2="accent2" accent3="accent3" accent4="accent4" accent5="accent5" accent6="accent6" hlink="hlink" folHlink="folHlink"/>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p:cSld name="Agenda with Picture">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CF68DA2-8FD8-6D2D-DD3C-75F7AE70E305}"/>
              </a:ext>
            </a:extLst>
          </p:cNvPr>
          <p:cNvSpPr/>
          <p:nvPr/>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200467" y="2320290"/>
            <a:ext cx="3691890" cy="2217420"/>
          </a:xfrm>
          <a:prstGeom prst="rect">
            <a:avLst/>
          </a:prstGeom>
        </p:spPr>
        <p:txBody>
          <a:bodyPr anchor="ctr">
            <a:normAutofit/>
          </a:bodyPr>
          <a:lstStyle>
            <a:lvl1pPr algn="ctr">
              <a:lnSpc>
                <a:spcPct val="100000"/>
              </a:lnSpc>
              <a:defRPr sz="4000">
                <a:solidFill>
                  <a:schemeClr val="tx1"/>
                </a:solidFill>
              </a:defRPr>
            </a:lvl1pPr>
          </a:lstStyle>
          <a:p>
            <a:r>
              <a:rPr lang="en-US"/>
              <a:t>Click to edit Master title style</a:t>
            </a:r>
            <a:endParaRPr lang="en-US" dirty="0"/>
          </a:p>
        </p:txBody>
      </p:sp>
      <p:sp>
        <p:nvSpPr>
          <p:cNvPr id="6" name="Picture Placeholder 5">
            <a:extLst>
              <a:ext uri="{FF2B5EF4-FFF2-40B4-BE49-F238E27FC236}">
                <a16:creationId xmlns:a16="http://schemas.microsoft.com/office/drawing/2014/main" id="{02FB81A4-D995-C460-96DC-F799CEACAB9A}"/>
              </a:ext>
            </a:extLst>
          </p:cNvPr>
          <p:cNvSpPr>
            <a:spLocks noGrp="1"/>
          </p:cNvSpPr>
          <p:nvPr>
            <p:ph type="pic" sz="quarter" idx="17" hasCustomPrompt="1"/>
          </p:nvPr>
        </p:nvSpPr>
        <p:spPr>
          <a:xfrm>
            <a:off x="0" y="0"/>
            <a:ext cx="6092825" cy="6858000"/>
          </a:xfrm>
          <a:custGeom>
            <a:avLst/>
            <a:gdLst>
              <a:gd name="connsiteX0" fmla="*/ 3046412 w 6092825"/>
              <a:gd name="connsiteY0" fmla="*/ 1298448 h 6858000"/>
              <a:gd name="connsiteX1" fmla="*/ 915860 w 6092825"/>
              <a:gd name="connsiteY1" fmla="*/ 3429000 h 6858000"/>
              <a:gd name="connsiteX2" fmla="*/ 3046412 w 6092825"/>
              <a:gd name="connsiteY2" fmla="*/ 5559552 h 6858000"/>
              <a:gd name="connsiteX3" fmla="*/ 5176964 w 6092825"/>
              <a:gd name="connsiteY3" fmla="*/ 3429000 h 6858000"/>
              <a:gd name="connsiteX4" fmla="*/ 3046412 w 6092825"/>
              <a:gd name="connsiteY4" fmla="*/ 1298448 h 6858000"/>
              <a:gd name="connsiteX5" fmla="*/ 0 w 6092825"/>
              <a:gd name="connsiteY5" fmla="*/ 0 h 6858000"/>
              <a:gd name="connsiteX6" fmla="*/ 6092825 w 6092825"/>
              <a:gd name="connsiteY6" fmla="*/ 0 h 6858000"/>
              <a:gd name="connsiteX7" fmla="*/ 6092825 w 6092825"/>
              <a:gd name="connsiteY7" fmla="*/ 6858000 h 6858000"/>
              <a:gd name="connsiteX8" fmla="*/ 0 w 6092825"/>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92825" h="6858000">
                <a:moveTo>
                  <a:pt x="3046412" y="1298448"/>
                </a:moveTo>
                <a:cubicBezTo>
                  <a:pt x="1869741" y="1298448"/>
                  <a:pt x="915860" y="2252329"/>
                  <a:pt x="915860" y="3429000"/>
                </a:cubicBezTo>
                <a:cubicBezTo>
                  <a:pt x="915860" y="4605671"/>
                  <a:pt x="1869741" y="5559552"/>
                  <a:pt x="3046412" y="5559552"/>
                </a:cubicBezTo>
                <a:cubicBezTo>
                  <a:pt x="4223083" y="5559552"/>
                  <a:pt x="5176964" y="4605671"/>
                  <a:pt x="5176964" y="3429000"/>
                </a:cubicBezTo>
                <a:cubicBezTo>
                  <a:pt x="5176964" y="2252329"/>
                  <a:pt x="4223083" y="1298448"/>
                  <a:pt x="3046412" y="1298448"/>
                </a:cubicBezTo>
                <a:close/>
                <a:moveTo>
                  <a:pt x="0" y="0"/>
                </a:moveTo>
                <a:lnTo>
                  <a:pt x="6092825" y="0"/>
                </a:lnTo>
                <a:lnTo>
                  <a:pt x="6092825" y="6858000"/>
                </a:lnTo>
                <a:lnTo>
                  <a:pt x="0" y="6858000"/>
                </a:lnTo>
                <a:close/>
              </a:path>
            </a:pathLst>
          </a:custGeom>
          <a:blipFill>
            <a:blip r:embed="rId2">
              <a:alphaModFix amt="80000"/>
            </a:blip>
            <a:stretch>
              <a:fillRect/>
            </a:stretch>
          </a:blipFill>
        </p:spPr>
        <p:txBody>
          <a:bodyPr wrap="square">
            <a:noAutofit/>
          </a:bodyPr>
          <a:lstStyle>
            <a:lvl1pPr marL="0" indent="0">
              <a:buNone/>
              <a:defRPr>
                <a:solidFill>
                  <a:schemeClr val="bg1"/>
                </a:solidFill>
              </a:defRPr>
            </a:lvl1pPr>
          </a:lstStyle>
          <a:p>
            <a:r>
              <a:rPr lang="en-US" dirty="0"/>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830568" y="608991"/>
            <a:ext cx="4427524" cy="5640019"/>
          </a:xfrm>
          <a:prstGeom prst="rect">
            <a:avLst/>
          </a:prstGeom>
        </p:spPr>
        <p:txBody>
          <a:bodyPr vert="horz" lIns="91440" tIns="45720" rIns="91440" bIns="45720" rtlCol="0" anchor="ctr">
            <a:normAutofit/>
          </a:bodyPr>
          <a:lstStyle>
            <a:lvl1pPr marL="342900" indent="-342900">
              <a:buFont typeface="+mj-lt"/>
              <a:buAutoNum type="arabicPeriod"/>
              <a:defRPr lang="en-US" sz="1800" dirty="0">
                <a:solidFill>
                  <a:schemeClr val="tx1"/>
                </a:solidFill>
              </a:defRPr>
            </a:lvl1pPr>
            <a:lvl2pPr marL="571500" indent="-342900">
              <a:buFont typeface="+mj-lt"/>
              <a:buAutoNum type="arabicPeriod"/>
              <a:defRPr lang="en-US" sz="1600" dirty="0">
                <a:solidFill>
                  <a:schemeClr val="tx1"/>
                </a:solidFill>
              </a:defRPr>
            </a:lvl2pPr>
            <a:lvl3pPr marL="800100" indent="-342900">
              <a:buFont typeface="+mj-lt"/>
              <a:buAutoNum type="arabicPeriod"/>
              <a:defRPr lang="en-US" dirty="0">
                <a:solidFill>
                  <a:schemeClr val="tx1"/>
                </a:solidFill>
              </a:defRPr>
            </a:lvl3pPr>
            <a:lvl4pPr>
              <a:buFont typeface="+mj-lt"/>
              <a:buAutoNum type="arabicPeriod"/>
              <a:defRPr lang="en-US" dirty="0">
                <a:solidFill>
                  <a:schemeClr val="tx1"/>
                </a:solidFill>
              </a:defRPr>
            </a:lvl4pPr>
            <a:lvl5pPr>
              <a:buFont typeface="+mj-lt"/>
              <a:buAutoNum type="arabicPeriod"/>
              <a:defRPr lang="en-US" dirty="0">
                <a:solidFill>
                  <a:schemeClr val="tx1"/>
                </a:solidFill>
              </a:defRPr>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11" name="Footer Placeholder 10">
            <a:extLst>
              <a:ext uri="{FF2B5EF4-FFF2-40B4-BE49-F238E27FC236}">
                <a16:creationId xmlns:a16="http://schemas.microsoft.com/office/drawing/2014/main" id="{580D44E4-BAE9-45B9-6C67-A2C19D45908B}"/>
              </a:ext>
            </a:extLst>
          </p:cNvPr>
          <p:cNvSpPr>
            <a:spLocks noGrp="1"/>
          </p:cNvSpPr>
          <p:nvPr>
            <p:ph type="ftr" sz="quarter" idx="15"/>
          </p:nvPr>
        </p:nvSpPr>
        <p:spPr>
          <a:xfrm rot="5400000">
            <a:off x="10469880" y="1609344"/>
            <a:ext cx="2670048" cy="365760"/>
          </a:xfrm>
          <a:prstGeom prst="rect">
            <a:avLst/>
          </a:prstGeom>
        </p:spPr>
        <p:txBody>
          <a:bodyPr/>
          <a:lstStyle>
            <a:lvl1pPr>
              <a:defRPr>
                <a:solidFill>
                  <a:schemeClr val="tx1"/>
                </a:solidFill>
              </a:defRPr>
            </a:lvl1pPr>
          </a:lstStyle>
          <a:p>
            <a:r>
              <a:rPr lang="en-US" dirty="0"/>
              <a:t>Sample Footer Text</a:t>
            </a:r>
          </a:p>
        </p:txBody>
      </p:sp>
      <p:sp>
        <p:nvSpPr>
          <p:cNvPr id="12" name="Slide Number Placeholder 11">
            <a:extLst>
              <a:ext uri="{FF2B5EF4-FFF2-40B4-BE49-F238E27FC236}">
                <a16:creationId xmlns:a16="http://schemas.microsoft.com/office/drawing/2014/main" id="{A76D5F1B-44E3-F258-DAEF-5F05DA2DC80D}"/>
              </a:ext>
            </a:extLst>
          </p:cNvPr>
          <p:cNvSpPr>
            <a:spLocks noGrp="1"/>
          </p:cNvSpPr>
          <p:nvPr>
            <p:ph type="sldNum" sz="quarter" idx="16"/>
          </p:nvPr>
        </p:nvSpPr>
        <p:spPr>
          <a:xfrm>
            <a:off x="11494008" y="3218688"/>
            <a:ext cx="630936" cy="429768"/>
          </a:xfrm>
          <a:prstGeom prst="rect">
            <a:avLst/>
          </a:prstGeom>
        </p:spPr>
        <p:txBody>
          <a:bodyPr/>
          <a:lstStyle>
            <a:lvl1pPr>
              <a:defRPr>
                <a:solidFill>
                  <a:schemeClr val="tx1"/>
                </a:solidFill>
              </a:defRPr>
            </a:lvl1pPr>
          </a:lstStyle>
          <a:p>
            <a:fld id="{CC057153-B650-4DEB-B370-79DDCFDCE934}" type="slidenum">
              <a:rPr lang="en-US" smtClean="0"/>
              <a:pPr/>
              <a:t>‹#›</a:t>
            </a:fld>
            <a:endParaRPr lang="en-US" dirty="0"/>
          </a:p>
        </p:txBody>
      </p:sp>
      <p:sp>
        <p:nvSpPr>
          <p:cNvPr id="10" name="Date Placeholder 9">
            <a:extLst>
              <a:ext uri="{FF2B5EF4-FFF2-40B4-BE49-F238E27FC236}">
                <a16:creationId xmlns:a16="http://schemas.microsoft.com/office/drawing/2014/main" id="{385486D6-8955-5E05-F3AA-A1190FAD74A9}"/>
              </a:ext>
            </a:extLst>
          </p:cNvPr>
          <p:cNvSpPr>
            <a:spLocks noGrp="1"/>
          </p:cNvSpPr>
          <p:nvPr>
            <p:ph type="dt" sz="half" idx="14"/>
          </p:nvPr>
        </p:nvSpPr>
        <p:spPr>
          <a:xfrm rot="5400000">
            <a:off x="10469880" y="4892040"/>
            <a:ext cx="2670048" cy="365760"/>
          </a:xfrm>
          <a:prstGeom prst="rect">
            <a:avLst/>
          </a:prstGeom>
        </p:spPr>
        <p:txBody>
          <a:bodyPr/>
          <a:lstStyle>
            <a:lvl1pPr>
              <a:defRPr>
                <a:solidFill>
                  <a:schemeClr val="tx1"/>
                </a:solidFill>
              </a:defRPr>
            </a:lvl1pPr>
          </a:lstStyle>
          <a:p>
            <a:fld id="{3B87997F-712C-46D0-8590-02827728B058}" type="datetime4">
              <a:rPr lang="en-US" smtClean="0"/>
              <a:t>November 5, 2025</a:t>
            </a:fld>
            <a:endParaRPr lang="en-US" dirty="0"/>
          </a:p>
        </p:txBody>
      </p:sp>
    </p:spTree>
    <p:extLst>
      <p:ext uri="{BB962C8B-B14F-4D97-AF65-F5344CB8AC3E}">
        <p14:creationId xmlns:p14="http://schemas.microsoft.com/office/powerpoint/2010/main" val="2552070931"/>
      </p:ext>
    </p:extLst>
  </p:cSld>
  <p:clrMapOvr>
    <a:overrideClrMapping bg1="dk1" tx1="lt1" bg2="dk2" tx2="lt2" accent1="accent1" accent2="accent2" accent3="accent3" accent4="accent4" accent5="accent5" accent6="accent6" hlink="hlink" folHlink="folHlink"/>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754332BD-3B0A-AAC1-7FB3-E6D50A1D4E61}"/>
              </a:ext>
              <a:ext uri="{C183D7F6-B498-43B3-948B-1728B52AA6E4}">
                <adec:decorative xmlns:adec="http://schemas.microsoft.com/office/drawing/2017/decorative" val="1"/>
              </a:ext>
            </a:extLst>
          </p:cNvPr>
          <p:cNvCxnSpPr>
            <a:cxnSpLocks/>
          </p:cNvCxnSpPr>
          <p:nvPr/>
        </p:nvCxnSpPr>
        <p:spPr>
          <a:xfrm>
            <a:off x="5610422" y="3429000"/>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44952" y="950976"/>
            <a:ext cx="6108192" cy="2039112"/>
          </a:xfrm>
          <a:prstGeom prst="rect">
            <a:avLst/>
          </a:prstGeom>
        </p:spPr>
        <p:txBody>
          <a:bodyPr anchor="b">
            <a:normAutofit/>
          </a:bodyPr>
          <a:lstStyle>
            <a:lvl1pPr algn="ctr">
              <a:lnSpc>
                <a:spcPct val="120000"/>
              </a:lnSpc>
              <a:defRPr sz="3600"/>
            </a:lvl1pPr>
          </a:lstStyle>
          <a:p>
            <a:r>
              <a:rPr lang="en-US"/>
              <a:t>Click to edit Master title style</a:t>
            </a:r>
            <a:endParaRPr lang="en-US" dirty="0"/>
          </a:p>
        </p:txBody>
      </p:sp>
      <p:sp>
        <p:nvSpPr>
          <p:cNvPr id="11" name="Content Placeholder 10">
            <a:extLst>
              <a:ext uri="{FF2B5EF4-FFF2-40B4-BE49-F238E27FC236}">
                <a16:creationId xmlns:a16="http://schemas.microsoft.com/office/drawing/2014/main" id="{A15E685B-79A8-DE9F-775F-AF1351EBAD5E}"/>
              </a:ext>
            </a:extLst>
          </p:cNvPr>
          <p:cNvSpPr>
            <a:spLocks noGrp="1"/>
          </p:cNvSpPr>
          <p:nvPr>
            <p:ph sz="quarter" idx="17"/>
          </p:nvPr>
        </p:nvSpPr>
        <p:spPr>
          <a:xfrm>
            <a:off x="3667125" y="3849688"/>
            <a:ext cx="4864100" cy="1719262"/>
          </a:xfrm>
          <a:prstGeom prst="rect">
            <a:avLst/>
          </a:prstGeom>
        </p:spPr>
        <p:txBody>
          <a:bodyPr/>
          <a:lstStyle>
            <a:lvl1pPr marL="0" indent="0" algn="ctr">
              <a:lnSpc>
                <a:spcPct val="130000"/>
              </a:lnSpc>
              <a:buNone/>
              <a:defRPr sz="1800"/>
            </a:lvl1pPr>
            <a:lvl2pPr marL="457200" indent="0" algn="ctr">
              <a:lnSpc>
                <a:spcPct val="130000"/>
              </a:lnSpc>
              <a:buNone/>
              <a:defRPr sz="1600"/>
            </a:lvl2pPr>
            <a:lvl3pPr marL="914400" indent="0" algn="ctr">
              <a:lnSpc>
                <a:spcPct val="130000"/>
              </a:lnSpc>
              <a:buNone/>
              <a:defRPr/>
            </a:lvl3pPr>
            <a:lvl4pPr marL="1371600" indent="0" algn="ctr">
              <a:lnSpc>
                <a:spcPct val="130000"/>
              </a:lnSpc>
              <a:buNone/>
              <a:defRPr/>
            </a:lvl4pPr>
            <a:lvl5pPr marL="1828800" indent="0" algn="ctr">
              <a:lnSpc>
                <a:spcPct val="130000"/>
              </a:lnSpc>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6">
            <a:extLst>
              <a:ext uri="{FF2B5EF4-FFF2-40B4-BE49-F238E27FC236}">
                <a16:creationId xmlns:a16="http://schemas.microsoft.com/office/drawing/2014/main" id="{5EE581FC-7877-B0CE-121D-A868F22C5195}"/>
              </a:ext>
            </a:extLst>
          </p:cNvPr>
          <p:cNvSpPr>
            <a:spLocks noGrp="1"/>
          </p:cNvSpPr>
          <p:nvPr>
            <p:ph type="ftr" sz="quarter" idx="15"/>
          </p:nvPr>
        </p:nvSpPr>
        <p:spPr>
          <a:xfrm rot="5400000">
            <a:off x="10469880" y="1609344"/>
            <a:ext cx="2670048" cy="365760"/>
          </a:xfrm>
          <a:prstGeom prst="rect">
            <a:avLst/>
          </a:prstGeom>
        </p:spPr>
        <p:txBody>
          <a:bodyPr/>
          <a:lstStyle/>
          <a:p>
            <a:pPr algn="r"/>
            <a:r>
              <a:rPr lang="en-US" dirty="0"/>
              <a:t>Sample Footer Text</a:t>
            </a:r>
          </a:p>
        </p:txBody>
      </p:sp>
      <p:sp>
        <p:nvSpPr>
          <p:cNvPr id="9" name="Slide Number Placeholder 8">
            <a:extLst>
              <a:ext uri="{FF2B5EF4-FFF2-40B4-BE49-F238E27FC236}">
                <a16:creationId xmlns:a16="http://schemas.microsoft.com/office/drawing/2014/main" id="{E12274D3-BE15-58C3-8621-19800A18B961}"/>
              </a:ext>
            </a:extLst>
          </p:cNvPr>
          <p:cNvSpPr>
            <a:spLocks noGrp="1"/>
          </p:cNvSpPr>
          <p:nvPr>
            <p:ph type="sldNum" sz="quarter" idx="16"/>
          </p:nvPr>
        </p:nvSpPr>
        <p:spPr>
          <a:xfrm>
            <a:off x="11494008" y="3218688"/>
            <a:ext cx="630936" cy="429768"/>
          </a:xfrm>
          <a:prstGeom prst="rect">
            <a:avLst/>
          </a:prstGeom>
        </p:spPr>
        <p:txBody>
          <a:bodyPr/>
          <a:lstStyle/>
          <a:p>
            <a:pPr algn="ctr"/>
            <a:fld id="{8D252C1B-CBF0-4A4D-8F57-7FB989103249}" type="slidenum">
              <a:rPr lang="en-US" smtClean="0"/>
              <a:pPr algn="ctr"/>
              <a:t>‹#›</a:t>
            </a:fld>
            <a:endParaRPr lang="en-US" dirty="0"/>
          </a:p>
        </p:txBody>
      </p:sp>
      <p:sp>
        <p:nvSpPr>
          <p:cNvPr id="3" name="Date Placeholder 2">
            <a:extLst>
              <a:ext uri="{FF2B5EF4-FFF2-40B4-BE49-F238E27FC236}">
                <a16:creationId xmlns:a16="http://schemas.microsoft.com/office/drawing/2014/main" id="{E280F01D-414D-407C-1408-9645303C8BAC}"/>
              </a:ext>
            </a:extLst>
          </p:cNvPr>
          <p:cNvSpPr>
            <a:spLocks noGrp="1"/>
          </p:cNvSpPr>
          <p:nvPr>
            <p:ph type="dt" sz="half" idx="14"/>
          </p:nvPr>
        </p:nvSpPr>
        <p:spPr>
          <a:xfrm rot="5400000">
            <a:off x="10469880" y="4892040"/>
            <a:ext cx="2670048" cy="365760"/>
          </a:xfrm>
          <a:prstGeom prst="rect">
            <a:avLst/>
          </a:prstGeom>
        </p:spPr>
        <p:txBody>
          <a:bodyPr/>
          <a:lstStyle/>
          <a:p>
            <a:fld id="{56C5D836-5754-4174-8068-82E220F5800B}" type="datetime4">
              <a:rPr lang="en-US" smtClean="0"/>
              <a:t>November 5, 2025</a:t>
            </a:fld>
            <a:endParaRPr lang="en-US" dirty="0"/>
          </a:p>
        </p:txBody>
      </p:sp>
    </p:spTree>
    <p:extLst>
      <p:ext uri="{BB962C8B-B14F-4D97-AF65-F5344CB8AC3E}">
        <p14:creationId xmlns:p14="http://schemas.microsoft.com/office/powerpoint/2010/main" val="1560138898"/>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426464" y="1856232"/>
            <a:ext cx="3904488" cy="2176272"/>
          </a:xfrm>
          <a:prstGeom prst="rect">
            <a:avLst/>
          </a:prstGeo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11" name="Content Placeholder 10">
            <a:extLst>
              <a:ext uri="{FF2B5EF4-FFF2-40B4-BE49-F238E27FC236}">
                <a16:creationId xmlns:a16="http://schemas.microsoft.com/office/drawing/2014/main" id="{A15E685B-79A8-DE9F-775F-AF1351EBAD5E}"/>
              </a:ext>
            </a:extLst>
          </p:cNvPr>
          <p:cNvSpPr>
            <a:spLocks noGrp="1"/>
          </p:cNvSpPr>
          <p:nvPr>
            <p:ph sz="quarter" idx="17"/>
          </p:nvPr>
        </p:nvSpPr>
        <p:spPr>
          <a:xfrm>
            <a:off x="6099048" y="1856232"/>
            <a:ext cx="4480560" cy="3822192"/>
          </a:xfrm>
          <a:prstGeom prst="rect">
            <a:avLst/>
          </a:prstGeom>
        </p:spPr>
        <p:txBody>
          <a:bodyPr vert="horz" lIns="91440" tIns="45720" rIns="91440" bIns="45720" rtlCol="0">
            <a:normAutofit/>
          </a:bodyPr>
          <a:lstStyle>
            <a:lvl1pPr>
              <a:defRPr lang="en-US"/>
            </a:lvl1pPr>
            <a:lvl2pPr>
              <a:defRPr lang="en-US"/>
            </a:lvl2pPr>
            <a:lvl3pPr>
              <a:defRPr lang="en-US"/>
            </a:lvl3pPr>
            <a:lvl4pPr>
              <a:defRPr lang="en-US"/>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6">
            <a:extLst>
              <a:ext uri="{FF2B5EF4-FFF2-40B4-BE49-F238E27FC236}">
                <a16:creationId xmlns:a16="http://schemas.microsoft.com/office/drawing/2014/main" id="{5EE581FC-7877-B0CE-121D-A868F22C5195}"/>
              </a:ext>
            </a:extLst>
          </p:cNvPr>
          <p:cNvSpPr>
            <a:spLocks noGrp="1"/>
          </p:cNvSpPr>
          <p:nvPr>
            <p:ph type="ftr" sz="quarter" idx="15"/>
          </p:nvPr>
        </p:nvSpPr>
        <p:spPr>
          <a:xfrm rot="5400000">
            <a:off x="10469880" y="1609344"/>
            <a:ext cx="2670048" cy="365760"/>
          </a:xfrm>
          <a:prstGeom prst="rect">
            <a:avLst/>
          </a:prstGeom>
        </p:spPr>
        <p:txBody>
          <a:bodyPr/>
          <a:lstStyle/>
          <a:p>
            <a:pPr algn="r"/>
            <a:r>
              <a:rPr lang="en-US" dirty="0"/>
              <a:t>Sample Footer Text</a:t>
            </a:r>
          </a:p>
        </p:txBody>
      </p:sp>
      <p:sp>
        <p:nvSpPr>
          <p:cNvPr id="9" name="Slide Number Placeholder 8">
            <a:extLst>
              <a:ext uri="{FF2B5EF4-FFF2-40B4-BE49-F238E27FC236}">
                <a16:creationId xmlns:a16="http://schemas.microsoft.com/office/drawing/2014/main" id="{E12274D3-BE15-58C3-8621-19800A18B961}"/>
              </a:ext>
            </a:extLst>
          </p:cNvPr>
          <p:cNvSpPr>
            <a:spLocks noGrp="1"/>
          </p:cNvSpPr>
          <p:nvPr>
            <p:ph type="sldNum" sz="quarter" idx="16"/>
          </p:nvPr>
        </p:nvSpPr>
        <p:spPr>
          <a:xfrm>
            <a:off x="11494008" y="3218688"/>
            <a:ext cx="630936" cy="429768"/>
          </a:xfrm>
          <a:prstGeom prst="rect">
            <a:avLst/>
          </a:prstGeom>
        </p:spPr>
        <p:txBody>
          <a:bodyPr/>
          <a:lstStyle/>
          <a:p>
            <a:pPr algn="ctr"/>
            <a:fld id="{8D252C1B-CBF0-4A4D-8F57-7FB989103249}" type="slidenum">
              <a:rPr lang="en-US" smtClean="0"/>
              <a:pPr algn="ctr"/>
              <a:t>‹#›</a:t>
            </a:fld>
            <a:endParaRPr lang="en-US" dirty="0"/>
          </a:p>
        </p:txBody>
      </p:sp>
      <p:sp>
        <p:nvSpPr>
          <p:cNvPr id="3" name="Date Placeholder 2">
            <a:extLst>
              <a:ext uri="{FF2B5EF4-FFF2-40B4-BE49-F238E27FC236}">
                <a16:creationId xmlns:a16="http://schemas.microsoft.com/office/drawing/2014/main" id="{E280F01D-414D-407C-1408-9645303C8BAC}"/>
              </a:ext>
            </a:extLst>
          </p:cNvPr>
          <p:cNvSpPr>
            <a:spLocks noGrp="1"/>
          </p:cNvSpPr>
          <p:nvPr>
            <p:ph type="dt" sz="half" idx="14"/>
          </p:nvPr>
        </p:nvSpPr>
        <p:spPr>
          <a:xfrm rot="5400000">
            <a:off x="10469880" y="4892040"/>
            <a:ext cx="2670048" cy="365760"/>
          </a:xfrm>
          <a:prstGeom prst="rect">
            <a:avLst/>
          </a:prstGeom>
        </p:spPr>
        <p:txBody>
          <a:bodyPr/>
          <a:lstStyle/>
          <a:p>
            <a:fld id="{8469542E-CD68-4AA3-924E-425E5C7795CF}" type="datetime4">
              <a:rPr lang="en-US" smtClean="0"/>
              <a:t>November 5, 2025</a:t>
            </a:fld>
            <a:endParaRPr lang="en-US" dirty="0"/>
          </a:p>
        </p:txBody>
      </p:sp>
    </p:spTree>
    <p:extLst>
      <p:ext uri="{BB962C8B-B14F-4D97-AF65-F5344CB8AC3E}">
        <p14:creationId xmlns:p14="http://schemas.microsoft.com/office/powerpoint/2010/main" val="3080800803"/>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382DE3D-8384-2ED9-7C71-665F47AAD429}"/>
              </a:ext>
              <a:ext uri="{C183D7F6-B498-43B3-948B-1728B52AA6E4}">
                <adec:decorative xmlns:adec="http://schemas.microsoft.com/office/drawing/2017/decorative" val="1"/>
              </a:ext>
            </a:extLst>
          </p:cNvPr>
          <p:cNvSpPr/>
          <p:nvPr/>
        </p:nvSpPr>
        <p:spPr>
          <a:xfrm>
            <a:off x="0" y="0"/>
            <a:ext cx="722376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18388" y="2002536"/>
            <a:ext cx="5586984" cy="2898648"/>
          </a:xfrm>
          <a:prstGeom prst="rect">
            <a:avLst/>
          </a:prstGeom>
        </p:spPr>
        <p:txBody>
          <a:bodyPr anchor="ctr">
            <a:normAutofit/>
          </a:bodyPr>
          <a:lstStyle>
            <a:lvl1pPr algn="ctr">
              <a:lnSpc>
                <a:spcPct val="120000"/>
              </a:lnSpc>
              <a:defRPr sz="2800">
                <a:solidFill>
                  <a:schemeClr val="bg1"/>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7891272" y="758952"/>
            <a:ext cx="3200400" cy="5330952"/>
          </a:xfrm>
          <a:prstGeom prst="rect">
            <a:avLst/>
          </a:prstGeom>
        </p:spPr>
        <p:txBody>
          <a:bodyPr vert="horz" lIns="91440" tIns="45720" rIns="91440" bIns="45720" rtlCol="0" anchor="ctr">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Footer Placeholder 10">
            <a:extLst>
              <a:ext uri="{FF2B5EF4-FFF2-40B4-BE49-F238E27FC236}">
                <a16:creationId xmlns:a16="http://schemas.microsoft.com/office/drawing/2014/main" id="{FAA9F39B-6447-60F2-A02B-7241C415ABA1}"/>
              </a:ext>
            </a:extLst>
          </p:cNvPr>
          <p:cNvSpPr>
            <a:spLocks noGrp="1"/>
          </p:cNvSpPr>
          <p:nvPr>
            <p:ph type="ftr" sz="quarter" idx="15"/>
          </p:nvPr>
        </p:nvSpPr>
        <p:spPr>
          <a:xfrm rot="5400000">
            <a:off x="10469880" y="1609344"/>
            <a:ext cx="2670048" cy="365760"/>
          </a:xfrm>
          <a:prstGeom prst="rect">
            <a:avLst/>
          </a:prstGeom>
        </p:spPr>
        <p:txBody>
          <a:bodyPr/>
          <a:lstStyle/>
          <a:p>
            <a:pPr algn="r"/>
            <a:r>
              <a:rPr lang="en-US" dirty="0"/>
              <a:t>Sample Footer Text</a:t>
            </a:r>
          </a:p>
        </p:txBody>
      </p:sp>
      <p:sp>
        <p:nvSpPr>
          <p:cNvPr id="12" name="Slide Number Placeholder 11">
            <a:extLst>
              <a:ext uri="{FF2B5EF4-FFF2-40B4-BE49-F238E27FC236}">
                <a16:creationId xmlns:a16="http://schemas.microsoft.com/office/drawing/2014/main" id="{23154C80-9BCD-5911-3E82-CB97ECBB41E3}"/>
              </a:ext>
            </a:extLst>
          </p:cNvPr>
          <p:cNvSpPr>
            <a:spLocks noGrp="1"/>
          </p:cNvSpPr>
          <p:nvPr>
            <p:ph type="sldNum" sz="quarter" idx="16"/>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dirty="0"/>
          </a:p>
        </p:txBody>
      </p:sp>
      <p:sp>
        <p:nvSpPr>
          <p:cNvPr id="10" name="Date Placeholder 9">
            <a:extLst>
              <a:ext uri="{FF2B5EF4-FFF2-40B4-BE49-F238E27FC236}">
                <a16:creationId xmlns:a16="http://schemas.microsoft.com/office/drawing/2014/main" id="{B16BA4B7-B6C7-185E-7431-9A13D584D752}"/>
              </a:ext>
            </a:extLst>
          </p:cNvPr>
          <p:cNvSpPr>
            <a:spLocks noGrp="1"/>
          </p:cNvSpPr>
          <p:nvPr>
            <p:ph type="dt" sz="half" idx="14"/>
          </p:nvPr>
        </p:nvSpPr>
        <p:spPr>
          <a:xfrm rot="5400000">
            <a:off x="10469880" y="4892040"/>
            <a:ext cx="2670048" cy="365760"/>
          </a:xfrm>
          <a:prstGeom prst="rect">
            <a:avLst/>
          </a:prstGeom>
        </p:spPr>
        <p:txBody>
          <a:bodyPr/>
          <a:lstStyle/>
          <a:p>
            <a:fld id="{94EFC636-F6E8-4C4D-8568-457972E0BF82}" type="datetime4">
              <a:rPr lang="en-US" smtClean="0"/>
              <a:t>November 5, 2025</a:t>
            </a:fld>
            <a:endParaRPr lang="en-US" dirty="0"/>
          </a:p>
        </p:txBody>
      </p:sp>
    </p:spTree>
    <p:extLst>
      <p:ext uri="{BB962C8B-B14F-4D97-AF65-F5344CB8AC3E}">
        <p14:creationId xmlns:p14="http://schemas.microsoft.com/office/powerpoint/2010/main" val="2973969746"/>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1344168"/>
            <a:ext cx="3986784" cy="3813048"/>
          </a:xfrm>
          <a:prstGeom prst="rect">
            <a:avLst/>
          </a:prstGeom>
        </p:spPr>
        <p:txBody>
          <a:bodyPr anchor="t">
            <a:normAutofit/>
          </a:bodyPr>
          <a:lstStyle>
            <a:lvl1pPr>
              <a:lnSpc>
                <a:spcPct val="120000"/>
              </a:lnSpc>
              <a:defRPr sz="28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394960" y="1344168"/>
            <a:ext cx="5486400" cy="4581144"/>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7" name="Footer Placeholder 6">
            <a:extLst>
              <a:ext uri="{FF2B5EF4-FFF2-40B4-BE49-F238E27FC236}">
                <a16:creationId xmlns:a16="http://schemas.microsoft.com/office/drawing/2014/main" id="{34BCAAF6-AC06-E7D8-D0C6-D9D520E07E69}"/>
              </a:ext>
            </a:extLst>
          </p:cNvPr>
          <p:cNvSpPr>
            <a:spLocks noGrp="1"/>
          </p:cNvSpPr>
          <p:nvPr>
            <p:ph type="ftr" sz="quarter" idx="15"/>
          </p:nvPr>
        </p:nvSpPr>
        <p:spPr>
          <a:xfrm rot="5400000">
            <a:off x="10469880" y="1609344"/>
            <a:ext cx="2670048" cy="365760"/>
          </a:xfrm>
          <a:prstGeom prst="rect">
            <a:avLst/>
          </a:prstGeom>
        </p:spPr>
        <p:txBody>
          <a:bodyPr/>
          <a:lstStyle/>
          <a:p>
            <a:pPr algn="r"/>
            <a:r>
              <a:rPr lang="en-US" dirty="0"/>
              <a:t>Sample Footer Text</a:t>
            </a:r>
          </a:p>
        </p:txBody>
      </p:sp>
      <p:sp>
        <p:nvSpPr>
          <p:cNvPr id="9" name="Slide Number Placeholder 8">
            <a:extLst>
              <a:ext uri="{FF2B5EF4-FFF2-40B4-BE49-F238E27FC236}">
                <a16:creationId xmlns:a16="http://schemas.microsoft.com/office/drawing/2014/main" id="{73D48925-A360-AD49-BC43-5262EA064BDC}"/>
              </a:ext>
            </a:extLst>
          </p:cNvPr>
          <p:cNvSpPr>
            <a:spLocks noGrp="1"/>
          </p:cNvSpPr>
          <p:nvPr>
            <p:ph type="sldNum" sz="quarter" idx="16"/>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dirty="0"/>
          </a:p>
        </p:txBody>
      </p:sp>
      <p:sp>
        <p:nvSpPr>
          <p:cNvPr id="3" name="Date Placeholder 2">
            <a:extLst>
              <a:ext uri="{FF2B5EF4-FFF2-40B4-BE49-F238E27FC236}">
                <a16:creationId xmlns:a16="http://schemas.microsoft.com/office/drawing/2014/main" id="{78585171-F384-B8C1-2D82-898DAB291C88}"/>
              </a:ext>
            </a:extLst>
          </p:cNvPr>
          <p:cNvSpPr>
            <a:spLocks noGrp="1"/>
          </p:cNvSpPr>
          <p:nvPr>
            <p:ph type="dt" sz="half" idx="14"/>
          </p:nvPr>
        </p:nvSpPr>
        <p:spPr>
          <a:xfrm rot="5400000">
            <a:off x="10469880" y="4892040"/>
            <a:ext cx="2670048" cy="365760"/>
          </a:xfrm>
          <a:prstGeom prst="rect">
            <a:avLst/>
          </a:prstGeom>
        </p:spPr>
        <p:txBody>
          <a:bodyPr/>
          <a:lstStyle/>
          <a:p>
            <a:fld id="{AFDC1503-F478-4724-A668-233C9A58478D}" type="datetime4">
              <a:rPr lang="en-US" smtClean="0"/>
              <a:t>November 5, 2025</a:t>
            </a:fld>
            <a:endParaRPr lang="en-US" dirty="0"/>
          </a:p>
        </p:txBody>
      </p:sp>
    </p:spTree>
    <p:extLst>
      <p:ext uri="{BB962C8B-B14F-4D97-AF65-F5344CB8AC3E}">
        <p14:creationId xmlns:p14="http://schemas.microsoft.com/office/powerpoint/2010/main" val="191104555"/>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4E3C4E9-3EF9-F1D7-9682-F8F8A212835E}"/>
              </a:ext>
              <a:ext uri="{C183D7F6-B498-43B3-948B-1728B52AA6E4}">
                <adec:decorative xmlns:adec="http://schemas.microsoft.com/office/drawing/2017/decorative" val="1"/>
              </a:ext>
            </a:extLst>
          </p:cNvPr>
          <p:cNvSpPr/>
          <p:nvPr/>
        </p:nvSpPr>
        <p:spPr>
          <a:xfrm>
            <a:off x="0" y="0"/>
            <a:ext cx="6096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6" name="Oval 5">
            <a:extLst>
              <a:ext uri="{FF2B5EF4-FFF2-40B4-BE49-F238E27FC236}">
                <a16:creationId xmlns:a16="http://schemas.microsoft.com/office/drawing/2014/main" id="{E6D9E92F-86F7-70EE-6794-AB1238672DBD}"/>
              </a:ext>
              <a:ext uri="{C183D7F6-B498-43B3-948B-1728B52AA6E4}">
                <adec:decorative xmlns:adec="http://schemas.microsoft.com/office/drawing/2017/decorative" val="1"/>
              </a:ext>
            </a:extLst>
          </p:cNvPr>
          <p:cNvSpPr/>
          <p:nvPr/>
        </p:nvSpPr>
        <p:spPr>
          <a:xfrm>
            <a:off x="733197" y="1113411"/>
            <a:ext cx="4629606" cy="4629606"/>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42416" y="2286000"/>
            <a:ext cx="3968496" cy="2286000"/>
          </a:xfrm>
          <a:prstGeom prst="rect">
            <a:avLst/>
          </a:prstGeom>
        </p:spPr>
        <p:txBody>
          <a:bodyPr anchor="ctr">
            <a:normAutofit/>
          </a:bodyPr>
          <a:lstStyle>
            <a:lvl1pPr algn="ctr">
              <a:lnSpc>
                <a:spcPct val="120000"/>
              </a:lnSpc>
              <a:defRPr sz="28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6830568" y="758952"/>
            <a:ext cx="4398264" cy="5330952"/>
          </a:xfrm>
          <a:prstGeom prst="rect">
            <a:avLst/>
          </a:prstGeom>
        </p:spPr>
        <p:txBody>
          <a:bodyPr vert="horz" lIns="91440" tIns="45720" rIns="91440" bIns="45720" rtlCol="0" anchor="ctr">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14" name="Footer Placeholder 13">
            <a:extLst>
              <a:ext uri="{FF2B5EF4-FFF2-40B4-BE49-F238E27FC236}">
                <a16:creationId xmlns:a16="http://schemas.microsoft.com/office/drawing/2014/main" id="{6B6EFBAA-5DC1-29BB-5E7C-D3161CE848C9}"/>
              </a:ext>
            </a:extLst>
          </p:cNvPr>
          <p:cNvSpPr>
            <a:spLocks noGrp="1"/>
          </p:cNvSpPr>
          <p:nvPr>
            <p:ph type="ftr" sz="quarter" idx="15"/>
          </p:nvPr>
        </p:nvSpPr>
        <p:spPr>
          <a:xfrm rot="5400000">
            <a:off x="10469880" y="1609344"/>
            <a:ext cx="2670048" cy="365760"/>
          </a:xfrm>
          <a:prstGeom prst="rect">
            <a:avLst/>
          </a:prstGeom>
        </p:spPr>
        <p:txBody>
          <a:bodyPr/>
          <a:lstStyle/>
          <a:p>
            <a:pPr algn="r"/>
            <a:r>
              <a:rPr lang="en-US" dirty="0"/>
              <a:t>Sample Footer Text</a:t>
            </a:r>
          </a:p>
        </p:txBody>
      </p:sp>
      <p:sp>
        <p:nvSpPr>
          <p:cNvPr id="15" name="Slide Number Placeholder 14">
            <a:extLst>
              <a:ext uri="{FF2B5EF4-FFF2-40B4-BE49-F238E27FC236}">
                <a16:creationId xmlns:a16="http://schemas.microsoft.com/office/drawing/2014/main" id="{2AB4F126-3659-1B8C-0217-AAEB427F481F}"/>
              </a:ext>
            </a:extLst>
          </p:cNvPr>
          <p:cNvSpPr>
            <a:spLocks noGrp="1"/>
          </p:cNvSpPr>
          <p:nvPr>
            <p:ph type="sldNum" sz="quarter" idx="16"/>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dirty="0"/>
          </a:p>
        </p:txBody>
      </p:sp>
      <p:sp>
        <p:nvSpPr>
          <p:cNvPr id="13" name="Date Placeholder 12">
            <a:extLst>
              <a:ext uri="{FF2B5EF4-FFF2-40B4-BE49-F238E27FC236}">
                <a16:creationId xmlns:a16="http://schemas.microsoft.com/office/drawing/2014/main" id="{C5560928-8A30-5E32-D337-B8F5011C0680}"/>
              </a:ext>
            </a:extLst>
          </p:cNvPr>
          <p:cNvSpPr>
            <a:spLocks noGrp="1"/>
          </p:cNvSpPr>
          <p:nvPr>
            <p:ph type="dt" sz="half" idx="14"/>
          </p:nvPr>
        </p:nvSpPr>
        <p:spPr>
          <a:xfrm rot="5400000">
            <a:off x="10469880" y="4892040"/>
            <a:ext cx="2670048" cy="365760"/>
          </a:xfrm>
          <a:prstGeom prst="rect">
            <a:avLst/>
          </a:prstGeom>
        </p:spPr>
        <p:txBody>
          <a:bodyPr/>
          <a:lstStyle/>
          <a:p>
            <a:fld id="{EEE9064D-9AB2-45E2-A243-3D991F981AD8}" type="datetime4">
              <a:rPr lang="en-US" smtClean="0"/>
              <a:t>November 5, 2025</a:t>
            </a:fld>
            <a:endParaRPr lang="en-US" dirty="0"/>
          </a:p>
        </p:txBody>
      </p:sp>
    </p:spTree>
    <p:extLst>
      <p:ext uri="{BB962C8B-B14F-4D97-AF65-F5344CB8AC3E}">
        <p14:creationId xmlns:p14="http://schemas.microsoft.com/office/powerpoint/2010/main" val="538491707"/>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p:cSld name="Content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124711" y="1042416"/>
            <a:ext cx="8778239" cy="859536"/>
          </a:xfrm>
          <a:prstGeom prst="rect">
            <a:avLst/>
          </a:prstGeom>
        </p:spPr>
        <p:txBody>
          <a:bodyPr anchor="b">
            <a:normAutofit/>
          </a:bodyPr>
          <a:lstStyle>
            <a:lvl1pPr>
              <a:lnSpc>
                <a:spcPct val="120000"/>
              </a:lnSpc>
              <a:defRPr sz="28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1124712" y="2286000"/>
            <a:ext cx="8778240" cy="3858768"/>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7" name="Footer Placeholder 6">
            <a:extLst>
              <a:ext uri="{FF2B5EF4-FFF2-40B4-BE49-F238E27FC236}">
                <a16:creationId xmlns:a16="http://schemas.microsoft.com/office/drawing/2014/main" id="{D61483D3-774D-9D68-68CB-5A937232274F}"/>
              </a:ext>
            </a:extLst>
          </p:cNvPr>
          <p:cNvSpPr>
            <a:spLocks noGrp="1"/>
          </p:cNvSpPr>
          <p:nvPr>
            <p:ph type="ftr" sz="quarter" idx="15"/>
          </p:nvPr>
        </p:nvSpPr>
        <p:spPr>
          <a:xfrm rot="5400000">
            <a:off x="10469880" y="1609344"/>
            <a:ext cx="2670048" cy="365760"/>
          </a:xfrm>
          <a:prstGeom prst="rect">
            <a:avLst/>
          </a:prstGeom>
        </p:spPr>
        <p:txBody>
          <a:bodyPr/>
          <a:lstStyle/>
          <a:p>
            <a:pPr algn="r"/>
            <a:r>
              <a:rPr lang="en-US" dirty="0"/>
              <a:t>Sample Footer Text</a:t>
            </a:r>
          </a:p>
        </p:txBody>
      </p:sp>
      <p:sp>
        <p:nvSpPr>
          <p:cNvPr id="9" name="Slide Number Placeholder 8">
            <a:extLst>
              <a:ext uri="{FF2B5EF4-FFF2-40B4-BE49-F238E27FC236}">
                <a16:creationId xmlns:a16="http://schemas.microsoft.com/office/drawing/2014/main" id="{C1048750-D97F-4F3E-349E-380EE5D3BD60}"/>
              </a:ext>
            </a:extLst>
          </p:cNvPr>
          <p:cNvSpPr>
            <a:spLocks noGrp="1"/>
          </p:cNvSpPr>
          <p:nvPr>
            <p:ph type="sldNum" sz="quarter" idx="16"/>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dirty="0"/>
          </a:p>
        </p:txBody>
      </p:sp>
      <p:sp>
        <p:nvSpPr>
          <p:cNvPr id="3" name="Date Placeholder 2">
            <a:extLst>
              <a:ext uri="{FF2B5EF4-FFF2-40B4-BE49-F238E27FC236}">
                <a16:creationId xmlns:a16="http://schemas.microsoft.com/office/drawing/2014/main" id="{1AB169CA-5488-CD07-6516-947BBA28AB35}"/>
              </a:ext>
            </a:extLst>
          </p:cNvPr>
          <p:cNvSpPr>
            <a:spLocks noGrp="1"/>
          </p:cNvSpPr>
          <p:nvPr>
            <p:ph type="dt" sz="half" idx="14"/>
          </p:nvPr>
        </p:nvSpPr>
        <p:spPr>
          <a:xfrm rot="5400000">
            <a:off x="10469880" y="4892040"/>
            <a:ext cx="2670048" cy="365760"/>
          </a:xfrm>
          <a:prstGeom prst="rect">
            <a:avLst/>
          </a:prstGeom>
        </p:spPr>
        <p:txBody>
          <a:bodyPr/>
          <a:lstStyle/>
          <a:p>
            <a:fld id="{D222765E-6FC3-4FF4-B19E-ED5BAA536ADF}" type="datetime4">
              <a:rPr lang="en-US" smtClean="0"/>
              <a:t>November 5, 2025</a:t>
            </a:fld>
            <a:endParaRPr lang="en-US" dirty="0"/>
          </a:p>
        </p:txBody>
      </p:sp>
    </p:spTree>
    <p:extLst>
      <p:ext uri="{BB962C8B-B14F-4D97-AF65-F5344CB8AC3E}">
        <p14:creationId xmlns:p14="http://schemas.microsoft.com/office/powerpoint/2010/main" val="4146014647"/>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p:cSld name="Content 8">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4E3C4E9-3EF9-F1D7-9682-F8F8A212835E}"/>
              </a:ext>
              <a:ext uri="{C183D7F6-B498-43B3-948B-1728B52AA6E4}">
                <adec:decorative xmlns:adec="http://schemas.microsoft.com/office/drawing/2017/decorative" val="1"/>
              </a:ext>
            </a:extLst>
          </p:cNvPr>
          <p:cNvSpPr/>
          <p:nvPr/>
        </p:nvSpPr>
        <p:spPr>
          <a:xfrm>
            <a:off x="0" y="0"/>
            <a:ext cx="4050792"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81000" y="758952"/>
            <a:ext cx="3276600" cy="4389120"/>
          </a:xfrm>
          <a:prstGeom prst="rect">
            <a:avLst/>
          </a:prstGeom>
        </p:spPr>
        <p:txBody>
          <a:bodyPr vert="horz" lIns="91440" tIns="45720" rIns="91440" bIns="45720" rtlCol="0" anchor="t">
            <a:normAutofit/>
          </a:bodyPr>
          <a:lstStyle>
            <a:lvl1pPr>
              <a:defRPr lang="en-US" sz="2600" dirty="0">
                <a:solidFill>
                  <a:schemeClr val="bg1"/>
                </a:solidFill>
              </a:defRPr>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4782312" y="758952"/>
            <a:ext cx="6419088" cy="5330952"/>
          </a:xfrm>
          <a:prstGeom prst="rect">
            <a:avLst/>
          </a:prstGeom>
        </p:spPr>
        <p:txBody>
          <a:bodyPr vert="horz" lIns="91440" tIns="45720" rIns="91440" bIns="45720" rtlCol="0" anchor="t">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14" name="Footer Placeholder 13">
            <a:extLst>
              <a:ext uri="{FF2B5EF4-FFF2-40B4-BE49-F238E27FC236}">
                <a16:creationId xmlns:a16="http://schemas.microsoft.com/office/drawing/2014/main" id="{6B6EFBAA-5DC1-29BB-5E7C-D3161CE848C9}"/>
              </a:ext>
            </a:extLst>
          </p:cNvPr>
          <p:cNvSpPr>
            <a:spLocks noGrp="1"/>
          </p:cNvSpPr>
          <p:nvPr>
            <p:ph type="ftr" sz="quarter" idx="15"/>
          </p:nvPr>
        </p:nvSpPr>
        <p:spPr>
          <a:xfrm rot="5400000">
            <a:off x="10469880" y="1609344"/>
            <a:ext cx="2670048" cy="365760"/>
          </a:xfrm>
          <a:prstGeom prst="rect">
            <a:avLst/>
          </a:prstGeom>
        </p:spPr>
        <p:txBody>
          <a:bodyPr/>
          <a:lstStyle/>
          <a:p>
            <a:pPr algn="r"/>
            <a:r>
              <a:rPr lang="en-US" dirty="0"/>
              <a:t>Sample Footer Text</a:t>
            </a:r>
          </a:p>
        </p:txBody>
      </p:sp>
      <p:sp>
        <p:nvSpPr>
          <p:cNvPr id="15" name="Slide Number Placeholder 14">
            <a:extLst>
              <a:ext uri="{FF2B5EF4-FFF2-40B4-BE49-F238E27FC236}">
                <a16:creationId xmlns:a16="http://schemas.microsoft.com/office/drawing/2014/main" id="{2AB4F126-3659-1B8C-0217-AAEB427F481F}"/>
              </a:ext>
            </a:extLst>
          </p:cNvPr>
          <p:cNvSpPr>
            <a:spLocks noGrp="1"/>
          </p:cNvSpPr>
          <p:nvPr>
            <p:ph type="sldNum" sz="quarter" idx="16"/>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dirty="0"/>
          </a:p>
        </p:txBody>
      </p:sp>
      <p:sp>
        <p:nvSpPr>
          <p:cNvPr id="13" name="Date Placeholder 12">
            <a:extLst>
              <a:ext uri="{FF2B5EF4-FFF2-40B4-BE49-F238E27FC236}">
                <a16:creationId xmlns:a16="http://schemas.microsoft.com/office/drawing/2014/main" id="{C5560928-8A30-5E32-D337-B8F5011C0680}"/>
              </a:ext>
            </a:extLst>
          </p:cNvPr>
          <p:cNvSpPr>
            <a:spLocks noGrp="1"/>
          </p:cNvSpPr>
          <p:nvPr>
            <p:ph type="dt" sz="half" idx="14"/>
          </p:nvPr>
        </p:nvSpPr>
        <p:spPr>
          <a:xfrm rot="5400000">
            <a:off x="10469880" y="4892040"/>
            <a:ext cx="2670048" cy="365760"/>
          </a:xfrm>
          <a:prstGeom prst="rect">
            <a:avLst/>
          </a:prstGeom>
        </p:spPr>
        <p:txBody>
          <a:bodyPr/>
          <a:lstStyle/>
          <a:p>
            <a:fld id="{70A5E8A2-BE8C-4F0C-A297-8E3F932349F2}" type="datetime4">
              <a:rPr lang="en-US" smtClean="0"/>
              <a:t>November 5, 2025</a:t>
            </a:fld>
            <a:endParaRPr lang="en-US" dirty="0"/>
          </a:p>
        </p:txBody>
      </p:sp>
    </p:spTree>
    <p:extLst>
      <p:ext uri="{BB962C8B-B14F-4D97-AF65-F5344CB8AC3E}">
        <p14:creationId xmlns:p14="http://schemas.microsoft.com/office/powerpoint/2010/main" val="3596752373"/>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p:cSld name="Content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548640"/>
            <a:ext cx="3026664" cy="4114800"/>
          </a:xfrm>
          <a:prstGeom prst="rect">
            <a:avLst/>
          </a:prstGeom>
        </p:spPr>
        <p:txBody>
          <a:bodyPr anchor="t">
            <a:normAutofit/>
          </a:bodyPr>
          <a:lstStyle>
            <a:lvl1pPr>
              <a:lnSpc>
                <a:spcPct val="120000"/>
              </a:lnSpc>
              <a:defRPr sz="2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187952" y="548640"/>
            <a:ext cx="7159752" cy="5952744"/>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7" name="Footer Placeholder 6">
            <a:extLst>
              <a:ext uri="{FF2B5EF4-FFF2-40B4-BE49-F238E27FC236}">
                <a16:creationId xmlns:a16="http://schemas.microsoft.com/office/drawing/2014/main" id="{D61483D3-774D-9D68-68CB-5A937232274F}"/>
              </a:ext>
            </a:extLst>
          </p:cNvPr>
          <p:cNvSpPr>
            <a:spLocks noGrp="1"/>
          </p:cNvSpPr>
          <p:nvPr>
            <p:ph type="ftr" sz="quarter" idx="15"/>
          </p:nvPr>
        </p:nvSpPr>
        <p:spPr>
          <a:xfrm rot="5400000">
            <a:off x="10469880" y="1609344"/>
            <a:ext cx="2670048" cy="365760"/>
          </a:xfrm>
          <a:prstGeom prst="rect">
            <a:avLst/>
          </a:prstGeom>
        </p:spPr>
        <p:txBody>
          <a:bodyPr/>
          <a:lstStyle/>
          <a:p>
            <a:pPr algn="r"/>
            <a:r>
              <a:rPr lang="en-US" dirty="0"/>
              <a:t>Sample Footer Text</a:t>
            </a:r>
          </a:p>
        </p:txBody>
      </p:sp>
      <p:sp>
        <p:nvSpPr>
          <p:cNvPr id="9" name="Slide Number Placeholder 8">
            <a:extLst>
              <a:ext uri="{FF2B5EF4-FFF2-40B4-BE49-F238E27FC236}">
                <a16:creationId xmlns:a16="http://schemas.microsoft.com/office/drawing/2014/main" id="{C1048750-D97F-4F3E-349E-380EE5D3BD60}"/>
              </a:ext>
            </a:extLst>
          </p:cNvPr>
          <p:cNvSpPr>
            <a:spLocks noGrp="1"/>
          </p:cNvSpPr>
          <p:nvPr>
            <p:ph type="sldNum" sz="quarter" idx="16"/>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dirty="0"/>
          </a:p>
        </p:txBody>
      </p:sp>
      <p:sp>
        <p:nvSpPr>
          <p:cNvPr id="3" name="Date Placeholder 2">
            <a:extLst>
              <a:ext uri="{FF2B5EF4-FFF2-40B4-BE49-F238E27FC236}">
                <a16:creationId xmlns:a16="http://schemas.microsoft.com/office/drawing/2014/main" id="{1AB169CA-5488-CD07-6516-947BBA28AB35}"/>
              </a:ext>
            </a:extLst>
          </p:cNvPr>
          <p:cNvSpPr>
            <a:spLocks noGrp="1"/>
          </p:cNvSpPr>
          <p:nvPr>
            <p:ph type="dt" sz="half" idx="14"/>
          </p:nvPr>
        </p:nvSpPr>
        <p:spPr>
          <a:xfrm rot="5400000">
            <a:off x="10469880" y="4892040"/>
            <a:ext cx="2670048" cy="365760"/>
          </a:xfrm>
          <a:prstGeom prst="rect">
            <a:avLst/>
          </a:prstGeom>
        </p:spPr>
        <p:txBody>
          <a:bodyPr/>
          <a:lstStyle/>
          <a:p>
            <a:fld id="{68D5CF3B-4DE2-417A-9628-56DD36111FF5}" type="datetime4">
              <a:rPr lang="en-US" smtClean="0"/>
              <a:t>November 5, 2025</a:t>
            </a:fld>
            <a:endParaRPr lang="en-US" dirty="0"/>
          </a:p>
        </p:txBody>
      </p:sp>
    </p:spTree>
    <p:extLst>
      <p:ext uri="{BB962C8B-B14F-4D97-AF65-F5344CB8AC3E}">
        <p14:creationId xmlns:p14="http://schemas.microsoft.com/office/powerpoint/2010/main" val="1284912150"/>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F04DE9B-00A7-2020-4385-0B94AAD6AC47}"/>
              </a:ext>
            </a:extLst>
          </p:cNvPr>
          <p:cNvSpPr>
            <a:spLocks noGrp="1"/>
          </p:cNvSpPr>
          <p:nvPr>
            <p:ph type="title"/>
          </p:nvPr>
        </p:nvSpPr>
        <p:spPr>
          <a:xfrm>
            <a:off x="612648" y="758952"/>
            <a:ext cx="6720840" cy="1152144"/>
          </a:xfrm>
          <a:prstGeom prst="rect">
            <a:avLst/>
          </a:prstGeom>
        </p:spPr>
        <p:txBody>
          <a:bodyPr/>
          <a:lstStyle>
            <a:lvl1pPr>
              <a:lnSpc>
                <a:spcPct val="120000"/>
              </a:lnSpc>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648" y="2258568"/>
            <a:ext cx="6720840" cy="3950208"/>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4" name="Picture Placeholder 3">
            <a:extLst>
              <a:ext uri="{FF2B5EF4-FFF2-40B4-BE49-F238E27FC236}">
                <a16:creationId xmlns:a16="http://schemas.microsoft.com/office/drawing/2014/main" id="{20535D10-41EB-053D-2D2E-87120111A06A}"/>
              </a:ext>
            </a:extLst>
          </p:cNvPr>
          <p:cNvSpPr>
            <a:spLocks noGrp="1"/>
          </p:cNvSpPr>
          <p:nvPr>
            <p:ph type="pic" sz="quarter" idx="18" hasCustomPrompt="1"/>
          </p:nvPr>
        </p:nvSpPr>
        <p:spPr>
          <a:xfrm>
            <a:off x="8132064" y="758952"/>
            <a:ext cx="3300984" cy="5330952"/>
          </a:xfrm>
          <a:prstGeom prst="rect">
            <a:avLst/>
          </a:prstGeom>
          <a:blipFill>
            <a:blip r:embed="rId2">
              <a:alphaModFix amt="70000"/>
            </a:blip>
            <a:stretch>
              <a:fillRect/>
            </a:stretch>
          </a:blipFill>
        </p:spPr>
        <p:txBody>
          <a:bodyPr/>
          <a:lstStyle>
            <a:lvl1pPr marL="0" indent="0">
              <a:buNone/>
              <a:defRPr/>
            </a:lvl1pPr>
          </a:lstStyle>
          <a:p>
            <a:r>
              <a:rPr lang="en-US" dirty="0"/>
              <a:t> </a:t>
            </a:r>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lvl1pPr>
              <a:defRPr>
                <a:solidFill>
                  <a:schemeClr val="tx1"/>
                </a:solidFill>
                <a:effectLst/>
              </a:defRPr>
            </a:lvl1pPr>
          </a:lstStyle>
          <a:p>
            <a:pPr algn="r"/>
            <a:r>
              <a:rPr lang="en-US" dirty="0"/>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lvl1pPr>
              <a:defRPr>
                <a:solidFill>
                  <a:schemeClr val="tx1"/>
                </a:solidFill>
                <a:effectLst/>
              </a:defRPr>
            </a:lvl1pPr>
          </a:lstStyle>
          <a:p>
            <a:pPr algn="ctr"/>
            <a:fld id="{CC057153-B650-4DEB-B370-79DDCFDCE934}" type="slidenum">
              <a:rPr lang="en-US" smtClean="0"/>
              <a:pPr algn="ctr"/>
              <a:t>‹#›</a:t>
            </a:fld>
            <a:endParaRPr lang="en-US" dirty="0"/>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lvl1pPr>
              <a:defRPr>
                <a:solidFill>
                  <a:schemeClr val="tx1"/>
                </a:solidFill>
                <a:effectLst/>
              </a:defRPr>
            </a:lvl1pPr>
          </a:lstStyle>
          <a:p>
            <a:fld id="{C8EBBEA4-B642-4482-AAAB-F8C968090D5B}" type="datetime4">
              <a:rPr lang="en-US" smtClean="0"/>
              <a:t>November 5, 2025</a:t>
            </a:fld>
            <a:endParaRPr lang="en-US" dirty="0"/>
          </a:p>
        </p:txBody>
      </p:sp>
    </p:spTree>
    <p:extLst>
      <p:ext uri="{BB962C8B-B14F-4D97-AF65-F5344CB8AC3E}">
        <p14:creationId xmlns:p14="http://schemas.microsoft.com/office/powerpoint/2010/main" val="4057948777"/>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F04DE9B-00A7-2020-4385-0B94AAD6AC47}"/>
              </a:ext>
            </a:extLst>
          </p:cNvPr>
          <p:cNvSpPr>
            <a:spLocks noGrp="1"/>
          </p:cNvSpPr>
          <p:nvPr>
            <p:ph type="title"/>
          </p:nvPr>
        </p:nvSpPr>
        <p:spPr>
          <a:xfrm>
            <a:off x="4782312" y="603504"/>
            <a:ext cx="6464808" cy="1307592"/>
          </a:xfrm>
          <a:prstGeom prst="rect">
            <a:avLst/>
          </a:prstGeom>
        </p:spPr>
        <p:txBody>
          <a:bodyPr/>
          <a:lstStyle>
            <a:lvl1pPr>
              <a:lnSpc>
                <a:spcPct val="120000"/>
              </a:lnSpc>
              <a:defRPr/>
            </a:lvl1pPr>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20535D10-41EB-053D-2D2E-87120111A06A}"/>
              </a:ext>
            </a:extLst>
          </p:cNvPr>
          <p:cNvSpPr>
            <a:spLocks noGrp="1"/>
          </p:cNvSpPr>
          <p:nvPr>
            <p:ph type="pic" sz="quarter" idx="18" hasCustomPrompt="1"/>
          </p:nvPr>
        </p:nvSpPr>
        <p:spPr>
          <a:xfrm>
            <a:off x="0" y="0"/>
            <a:ext cx="4050792" cy="6858000"/>
          </a:xfrm>
          <a:prstGeom prst="rect">
            <a:avLst/>
          </a:prstGeo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782312" y="2258568"/>
            <a:ext cx="6464808" cy="3995928"/>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p>
            <a:pPr algn="r"/>
            <a:r>
              <a:rPr lang="en-US" dirty="0"/>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dirty="0"/>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p>
            <a:fld id="{3BA4593D-59CB-492E-ABE2-368F7D46160C}" type="datetime4">
              <a:rPr lang="en-US" smtClean="0"/>
              <a:t>November 5, 2025</a:t>
            </a:fld>
            <a:endParaRPr lang="en-US" dirty="0"/>
          </a:p>
        </p:txBody>
      </p:sp>
    </p:spTree>
    <p:extLst>
      <p:ext uri="{BB962C8B-B14F-4D97-AF65-F5344CB8AC3E}">
        <p14:creationId xmlns:p14="http://schemas.microsoft.com/office/powerpoint/2010/main" val="836717004"/>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F04DE9B-00A7-2020-4385-0B94AAD6AC47}"/>
              </a:ext>
            </a:extLst>
          </p:cNvPr>
          <p:cNvSpPr>
            <a:spLocks noGrp="1"/>
          </p:cNvSpPr>
          <p:nvPr>
            <p:ph type="title"/>
          </p:nvPr>
        </p:nvSpPr>
        <p:spPr>
          <a:xfrm>
            <a:off x="612647" y="256032"/>
            <a:ext cx="6949439" cy="1124712"/>
          </a:xfrm>
          <a:prstGeom prst="rect">
            <a:avLst/>
          </a:prstGeom>
        </p:spPr>
        <p:txBody>
          <a:bodyPr/>
          <a:lstStyle>
            <a:lvl1pPr>
              <a:lnSpc>
                <a:spcPct val="120000"/>
              </a:lnSpc>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648" y="1755648"/>
            <a:ext cx="6949440" cy="4343400"/>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4" name="Picture Placeholder 3">
            <a:extLst>
              <a:ext uri="{FF2B5EF4-FFF2-40B4-BE49-F238E27FC236}">
                <a16:creationId xmlns:a16="http://schemas.microsoft.com/office/drawing/2014/main" id="{A7C02181-FA39-ABBD-5759-8846E0FE79F6}"/>
              </a:ext>
            </a:extLst>
          </p:cNvPr>
          <p:cNvSpPr>
            <a:spLocks noGrp="1"/>
          </p:cNvSpPr>
          <p:nvPr>
            <p:ph type="pic" sz="quarter" idx="18" hasCustomPrompt="1"/>
          </p:nvPr>
        </p:nvSpPr>
        <p:spPr>
          <a:xfrm>
            <a:off x="8129016" y="758952"/>
            <a:ext cx="3300984" cy="5330952"/>
          </a:xfrm>
          <a:prstGeom prst="rect">
            <a:avLst/>
          </a:prstGeom>
          <a:blipFill>
            <a:blip r:embed="rId2">
              <a:alphaModFix amt="70000"/>
            </a:blip>
            <a:stretch>
              <a:fillRect/>
            </a:stretch>
          </a:blipFill>
        </p:spPr>
        <p:txBody>
          <a:bodyPr/>
          <a:lstStyle>
            <a:lvl1pPr marL="0" indent="0">
              <a:buNone/>
              <a:defRPr/>
            </a:lvl1pPr>
          </a:lstStyle>
          <a:p>
            <a:r>
              <a:rPr lang="en-US" dirty="0"/>
              <a:t> </a:t>
            </a:r>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p>
            <a:pPr algn="r"/>
            <a:r>
              <a:rPr lang="en-US" dirty="0"/>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dirty="0"/>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p>
            <a:fld id="{A6A8C34F-BCF9-44D6-9A61-F95110E279A3}" type="datetime4">
              <a:rPr lang="en-US" smtClean="0"/>
              <a:t>November 5, 2025</a:t>
            </a:fld>
            <a:endParaRPr lang="en-US" dirty="0"/>
          </a:p>
        </p:txBody>
      </p:sp>
    </p:spTree>
    <p:extLst>
      <p:ext uri="{BB962C8B-B14F-4D97-AF65-F5344CB8AC3E}">
        <p14:creationId xmlns:p14="http://schemas.microsoft.com/office/powerpoint/2010/main" val="1232630340"/>
      </p:ext>
    </p:extLst>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F04DE9B-00A7-2020-4385-0B94AAD6AC47}"/>
              </a:ext>
            </a:extLst>
          </p:cNvPr>
          <p:cNvSpPr>
            <a:spLocks noGrp="1"/>
          </p:cNvSpPr>
          <p:nvPr>
            <p:ph type="title"/>
          </p:nvPr>
        </p:nvSpPr>
        <p:spPr>
          <a:xfrm>
            <a:off x="612648" y="674914"/>
            <a:ext cx="4544568" cy="1228925"/>
          </a:xfrm>
          <a:prstGeom prst="rect">
            <a:avLst/>
          </a:prstGeom>
        </p:spPr>
        <p:txBody>
          <a:bodyPr/>
          <a:lstStyle>
            <a:lvl1pPr>
              <a:lnSpc>
                <a:spcPct val="120000"/>
              </a:lnSpc>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648" y="2258568"/>
            <a:ext cx="4544568" cy="3950208"/>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14" name="Picture Placeholder 13">
            <a:extLst>
              <a:ext uri="{FF2B5EF4-FFF2-40B4-BE49-F238E27FC236}">
                <a16:creationId xmlns:a16="http://schemas.microsoft.com/office/drawing/2014/main" id="{ADB4AEC6-2EA4-A5BD-A76D-1C38CE894EC0}"/>
              </a:ext>
            </a:extLst>
          </p:cNvPr>
          <p:cNvSpPr>
            <a:spLocks noGrp="1"/>
          </p:cNvSpPr>
          <p:nvPr>
            <p:ph type="pic" sz="quarter" idx="18" hasCustomPrompt="1"/>
          </p:nvPr>
        </p:nvSpPr>
        <p:spPr>
          <a:xfrm>
            <a:off x="5958293" y="750863"/>
            <a:ext cx="5358384" cy="5358384"/>
          </a:xfrm>
          <a:custGeom>
            <a:avLst/>
            <a:gdLst>
              <a:gd name="connsiteX0" fmla="*/ 2679192 w 5358384"/>
              <a:gd name="connsiteY0" fmla="*/ 0 h 5358384"/>
              <a:gd name="connsiteX1" fmla="*/ 5358384 w 5358384"/>
              <a:gd name="connsiteY1" fmla="*/ 2679192 h 5358384"/>
              <a:gd name="connsiteX2" fmla="*/ 2679192 w 5358384"/>
              <a:gd name="connsiteY2" fmla="*/ 5358384 h 5358384"/>
              <a:gd name="connsiteX3" fmla="*/ 0 w 5358384"/>
              <a:gd name="connsiteY3" fmla="*/ 2679192 h 5358384"/>
              <a:gd name="connsiteX4" fmla="*/ 2679192 w 5358384"/>
              <a:gd name="connsiteY4" fmla="*/ 0 h 53583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58384" h="5358384">
                <a:moveTo>
                  <a:pt x="2679192" y="0"/>
                </a:moveTo>
                <a:cubicBezTo>
                  <a:pt x="4158869" y="0"/>
                  <a:pt x="5358384" y="1199515"/>
                  <a:pt x="5358384" y="2679192"/>
                </a:cubicBezTo>
                <a:cubicBezTo>
                  <a:pt x="5358384" y="4158869"/>
                  <a:pt x="4158869" y="5358384"/>
                  <a:pt x="2679192" y="5358384"/>
                </a:cubicBezTo>
                <a:cubicBezTo>
                  <a:pt x="1199515" y="5358384"/>
                  <a:pt x="0" y="4158869"/>
                  <a:pt x="0" y="2679192"/>
                </a:cubicBezTo>
                <a:cubicBezTo>
                  <a:pt x="0" y="1199515"/>
                  <a:pt x="1199515" y="0"/>
                  <a:pt x="2679192" y="0"/>
                </a:cubicBez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p>
            <a:pPr algn="r"/>
            <a:r>
              <a:rPr lang="en-US" dirty="0"/>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dirty="0"/>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p>
            <a:fld id="{B0C3BB61-8B73-424D-8581-F409903383E2}" type="datetime4">
              <a:rPr lang="en-US" smtClean="0"/>
              <a:t>November 5, 2025</a:t>
            </a:fld>
            <a:endParaRPr lang="en-US" dirty="0"/>
          </a:p>
        </p:txBody>
      </p:sp>
    </p:spTree>
    <p:extLst>
      <p:ext uri="{BB962C8B-B14F-4D97-AF65-F5344CB8AC3E}">
        <p14:creationId xmlns:p14="http://schemas.microsoft.com/office/powerpoint/2010/main" val="2460167915"/>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F04DE9B-00A7-2020-4385-0B94AAD6AC47}"/>
              </a:ext>
            </a:extLst>
          </p:cNvPr>
          <p:cNvSpPr>
            <a:spLocks noGrp="1"/>
          </p:cNvSpPr>
          <p:nvPr>
            <p:ph type="title"/>
          </p:nvPr>
        </p:nvSpPr>
        <p:spPr>
          <a:xfrm>
            <a:off x="612648" y="758952"/>
            <a:ext cx="5477256" cy="1143000"/>
          </a:xfrm>
          <a:prstGeom prst="rect">
            <a:avLst/>
          </a:prstGeom>
        </p:spPr>
        <p:txBody>
          <a:bodyPr/>
          <a:lstStyle>
            <a:lvl1pPr>
              <a:lnSpc>
                <a:spcPct val="120000"/>
              </a:lnSpc>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648" y="2258568"/>
            <a:ext cx="5330952" cy="3840480"/>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14" name="Picture Placeholder 13">
            <a:extLst>
              <a:ext uri="{FF2B5EF4-FFF2-40B4-BE49-F238E27FC236}">
                <a16:creationId xmlns:a16="http://schemas.microsoft.com/office/drawing/2014/main" id="{ADB4AEC6-2EA4-A5BD-A76D-1C38CE894EC0}"/>
              </a:ext>
            </a:extLst>
          </p:cNvPr>
          <p:cNvSpPr>
            <a:spLocks noGrp="1"/>
          </p:cNvSpPr>
          <p:nvPr>
            <p:ph type="pic" sz="quarter" idx="18" hasCustomPrompt="1"/>
          </p:nvPr>
        </p:nvSpPr>
        <p:spPr>
          <a:xfrm>
            <a:off x="6638544" y="1115568"/>
            <a:ext cx="4626864" cy="4626864"/>
          </a:xfrm>
          <a:custGeom>
            <a:avLst/>
            <a:gdLst>
              <a:gd name="connsiteX0" fmla="*/ 2679192 w 5358384"/>
              <a:gd name="connsiteY0" fmla="*/ 0 h 5358384"/>
              <a:gd name="connsiteX1" fmla="*/ 5358384 w 5358384"/>
              <a:gd name="connsiteY1" fmla="*/ 2679192 h 5358384"/>
              <a:gd name="connsiteX2" fmla="*/ 2679192 w 5358384"/>
              <a:gd name="connsiteY2" fmla="*/ 5358384 h 5358384"/>
              <a:gd name="connsiteX3" fmla="*/ 0 w 5358384"/>
              <a:gd name="connsiteY3" fmla="*/ 2679192 h 5358384"/>
              <a:gd name="connsiteX4" fmla="*/ 2679192 w 5358384"/>
              <a:gd name="connsiteY4" fmla="*/ 0 h 53583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58384" h="5358384">
                <a:moveTo>
                  <a:pt x="2679192" y="0"/>
                </a:moveTo>
                <a:cubicBezTo>
                  <a:pt x="4158869" y="0"/>
                  <a:pt x="5358384" y="1199515"/>
                  <a:pt x="5358384" y="2679192"/>
                </a:cubicBezTo>
                <a:cubicBezTo>
                  <a:pt x="5358384" y="4158869"/>
                  <a:pt x="4158869" y="5358384"/>
                  <a:pt x="2679192" y="5358384"/>
                </a:cubicBezTo>
                <a:cubicBezTo>
                  <a:pt x="1199515" y="5358384"/>
                  <a:pt x="0" y="4158869"/>
                  <a:pt x="0" y="2679192"/>
                </a:cubicBezTo>
                <a:cubicBezTo>
                  <a:pt x="0" y="1199515"/>
                  <a:pt x="1199515" y="0"/>
                  <a:pt x="2679192" y="0"/>
                </a:cubicBezTo>
                <a:close/>
              </a:path>
            </a:pathLst>
          </a:custGeom>
          <a:blipFill>
            <a:blip r:embed="rId2">
              <a:alphaModFix amt="70000"/>
            </a:blip>
            <a:stretch>
              <a:fillRect/>
            </a:stretch>
          </a:blipFill>
        </p:spPr>
        <p:txBody>
          <a:bodyPr wrap="square">
            <a:noAutofit/>
          </a:bodyPr>
          <a:lstStyle>
            <a:lvl1pPr marL="0" indent="0">
              <a:buNone/>
              <a:defRPr/>
            </a:lvl1pPr>
          </a:lstStyle>
          <a:p>
            <a:r>
              <a:rPr lang="en-US" dirty="0"/>
              <a:t> </a:t>
            </a:r>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p>
            <a:pPr algn="r"/>
            <a:r>
              <a:rPr lang="en-US" dirty="0"/>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dirty="0"/>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p>
            <a:fld id="{E02D6E6F-2358-4D77-93A9-B458204A23A8}" type="datetime4">
              <a:rPr lang="en-US" smtClean="0"/>
              <a:t>November 5, 2025</a:t>
            </a:fld>
            <a:endParaRPr lang="en-US" dirty="0"/>
          </a:p>
        </p:txBody>
      </p:sp>
    </p:spTree>
    <p:extLst>
      <p:ext uri="{BB962C8B-B14F-4D97-AF65-F5344CB8AC3E}">
        <p14:creationId xmlns:p14="http://schemas.microsoft.com/office/powerpoint/2010/main" val="861091525"/>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F04DE9B-00A7-2020-4385-0B94AAD6AC47}"/>
              </a:ext>
            </a:extLst>
          </p:cNvPr>
          <p:cNvSpPr>
            <a:spLocks noGrp="1"/>
          </p:cNvSpPr>
          <p:nvPr>
            <p:ph type="title"/>
          </p:nvPr>
        </p:nvSpPr>
        <p:spPr>
          <a:xfrm>
            <a:off x="612648" y="758952"/>
            <a:ext cx="10506456" cy="621792"/>
          </a:xfrm>
          <a:prstGeom prst="rect">
            <a:avLst/>
          </a:prstGeom>
        </p:spPr>
        <p:txBody>
          <a:bodyPr/>
          <a:lstStyle>
            <a:lvl1pPr>
              <a:lnSpc>
                <a:spcPct val="120000"/>
              </a:lnSpc>
              <a:defRPr/>
            </a:lvl1pPr>
          </a:lstStyle>
          <a:p>
            <a:r>
              <a:rPr lang="en-US"/>
              <a:t>Click to edit Master title style</a:t>
            </a:r>
            <a:endParaRPr lang="en-US" dirty="0"/>
          </a:p>
        </p:txBody>
      </p:sp>
      <p:sp>
        <p:nvSpPr>
          <p:cNvPr id="14" name="Picture Placeholder 13">
            <a:extLst>
              <a:ext uri="{FF2B5EF4-FFF2-40B4-BE49-F238E27FC236}">
                <a16:creationId xmlns:a16="http://schemas.microsoft.com/office/drawing/2014/main" id="{ADB4AEC6-2EA4-A5BD-A76D-1C38CE894EC0}"/>
              </a:ext>
            </a:extLst>
          </p:cNvPr>
          <p:cNvSpPr>
            <a:spLocks noGrp="1"/>
          </p:cNvSpPr>
          <p:nvPr>
            <p:ph type="pic" sz="quarter" idx="18" hasCustomPrompt="1"/>
          </p:nvPr>
        </p:nvSpPr>
        <p:spPr>
          <a:xfrm>
            <a:off x="612648" y="1837944"/>
            <a:ext cx="4261104" cy="4261104"/>
          </a:xfrm>
          <a:custGeom>
            <a:avLst/>
            <a:gdLst>
              <a:gd name="connsiteX0" fmla="*/ 2679192 w 5358384"/>
              <a:gd name="connsiteY0" fmla="*/ 0 h 5358384"/>
              <a:gd name="connsiteX1" fmla="*/ 5358384 w 5358384"/>
              <a:gd name="connsiteY1" fmla="*/ 2679192 h 5358384"/>
              <a:gd name="connsiteX2" fmla="*/ 2679192 w 5358384"/>
              <a:gd name="connsiteY2" fmla="*/ 5358384 h 5358384"/>
              <a:gd name="connsiteX3" fmla="*/ 0 w 5358384"/>
              <a:gd name="connsiteY3" fmla="*/ 2679192 h 5358384"/>
              <a:gd name="connsiteX4" fmla="*/ 2679192 w 5358384"/>
              <a:gd name="connsiteY4" fmla="*/ 0 h 53583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58384" h="5358384">
                <a:moveTo>
                  <a:pt x="2679192" y="0"/>
                </a:moveTo>
                <a:cubicBezTo>
                  <a:pt x="4158869" y="0"/>
                  <a:pt x="5358384" y="1199515"/>
                  <a:pt x="5358384" y="2679192"/>
                </a:cubicBezTo>
                <a:cubicBezTo>
                  <a:pt x="5358384" y="4158869"/>
                  <a:pt x="4158869" y="5358384"/>
                  <a:pt x="2679192" y="5358384"/>
                </a:cubicBezTo>
                <a:cubicBezTo>
                  <a:pt x="1199515" y="5358384"/>
                  <a:pt x="0" y="4158869"/>
                  <a:pt x="0" y="2679192"/>
                </a:cubicBezTo>
                <a:cubicBezTo>
                  <a:pt x="0" y="1199515"/>
                  <a:pt x="1199515" y="0"/>
                  <a:pt x="2679192" y="0"/>
                </a:cubicBezTo>
                <a:close/>
              </a:path>
            </a:pathLst>
          </a:custGeom>
          <a:blipFill>
            <a:blip r:embed="rId2">
              <a:alphaModFix amt="70000"/>
            </a:blip>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5742432" y="1755648"/>
            <a:ext cx="5376672" cy="4416552"/>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p>
            <a:pPr algn="r"/>
            <a:r>
              <a:rPr lang="en-US" dirty="0"/>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dirty="0"/>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p>
            <a:fld id="{6706A190-8EBD-4794-A851-92BB5E0BDD4D}" type="datetime4">
              <a:rPr lang="en-US" smtClean="0"/>
              <a:t>November 5, 2025</a:t>
            </a:fld>
            <a:endParaRPr lang="en-US" dirty="0"/>
          </a:p>
        </p:txBody>
      </p:sp>
    </p:spTree>
    <p:extLst>
      <p:ext uri="{BB962C8B-B14F-4D97-AF65-F5344CB8AC3E}">
        <p14:creationId xmlns:p14="http://schemas.microsoft.com/office/powerpoint/2010/main" val="3235931531"/>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758952"/>
            <a:ext cx="4736592" cy="1143000"/>
          </a:xfrm>
          <a:prstGeom prst="rect">
            <a:avLst/>
          </a:prstGeom>
        </p:spPr>
        <p:txBody>
          <a:bodyPr vert="horz" lIns="91440" tIns="45720" rIns="91440" bIns="45720" rtlCol="0" anchor="b">
            <a:normAutofit/>
          </a:bodyPr>
          <a:lstStyle>
            <a:lvl1pPr>
              <a:defRPr lang="en-US" dirty="0"/>
            </a:lvl1pPr>
          </a:lstStyle>
          <a:p>
            <a:pPr lvl="0">
              <a:lnSpc>
                <a:spcPct val="120000"/>
              </a:lnSpc>
            </a:pPr>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648" y="2258568"/>
            <a:ext cx="4754880" cy="3840480"/>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6" name="Picture Placeholder 5">
            <a:extLst>
              <a:ext uri="{FF2B5EF4-FFF2-40B4-BE49-F238E27FC236}">
                <a16:creationId xmlns:a16="http://schemas.microsoft.com/office/drawing/2014/main" id="{D7425CE9-1989-E4AC-20C4-20216538CD64}"/>
              </a:ext>
            </a:extLst>
          </p:cNvPr>
          <p:cNvSpPr>
            <a:spLocks noGrp="1"/>
          </p:cNvSpPr>
          <p:nvPr>
            <p:ph type="pic" sz="quarter" idx="18" hasCustomPrompt="1"/>
          </p:nvPr>
        </p:nvSpPr>
        <p:spPr>
          <a:xfrm>
            <a:off x="6083808" y="0"/>
            <a:ext cx="6108192" cy="6857999"/>
          </a:xfrm>
          <a:prstGeom prst="rect">
            <a:avLst/>
          </a:prstGeom>
          <a:blipFill>
            <a:blip r:embed="rId2">
              <a:alphaModFix amt="70000"/>
            </a:blip>
            <a:stretch>
              <a:fillRect/>
            </a:stretch>
          </a:blipFill>
        </p:spPr>
        <p:txBody>
          <a:bodyPr/>
          <a:lstStyle>
            <a:lvl1pPr marL="0" indent="0">
              <a:buNone/>
              <a:defRPr/>
            </a:lvl1pPr>
          </a:lstStyle>
          <a:p>
            <a:r>
              <a:rPr lang="en-US" dirty="0"/>
              <a:t> </a:t>
            </a:r>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lvl1pPr>
              <a:defRPr>
                <a:solidFill>
                  <a:schemeClr val="bg1"/>
                </a:solidFill>
                <a:effectLst>
                  <a:outerShdw blurRad="38100" dist="38100" dir="2700000" algn="tl">
                    <a:srgbClr val="000000">
                      <a:alpha val="43137"/>
                    </a:srgbClr>
                  </a:outerShdw>
                </a:effectLst>
              </a:defRPr>
            </a:lvl1pPr>
          </a:lstStyle>
          <a:p>
            <a:pPr algn="r"/>
            <a:r>
              <a:rPr lang="en-US" dirty="0"/>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lvl1pPr>
              <a:defRPr>
                <a:solidFill>
                  <a:schemeClr val="bg1"/>
                </a:solidFill>
                <a:effectLst>
                  <a:outerShdw blurRad="38100" dist="38100" dir="2700000" algn="tl">
                    <a:srgbClr val="000000">
                      <a:alpha val="43137"/>
                    </a:srgbClr>
                  </a:outerShdw>
                </a:effectLst>
              </a:defRPr>
            </a:lvl1pPr>
          </a:lstStyle>
          <a:p>
            <a:pPr algn="ctr"/>
            <a:fld id="{CC057153-B650-4DEB-B370-79DDCFDCE934}" type="slidenum">
              <a:rPr lang="en-US" smtClean="0"/>
              <a:pPr algn="ctr"/>
              <a:t>‹#›</a:t>
            </a:fld>
            <a:endParaRPr lang="en-US" dirty="0"/>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lvl1pPr>
              <a:defRPr>
                <a:solidFill>
                  <a:schemeClr val="bg1"/>
                </a:solidFill>
                <a:effectLst>
                  <a:outerShdw blurRad="38100" dist="38100" dir="2700000" algn="tl">
                    <a:srgbClr val="000000">
                      <a:alpha val="43137"/>
                    </a:srgbClr>
                  </a:outerShdw>
                </a:effectLst>
              </a:defRPr>
            </a:lvl1pPr>
          </a:lstStyle>
          <a:p>
            <a:fld id="{F84BFA0D-9A5F-4EE3-A3FD-82A86EE972AE}" type="datetime4">
              <a:rPr lang="en-US" smtClean="0"/>
              <a:t>November 5, 2025</a:t>
            </a:fld>
            <a:endParaRPr lang="en-US" dirty="0"/>
          </a:p>
        </p:txBody>
      </p:sp>
    </p:spTree>
    <p:extLst>
      <p:ext uri="{BB962C8B-B14F-4D97-AF65-F5344CB8AC3E}">
        <p14:creationId xmlns:p14="http://schemas.microsoft.com/office/powerpoint/2010/main" val="3221515805"/>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FE0D260-A526-F079-44B3-C9B03816FFDD}"/>
              </a:ext>
            </a:extLst>
          </p:cNvPr>
          <p:cNvSpPr>
            <a:spLocks noGrp="1"/>
          </p:cNvSpPr>
          <p:nvPr>
            <p:ph type="title"/>
          </p:nvPr>
        </p:nvSpPr>
        <p:spPr>
          <a:xfrm>
            <a:off x="7569582" y="758952"/>
            <a:ext cx="3842130" cy="1143000"/>
          </a:xfrm>
          <a:prstGeom prst="rect">
            <a:avLst/>
          </a:prstGeom>
        </p:spPr>
        <p:txBody>
          <a:bodyPr/>
          <a:lstStyle/>
          <a:p>
            <a:r>
              <a:rPr lang="en-US"/>
              <a:t>Click to edit Master title style</a:t>
            </a:r>
            <a:endParaRPr lang="en-US" dirty="0"/>
          </a:p>
        </p:txBody>
      </p:sp>
      <p:sp>
        <p:nvSpPr>
          <p:cNvPr id="6" name="Picture Placeholder 5">
            <a:extLst>
              <a:ext uri="{FF2B5EF4-FFF2-40B4-BE49-F238E27FC236}">
                <a16:creationId xmlns:a16="http://schemas.microsoft.com/office/drawing/2014/main" id="{D7425CE9-1989-E4AC-20C4-20216538CD64}"/>
              </a:ext>
            </a:extLst>
          </p:cNvPr>
          <p:cNvSpPr>
            <a:spLocks noGrp="1"/>
          </p:cNvSpPr>
          <p:nvPr>
            <p:ph type="pic" sz="quarter" idx="18" hasCustomPrompt="1"/>
          </p:nvPr>
        </p:nvSpPr>
        <p:spPr>
          <a:xfrm>
            <a:off x="-1" y="0"/>
            <a:ext cx="6835155" cy="6857999"/>
          </a:xfrm>
          <a:prstGeom prst="rect">
            <a:avLst/>
          </a:prstGeo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569582" y="2258568"/>
            <a:ext cx="3700397" cy="3840480"/>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lvl1pPr>
              <a:defRPr>
                <a:solidFill>
                  <a:schemeClr val="tx1"/>
                </a:solidFill>
                <a:effectLst/>
              </a:defRPr>
            </a:lvl1pPr>
          </a:lstStyle>
          <a:p>
            <a:pPr algn="r"/>
            <a:r>
              <a:rPr lang="en-US" dirty="0"/>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lvl1pPr>
              <a:defRPr>
                <a:solidFill>
                  <a:schemeClr val="tx1"/>
                </a:solidFill>
                <a:effectLst/>
              </a:defRPr>
            </a:lvl1pPr>
          </a:lstStyle>
          <a:p>
            <a:pPr algn="ctr"/>
            <a:fld id="{CC057153-B650-4DEB-B370-79DDCFDCE934}" type="slidenum">
              <a:rPr lang="en-US" smtClean="0"/>
              <a:pPr algn="ctr"/>
              <a:t>‹#›</a:t>
            </a:fld>
            <a:endParaRPr lang="en-US" dirty="0"/>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lvl1pPr>
              <a:defRPr>
                <a:solidFill>
                  <a:schemeClr val="tx1"/>
                </a:solidFill>
                <a:effectLst/>
              </a:defRPr>
            </a:lvl1pPr>
          </a:lstStyle>
          <a:p>
            <a:fld id="{4FD3D564-0365-46F9-82BC-CDD300CEFE62}" type="datetime4">
              <a:rPr lang="en-US" smtClean="0"/>
              <a:t>November 5, 2025</a:t>
            </a:fld>
            <a:endParaRPr lang="en-US" dirty="0"/>
          </a:p>
        </p:txBody>
      </p:sp>
    </p:spTree>
    <p:extLst>
      <p:ext uri="{BB962C8B-B14F-4D97-AF65-F5344CB8AC3E}">
        <p14:creationId xmlns:p14="http://schemas.microsoft.com/office/powerpoint/2010/main" val="722939701"/>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758952"/>
            <a:ext cx="3704970" cy="1143000"/>
          </a:xfrm>
          <a:prstGeom prst="rect">
            <a:avLst/>
          </a:prstGeom>
        </p:spPr>
        <p:txBody>
          <a:bodyPr vert="horz" lIns="91440" tIns="45720" rIns="91440" bIns="45720" rtlCol="0" anchor="b">
            <a:normAutofit/>
          </a:bodyPr>
          <a:lstStyle>
            <a:lvl1pPr>
              <a:defRPr lang="en-US" dirty="0"/>
            </a:lvl1pPr>
          </a:lstStyle>
          <a:p>
            <a:pPr lvl="0">
              <a:lnSpc>
                <a:spcPct val="120000"/>
              </a:lnSpc>
            </a:pPr>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649" y="2258568"/>
            <a:ext cx="3704970" cy="3840480"/>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6" name="Picture Placeholder 5">
            <a:extLst>
              <a:ext uri="{FF2B5EF4-FFF2-40B4-BE49-F238E27FC236}">
                <a16:creationId xmlns:a16="http://schemas.microsoft.com/office/drawing/2014/main" id="{D7425CE9-1989-E4AC-20C4-20216538CD64}"/>
              </a:ext>
            </a:extLst>
          </p:cNvPr>
          <p:cNvSpPr>
            <a:spLocks noGrp="1"/>
          </p:cNvSpPr>
          <p:nvPr>
            <p:ph type="pic" sz="quarter" idx="18" hasCustomPrompt="1"/>
          </p:nvPr>
        </p:nvSpPr>
        <p:spPr>
          <a:xfrm>
            <a:off x="5069897" y="758952"/>
            <a:ext cx="6360104" cy="5330952"/>
          </a:xfrm>
          <a:prstGeom prst="rect">
            <a:avLst/>
          </a:prstGeom>
          <a:blipFill>
            <a:blip r:embed="rId2">
              <a:alphaModFix amt="70000"/>
            </a:blip>
            <a:stretch>
              <a:fillRect/>
            </a:stretch>
          </a:blipFill>
        </p:spPr>
        <p:txBody>
          <a:bodyPr/>
          <a:lstStyle>
            <a:lvl1pPr marL="0" indent="0">
              <a:buNone/>
              <a:defRPr/>
            </a:lvl1pPr>
          </a:lstStyle>
          <a:p>
            <a:r>
              <a:rPr lang="en-US" dirty="0"/>
              <a:t> </a:t>
            </a:r>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lvl1pPr>
              <a:defRPr>
                <a:solidFill>
                  <a:schemeClr val="tx1"/>
                </a:solidFill>
                <a:effectLst/>
              </a:defRPr>
            </a:lvl1pPr>
          </a:lstStyle>
          <a:p>
            <a:pPr algn="r"/>
            <a:r>
              <a:rPr lang="en-US" dirty="0"/>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lvl1pPr>
              <a:defRPr>
                <a:solidFill>
                  <a:schemeClr val="tx1"/>
                </a:solidFill>
                <a:effectLst/>
              </a:defRPr>
            </a:lvl1pPr>
          </a:lstStyle>
          <a:p>
            <a:pPr algn="ctr"/>
            <a:fld id="{CC057153-B650-4DEB-B370-79DDCFDCE934}" type="slidenum">
              <a:rPr lang="en-US" smtClean="0"/>
              <a:pPr algn="ctr"/>
              <a:t>‹#›</a:t>
            </a:fld>
            <a:endParaRPr lang="en-US" dirty="0"/>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lvl1pPr>
              <a:defRPr>
                <a:solidFill>
                  <a:schemeClr val="tx1"/>
                </a:solidFill>
                <a:effectLst/>
              </a:defRPr>
            </a:lvl1pPr>
          </a:lstStyle>
          <a:p>
            <a:fld id="{C7397E9B-E8AE-4203-8459-BAC5DBFA1928}" type="datetime4">
              <a:rPr lang="en-US" smtClean="0"/>
              <a:t>November 5, 2025</a:t>
            </a:fld>
            <a:endParaRPr lang="en-US" dirty="0"/>
          </a:p>
        </p:txBody>
      </p:sp>
    </p:spTree>
    <p:extLst>
      <p:ext uri="{BB962C8B-B14F-4D97-AF65-F5344CB8AC3E}">
        <p14:creationId xmlns:p14="http://schemas.microsoft.com/office/powerpoint/2010/main" val="2126687815"/>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73619" y="1078992"/>
            <a:ext cx="2898648" cy="1947672"/>
          </a:xfrm>
          <a:prstGeom prst="rect">
            <a:avLst/>
          </a:prstGeom>
        </p:spPr>
        <p:txBody>
          <a:bodyPr vert="horz" lIns="91440" tIns="45720" rIns="91440" bIns="45720" rtlCol="0" anchor="b">
            <a:normAutofit/>
          </a:bodyPr>
          <a:lstStyle>
            <a:lvl1pPr>
              <a:defRPr lang="en-US" sz="2600" dirty="0"/>
            </a:lvl1pPr>
          </a:lstStyle>
          <a:p>
            <a:pPr lvl="0">
              <a:lnSpc>
                <a:spcPct val="120000"/>
              </a:lnSpc>
            </a:pPr>
            <a:r>
              <a:rPr lang="en-US"/>
              <a:t>Click to edit Master title style</a:t>
            </a:r>
            <a:endParaRPr lang="en-US" dirty="0"/>
          </a:p>
        </p:txBody>
      </p:sp>
      <p:sp>
        <p:nvSpPr>
          <p:cNvPr id="12" name="Picture Placeholder 11">
            <a:extLst>
              <a:ext uri="{FF2B5EF4-FFF2-40B4-BE49-F238E27FC236}">
                <a16:creationId xmlns:a16="http://schemas.microsoft.com/office/drawing/2014/main" id="{91A58A98-8307-74B9-8466-17F65EA798AC}"/>
              </a:ext>
            </a:extLst>
          </p:cNvPr>
          <p:cNvSpPr>
            <a:spLocks noGrp="1"/>
          </p:cNvSpPr>
          <p:nvPr>
            <p:ph type="pic" sz="quarter" idx="18" hasCustomPrompt="1"/>
          </p:nvPr>
        </p:nvSpPr>
        <p:spPr>
          <a:xfrm>
            <a:off x="0" y="0"/>
            <a:ext cx="7810394" cy="6858000"/>
          </a:xfrm>
          <a:prstGeom prst="rect">
            <a:avLst/>
          </a:prstGeo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73619" y="3099816"/>
            <a:ext cx="2898648" cy="2953512"/>
          </a:xfrm>
          <a:prstGeom prst="rect">
            <a:avLst/>
          </a:prstGeom>
        </p:spPr>
        <p:txBody>
          <a:bodyPr vert="horz" lIns="91440" tIns="45720" rIns="91440" bIns="45720" rtlCol="0">
            <a:normAutofit/>
          </a:bodyPr>
          <a:lstStyle>
            <a:lvl1pPr marL="0" indent="0">
              <a:buNone/>
              <a:defRPr lang="en-US" sz="16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9" name="Footer Placeholder 8">
            <a:extLst>
              <a:ext uri="{FF2B5EF4-FFF2-40B4-BE49-F238E27FC236}">
                <a16:creationId xmlns:a16="http://schemas.microsoft.com/office/drawing/2014/main" id="{9488F9E5-3D9D-C4E8-DF44-34F555905C9C}"/>
              </a:ext>
            </a:extLst>
          </p:cNvPr>
          <p:cNvSpPr>
            <a:spLocks noGrp="1"/>
          </p:cNvSpPr>
          <p:nvPr>
            <p:ph type="ftr" sz="quarter" idx="16"/>
          </p:nvPr>
        </p:nvSpPr>
        <p:spPr>
          <a:xfrm rot="5400000">
            <a:off x="10469880" y="1609344"/>
            <a:ext cx="2670048" cy="365760"/>
          </a:xfrm>
          <a:prstGeom prst="rect">
            <a:avLst/>
          </a:prstGeom>
        </p:spPr>
        <p:txBody>
          <a:bodyPr/>
          <a:lstStyle/>
          <a:p>
            <a:pPr algn="r"/>
            <a:r>
              <a:rPr lang="en-US" dirty="0"/>
              <a:t>Sample Footer Text</a:t>
            </a:r>
          </a:p>
        </p:txBody>
      </p:sp>
      <p:sp>
        <p:nvSpPr>
          <p:cNvPr id="10" name="Slide Number Placeholder 9">
            <a:extLst>
              <a:ext uri="{FF2B5EF4-FFF2-40B4-BE49-F238E27FC236}">
                <a16:creationId xmlns:a16="http://schemas.microsoft.com/office/drawing/2014/main" id="{37F38DE2-1429-FE2C-93AA-9AB9D9950E29}"/>
              </a:ext>
            </a:extLst>
          </p:cNvPr>
          <p:cNvSpPr>
            <a:spLocks noGrp="1"/>
          </p:cNvSpPr>
          <p:nvPr>
            <p:ph type="sldNum" sz="quarter" idx="17"/>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dirty="0"/>
          </a:p>
        </p:txBody>
      </p:sp>
      <p:sp>
        <p:nvSpPr>
          <p:cNvPr id="3" name="Date Placeholder 2">
            <a:extLst>
              <a:ext uri="{FF2B5EF4-FFF2-40B4-BE49-F238E27FC236}">
                <a16:creationId xmlns:a16="http://schemas.microsoft.com/office/drawing/2014/main" id="{78FAB3D1-987F-D6AE-2703-22238530CE39}"/>
              </a:ext>
            </a:extLst>
          </p:cNvPr>
          <p:cNvSpPr>
            <a:spLocks noGrp="1"/>
          </p:cNvSpPr>
          <p:nvPr>
            <p:ph type="dt" sz="half" idx="15"/>
          </p:nvPr>
        </p:nvSpPr>
        <p:spPr>
          <a:xfrm rot="5400000">
            <a:off x="10469880" y="4892040"/>
            <a:ext cx="2670048" cy="365760"/>
          </a:xfrm>
          <a:prstGeom prst="rect">
            <a:avLst/>
          </a:prstGeom>
        </p:spPr>
        <p:txBody>
          <a:bodyPr/>
          <a:lstStyle/>
          <a:p>
            <a:fld id="{32CF74C9-AA5A-4DD7-9934-B71855E316A9}" type="datetime4">
              <a:rPr lang="en-US" smtClean="0"/>
              <a:t>November 5, 2025</a:t>
            </a:fld>
            <a:endParaRPr lang="en-US" dirty="0"/>
          </a:p>
        </p:txBody>
      </p:sp>
    </p:spTree>
    <p:extLst>
      <p:ext uri="{BB962C8B-B14F-4D97-AF65-F5344CB8AC3E}">
        <p14:creationId xmlns:p14="http://schemas.microsoft.com/office/powerpoint/2010/main" val="2433091224"/>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4910328"/>
            <a:ext cx="3621024" cy="1386300"/>
          </a:xfrm>
          <a:prstGeom prst="rect">
            <a:avLst/>
          </a:prstGeom>
        </p:spPr>
        <p:txBody>
          <a:bodyPr vert="horz" lIns="91440" tIns="45720" rIns="91440" bIns="45720" rtlCol="0" anchor="t">
            <a:normAutofit/>
          </a:bodyPr>
          <a:lstStyle>
            <a:lvl1pPr>
              <a:defRPr lang="en-US" sz="2400" dirty="0"/>
            </a:lvl1pPr>
          </a:lstStyle>
          <a:p>
            <a:pPr lvl="0">
              <a:lnSpc>
                <a:spcPct val="120000"/>
              </a:lnSpc>
            </a:pPr>
            <a:r>
              <a:rPr lang="en-US"/>
              <a:t>Click to edit Master title style</a:t>
            </a:r>
            <a:endParaRPr lang="en-US" dirty="0"/>
          </a:p>
        </p:txBody>
      </p:sp>
      <p:sp>
        <p:nvSpPr>
          <p:cNvPr id="11" name="Picture Placeholder 10">
            <a:extLst>
              <a:ext uri="{FF2B5EF4-FFF2-40B4-BE49-F238E27FC236}">
                <a16:creationId xmlns:a16="http://schemas.microsoft.com/office/drawing/2014/main" id="{39DAB963-58B8-E061-879B-826ED90F4AD9}"/>
              </a:ext>
            </a:extLst>
          </p:cNvPr>
          <p:cNvSpPr>
            <a:spLocks noGrp="1"/>
          </p:cNvSpPr>
          <p:nvPr>
            <p:ph type="pic" sz="quarter" idx="19" hasCustomPrompt="1"/>
          </p:nvPr>
        </p:nvSpPr>
        <p:spPr>
          <a:xfrm>
            <a:off x="740664" y="0"/>
            <a:ext cx="10680192" cy="4562856"/>
          </a:xfrm>
          <a:prstGeom prst="rect">
            <a:avLst/>
          </a:prstGeo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956048" y="4910328"/>
            <a:ext cx="6473952" cy="1499616"/>
          </a:xfrm>
          <a:prstGeom prst="rect">
            <a:avLst/>
          </a:prstGeom>
        </p:spPr>
        <p:txBody>
          <a:bodyPr vert="horz" lIns="91440" tIns="45720" rIns="91440" bIns="45720" rtlCol="0">
            <a:normAutofit/>
          </a:bodyPr>
          <a:lstStyle>
            <a:lvl1pPr marL="0" indent="0">
              <a:buNone/>
              <a:defRPr lang="en-US" sz="16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4" name="Footer Placeholder 3">
            <a:extLst>
              <a:ext uri="{FF2B5EF4-FFF2-40B4-BE49-F238E27FC236}">
                <a16:creationId xmlns:a16="http://schemas.microsoft.com/office/drawing/2014/main" id="{3490BDC3-84FA-EB76-95E5-B0B30F2D695B}"/>
              </a:ext>
            </a:extLst>
          </p:cNvPr>
          <p:cNvSpPr>
            <a:spLocks noGrp="1"/>
          </p:cNvSpPr>
          <p:nvPr>
            <p:ph type="ftr" sz="quarter" idx="17"/>
          </p:nvPr>
        </p:nvSpPr>
        <p:spPr>
          <a:xfrm rot="5400000">
            <a:off x="10469880" y="1609344"/>
            <a:ext cx="2670048" cy="365760"/>
          </a:xfrm>
          <a:prstGeom prst="rect">
            <a:avLst/>
          </a:prstGeom>
        </p:spPr>
        <p:txBody>
          <a:bodyPr/>
          <a:lstStyle/>
          <a:p>
            <a:pPr algn="r"/>
            <a:r>
              <a:rPr lang="en-US" dirty="0"/>
              <a:t>Sample Footer Text</a:t>
            </a:r>
          </a:p>
        </p:txBody>
      </p:sp>
      <p:sp>
        <p:nvSpPr>
          <p:cNvPr id="9" name="Slide Number Placeholder 8">
            <a:extLst>
              <a:ext uri="{FF2B5EF4-FFF2-40B4-BE49-F238E27FC236}">
                <a16:creationId xmlns:a16="http://schemas.microsoft.com/office/drawing/2014/main" id="{E5928215-E177-7864-608E-E316FDF22E31}"/>
              </a:ext>
            </a:extLst>
          </p:cNvPr>
          <p:cNvSpPr>
            <a:spLocks noGrp="1"/>
          </p:cNvSpPr>
          <p:nvPr>
            <p:ph type="sldNum" sz="quarter" idx="18"/>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dirty="0"/>
          </a:p>
        </p:txBody>
      </p:sp>
      <p:sp>
        <p:nvSpPr>
          <p:cNvPr id="3" name="Date Placeholder 2">
            <a:extLst>
              <a:ext uri="{FF2B5EF4-FFF2-40B4-BE49-F238E27FC236}">
                <a16:creationId xmlns:a16="http://schemas.microsoft.com/office/drawing/2014/main" id="{5A3E53CA-A1D0-15C5-B9BF-4F653C8DE88C}"/>
              </a:ext>
            </a:extLst>
          </p:cNvPr>
          <p:cNvSpPr>
            <a:spLocks noGrp="1"/>
          </p:cNvSpPr>
          <p:nvPr>
            <p:ph type="dt" sz="half" idx="16"/>
          </p:nvPr>
        </p:nvSpPr>
        <p:spPr>
          <a:xfrm rot="5400000">
            <a:off x="10469880" y="4892040"/>
            <a:ext cx="2670048" cy="365760"/>
          </a:xfrm>
          <a:prstGeom prst="rect">
            <a:avLst/>
          </a:prstGeom>
        </p:spPr>
        <p:txBody>
          <a:bodyPr/>
          <a:lstStyle/>
          <a:p>
            <a:fld id="{222A1667-4A0F-48F9-BBF1-D3EC6E1022BA}" type="datetime4">
              <a:rPr lang="en-US" smtClean="0"/>
              <a:t>November 5, 2025</a:t>
            </a:fld>
            <a:endParaRPr lang="en-US" dirty="0"/>
          </a:p>
        </p:txBody>
      </p:sp>
    </p:spTree>
    <p:extLst>
      <p:ext uri="{BB962C8B-B14F-4D97-AF65-F5344CB8AC3E}">
        <p14:creationId xmlns:p14="http://schemas.microsoft.com/office/powerpoint/2010/main" val="2884088281"/>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F04DE9B-00A7-2020-4385-0B94AAD6AC47}"/>
              </a:ext>
            </a:extLst>
          </p:cNvPr>
          <p:cNvSpPr>
            <a:spLocks noGrp="1"/>
          </p:cNvSpPr>
          <p:nvPr>
            <p:ph type="title"/>
          </p:nvPr>
        </p:nvSpPr>
        <p:spPr>
          <a:xfrm>
            <a:off x="612648" y="457200"/>
            <a:ext cx="10735056" cy="923544"/>
          </a:xfrm>
          <a:prstGeom prst="rect">
            <a:avLst/>
          </a:prstGeom>
        </p:spPr>
        <p:txBody>
          <a:bodyPr/>
          <a:lstStyle>
            <a:lvl1pPr>
              <a:lnSpc>
                <a:spcPct val="120000"/>
              </a:lnSpc>
              <a:defRPr/>
            </a:lvl1pPr>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A7C02181-FA39-ABBD-5759-8846E0FE79F6}"/>
              </a:ext>
            </a:extLst>
          </p:cNvPr>
          <p:cNvSpPr>
            <a:spLocks noGrp="1"/>
          </p:cNvSpPr>
          <p:nvPr>
            <p:ph type="pic" sz="quarter" idx="18" hasCustomPrompt="1"/>
          </p:nvPr>
        </p:nvSpPr>
        <p:spPr>
          <a:xfrm>
            <a:off x="612648" y="1892808"/>
            <a:ext cx="3054096" cy="4206240"/>
          </a:xfrm>
          <a:prstGeom prst="rect">
            <a:avLst/>
          </a:prstGeo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187952" y="1755648"/>
            <a:ext cx="7159752" cy="4343400"/>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p>
            <a:pPr algn="r"/>
            <a:r>
              <a:rPr lang="en-US" dirty="0"/>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dirty="0"/>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p>
            <a:fld id="{DF247505-D930-4024-8CFE-611E51146D16}" type="datetime4">
              <a:rPr lang="en-US" smtClean="0"/>
              <a:t>November 5, 2025</a:t>
            </a:fld>
            <a:endParaRPr lang="en-US" dirty="0"/>
          </a:p>
        </p:txBody>
      </p:sp>
    </p:spTree>
    <p:extLst>
      <p:ext uri="{BB962C8B-B14F-4D97-AF65-F5344CB8AC3E}">
        <p14:creationId xmlns:p14="http://schemas.microsoft.com/office/powerpoint/2010/main" val="3015896922"/>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826CE5D-5E71-34E9-21B5-8EEB677BAF70}"/>
              </a:ext>
              <a:ext uri="{C183D7F6-B498-43B3-948B-1728B52AA6E4}">
                <adec:decorative xmlns:adec="http://schemas.microsoft.com/office/drawing/2017/decorative" val="1"/>
              </a:ext>
            </a:extLst>
          </p:cNvPr>
          <p:cNvSpPr/>
          <p:nvPr/>
        </p:nvSpPr>
        <p:spPr>
          <a:xfrm>
            <a:off x="0" y="0"/>
            <a:ext cx="4050792"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3995928"/>
            <a:ext cx="3127248" cy="2093976"/>
          </a:xfrm>
          <a:prstGeom prst="rect">
            <a:avLst/>
          </a:prstGeom>
        </p:spPr>
        <p:txBody>
          <a:bodyPr vert="horz" lIns="91440" tIns="45720" rIns="91440" bIns="45720" rtlCol="0" anchor="ctr">
            <a:normAutofit/>
          </a:bodyPr>
          <a:lstStyle>
            <a:lvl1pPr algn="ctr">
              <a:defRPr lang="en-US" sz="2600" dirty="0">
                <a:solidFill>
                  <a:schemeClr val="bg1"/>
                </a:solidFill>
              </a:defRPr>
            </a:lvl1pPr>
          </a:lstStyle>
          <a:p>
            <a:pPr lvl="0">
              <a:lnSpc>
                <a:spcPct val="120000"/>
              </a:lnSpc>
            </a:pPr>
            <a:r>
              <a:rPr lang="en-US"/>
              <a:t>Click to edit Master title style</a:t>
            </a:r>
            <a:endParaRPr lang="en-US" dirty="0"/>
          </a:p>
        </p:txBody>
      </p:sp>
      <p:sp>
        <p:nvSpPr>
          <p:cNvPr id="14" name="Picture Placeholder 13">
            <a:extLst>
              <a:ext uri="{FF2B5EF4-FFF2-40B4-BE49-F238E27FC236}">
                <a16:creationId xmlns:a16="http://schemas.microsoft.com/office/drawing/2014/main" id="{ADB4AEC6-2EA4-A5BD-A76D-1C38CE894EC0}"/>
              </a:ext>
            </a:extLst>
          </p:cNvPr>
          <p:cNvSpPr>
            <a:spLocks noGrp="1"/>
          </p:cNvSpPr>
          <p:nvPr>
            <p:ph type="pic" sz="quarter" idx="18" hasCustomPrompt="1"/>
          </p:nvPr>
        </p:nvSpPr>
        <p:spPr>
          <a:xfrm>
            <a:off x="649224" y="813816"/>
            <a:ext cx="2752344" cy="2752344"/>
          </a:xfrm>
          <a:custGeom>
            <a:avLst/>
            <a:gdLst>
              <a:gd name="connsiteX0" fmla="*/ 2679192 w 5358384"/>
              <a:gd name="connsiteY0" fmla="*/ 0 h 5358384"/>
              <a:gd name="connsiteX1" fmla="*/ 5358384 w 5358384"/>
              <a:gd name="connsiteY1" fmla="*/ 2679192 h 5358384"/>
              <a:gd name="connsiteX2" fmla="*/ 2679192 w 5358384"/>
              <a:gd name="connsiteY2" fmla="*/ 5358384 h 5358384"/>
              <a:gd name="connsiteX3" fmla="*/ 0 w 5358384"/>
              <a:gd name="connsiteY3" fmla="*/ 2679192 h 5358384"/>
              <a:gd name="connsiteX4" fmla="*/ 2679192 w 5358384"/>
              <a:gd name="connsiteY4" fmla="*/ 0 h 53583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58384" h="5358384">
                <a:moveTo>
                  <a:pt x="2679192" y="0"/>
                </a:moveTo>
                <a:cubicBezTo>
                  <a:pt x="4158869" y="0"/>
                  <a:pt x="5358384" y="1199515"/>
                  <a:pt x="5358384" y="2679192"/>
                </a:cubicBezTo>
                <a:cubicBezTo>
                  <a:pt x="5358384" y="4158869"/>
                  <a:pt x="4158869" y="5358384"/>
                  <a:pt x="2679192" y="5358384"/>
                </a:cubicBezTo>
                <a:cubicBezTo>
                  <a:pt x="1199515" y="5358384"/>
                  <a:pt x="0" y="4158869"/>
                  <a:pt x="0" y="2679192"/>
                </a:cubicBezTo>
                <a:cubicBezTo>
                  <a:pt x="0" y="1199515"/>
                  <a:pt x="1199515" y="0"/>
                  <a:pt x="2679192" y="0"/>
                </a:cubicBezTo>
                <a:close/>
              </a:path>
            </a:pathLst>
          </a:custGeom>
          <a:blipFill dpi="0" rotWithShape="1">
            <a:blip r:embed="rId2">
              <a:alphaModFix amt="7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782312" y="758952"/>
            <a:ext cx="6382512" cy="5330952"/>
          </a:xfrm>
          <a:prstGeom prst="rect">
            <a:avLst/>
          </a:prstGeom>
        </p:spPr>
        <p:txBody>
          <a:bodyPr vert="horz" lIns="91440" tIns="45720" rIns="91440" bIns="45720" rtlCol="0" anchor="ctr">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lvl1pPr>
              <a:defRPr>
                <a:solidFill>
                  <a:schemeClr val="tx1"/>
                </a:solidFill>
              </a:defRPr>
            </a:lvl1pPr>
          </a:lstStyle>
          <a:p>
            <a:pPr algn="r"/>
            <a:r>
              <a:rPr lang="en-US" dirty="0"/>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lvl1pPr>
              <a:defRPr>
                <a:solidFill>
                  <a:schemeClr val="tx1"/>
                </a:solidFill>
              </a:defRPr>
            </a:lvl1pPr>
          </a:lstStyle>
          <a:p>
            <a:pPr algn="ctr"/>
            <a:fld id="{CC057153-B650-4DEB-B370-79DDCFDCE934}" type="slidenum">
              <a:rPr lang="en-US" smtClean="0"/>
              <a:pPr algn="ctr"/>
              <a:t>‹#›</a:t>
            </a:fld>
            <a:endParaRPr lang="en-US" dirty="0"/>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lvl1pPr>
              <a:defRPr>
                <a:solidFill>
                  <a:schemeClr val="tx1"/>
                </a:solidFill>
              </a:defRPr>
            </a:lvl1pPr>
          </a:lstStyle>
          <a:p>
            <a:fld id="{B5DAC964-5ED5-4E3D-98A1-C42D2BF958CA}" type="datetime4">
              <a:rPr lang="en-US" smtClean="0"/>
              <a:t>November 5, 2025</a:t>
            </a:fld>
            <a:endParaRPr lang="en-US" dirty="0"/>
          </a:p>
        </p:txBody>
      </p:sp>
    </p:spTree>
    <p:extLst>
      <p:ext uri="{BB962C8B-B14F-4D97-AF65-F5344CB8AC3E}">
        <p14:creationId xmlns:p14="http://schemas.microsoft.com/office/powerpoint/2010/main" val="3205369102"/>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819477"/>
            <a:ext cx="4617720" cy="1197864"/>
          </a:xfrm>
          <a:prstGeom prst="rect">
            <a:avLst/>
          </a:prstGeom>
        </p:spPr>
        <p:txBody>
          <a:bodyPr vert="horz" lIns="91440" tIns="45720" rIns="91440" bIns="45720" rtlCol="0" anchor="t">
            <a:normAutofit/>
          </a:bodyPr>
          <a:lstStyle>
            <a:lvl1pPr>
              <a:defRPr lang="en-US"/>
            </a:lvl1pPr>
          </a:lstStyle>
          <a:p>
            <a:pPr lvl="0"/>
            <a:r>
              <a:rPr lang="en-US"/>
              <a:t>Click to edit Master title style</a:t>
            </a:r>
            <a:endParaRPr lang="en-US" dirty="0"/>
          </a:p>
        </p:txBody>
      </p:sp>
      <p:sp>
        <p:nvSpPr>
          <p:cNvPr id="14" name="Picture Placeholder 13">
            <a:extLst>
              <a:ext uri="{FF2B5EF4-FFF2-40B4-BE49-F238E27FC236}">
                <a16:creationId xmlns:a16="http://schemas.microsoft.com/office/drawing/2014/main" id="{ADB4AEC6-2EA4-A5BD-A76D-1C38CE894EC0}"/>
              </a:ext>
            </a:extLst>
          </p:cNvPr>
          <p:cNvSpPr>
            <a:spLocks noGrp="1"/>
          </p:cNvSpPr>
          <p:nvPr>
            <p:ph type="pic" sz="quarter" idx="18" hasCustomPrompt="1"/>
          </p:nvPr>
        </p:nvSpPr>
        <p:spPr>
          <a:xfrm>
            <a:off x="950976" y="2148840"/>
            <a:ext cx="3877056" cy="3877056"/>
          </a:xfrm>
          <a:custGeom>
            <a:avLst/>
            <a:gdLst>
              <a:gd name="connsiteX0" fmla="*/ 2679192 w 5358384"/>
              <a:gd name="connsiteY0" fmla="*/ 0 h 5358384"/>
              <a:gd name="connsiteX1" fmla="*/ 5358384 w 5358384"/>
              <a:gd name="connsiteY1" fmla="*/ 2679192 h 5358384"/>
              <a:gd name="connsiteX2" fmla="*/ 2679192 w 5358384"/>
              <a:gd name="connsiteY2" fmla="*/ 5358384 h 5358384"/>
              <a:gd name="connsiteX3" fmla="*/ 0 w 5358384"/>
              <a:gd name="connsiteY3" fmla="*/ 2679192 h 5358384"/>
              <a:gd name="connsiteX4" fmla="*/ 2679192 w 5358384"/>
              <a:gd name="connsiteY4" fmla="*/ 0 h 53583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58384" h="5358384">
                <a:moveTo>
                  <a:pt x="2679192" y="0"/>
                </a:moveTo>
                <a:cubicBezTo>
                  <a:pt x="4158869" y="0"/>
                  <a:pt x="5358384" y="1199515"/>
                  <a:pt x="5358384" y="2679192"/>
                </a:cubicBezTo>
                <a:cubicBezTo>
                  <a:pt x="5358384" y="4158869"/>
                  <a:pt x="4158869" y="5358384"/>
                  <a:pt x="2679192" y="5358384"/>
                </a:cubicBezTo>
                <a:cubicBezTo>
                  <a:pt x="1199515" y="5358384"/>
                  <a:pt x="0" y="4158869"/>
                  <a:pt x="0" y="2679192"/>
                </a:cubicBezTo>
                <a:cubicBezTo>
                  <a:pt x="0" y="1199515"/>
                  <a:pt x="1199515" y="0"/>
                  <a:pt x="2679192" y="0"/>
                </a:cubicBezTo>
                <a:close/>
              </a:path>
            </a:pathLst>
          </a:custGeom>
          <a:blipFill>
            <a:blip r:embed="rId2">
              <a:alphaModFix amt="70000"/>
            </a:blip>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5843016" y="950976"/>
            <a:ext cx="5586984" cy="5330952"/>
          </a:xfrm>
          <a:prstGeom prst="rect">
            <a:avLst/>
          </a:prstGeom>
        </p:spPr>
        <p:txBody>
          <a:bodyPr vert="horz" lIns="91440" tIns="45720" rIns="91440" bIns="45720" rtlCol="0" anchor="ctr">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lvl1pPr>
              <a:defRPr>
                <a:solidFill>
                  <a:schemeClr val="tx1"/>
                </a:solidFill>
              </a:defRPr>
            </a:lvl1pPr>
          </a:lstStyle>
          <a:p>
            <a:pPr algn="r"/>
            <a:r>
              <a:rPr lang="en-US" dirty="0"/>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lvl1pPr>
              <a:defRPr>
                <a:solidFill>
                  <a:schemeClr val="tx1"/>
                </a:solidFill>
              </a:defRPr>
            </a:lvl1pPr>
          </a:lstStyle>
          <a:p>
            <a:pPr algn="ctr"/>
            <a:fld id="{CC057153-B650-4DEB-B370-79DDCFDCE934}" type="slidenum">
              <a:rPr lang="en-US" smtClean="0"/>
              <a:pPr algn="ctr"/>
              <a:t>‹#›</a:t>
            </a:fld>
            <a:endParaRPr lang="en-US" dirty="0"/>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lvl1pPr>
              <a:defRPr>
                <a:solidFill>
                  <a:schemeClr val="tx1"/>
                </a:solidFill>
              </a:defRPr>
            </a:lvl1pPr>
          </a:lstStyle>
          <a:p>
            <a:fld id="{9EC1A304-701C-41E4-B1CD-607E1F9CDC82}" type="datetime4">
              <a:rPr lang="en-US" smtClean="0"/>
              <a:t>November 5, 2025</a:t>
            </a:fld>
            <a:endParaRPr lang="en-US" dirty="0"/>
          </a:p>
        </p:txBody>
      </p:sp>
    </p:spTree>
    <p:extLst>
      <p:ext uri="{BB962C8B-B14F-4D97-AF65-F5344CB8AC3E}">
        <p14:creationId xmlns:p14="http://schemas.microsoft.com/office/powerpoint/2010/main" val="551484871"/>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21792" y="832104"/>
            <a:ext cx="3026664" cy="1975104"/>
          </a:xfrm>
          <a:prstGeom prst="rect">
            <a:avLst/>
          </a:prstGeom>
        </p:spPr>
        <p:txBody>
          <a:bodyPr vert="horz" lIns="91440" tIns="45720" rIns="91440" bIns="45720" rtlCol="0" anchor="t">
            <a:normAutofit/>
          </a:bodyPr>
          <a:lstStyle>
            <a:lvl1pPr>
              <a:defRPr lang="en-US" sz="2600"/>
            </a:lvl1pPr>
          </a:lstStyle>
          <a:p>
            <a:pPr lvl="0">
              <a:lnSpc>
                <a:spcPct val="120000"/>
              </a:lnSpc>
            </a:pPr>
            <a:r>
              <a:rPr lang="en-US"/>
              <a:t>Click to edit Master title style</a:t>
            </a:r>
            <a:endParaRPr lang="en-US" dirty="0"/>
          </a:p>
        </p:txBody>
      </p:sp>
      <p:sp>
        <p:nvSpPr>
          <p:cNvPr id="4" name="Picture Placeholder 3">
            <a:extLst>
              <a:ext uri="{FF2B5EF4-FFF2-40B4-BE49-F238E27FC236}">
                <a16:creationId xmlns:a16="http://schemas.microsoft.com/office/drawing/2014/main" id="{B62DDFA9-B759-66BE-7432-9BA3B78BA115}"/>
              </a:ext>
            </a:extLst>
          </p:cNvPr>
          <p:cNvSpPr>
            <a:spLocks noGrp="1"/>
          </p:cNvSpPr>
          <p:nvPr>
            <p:ph type="pic" sz="quarter" idx="15" hasCustomPrompt="1"/>
          </p:nvPr>
        </p:nvSpPr>
        <p:spPr>
          <a:xfrm>
            <a:off x="749808" y="3127248"/>
            <a:ext cx="2752344" cy="2971800"/>
          </a:xfrm>
          <a:prstGeom prst="rect">
            <a:avLst/>
          </a:prstGeo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187952" y="832104"/>
            <a:ext cx="7159752" cy="5266944"/>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10" name="Footer Placeholder 9">
            <a:extLst>
              <a:ext uri="{FF2B5EF4-FFF2-40B4-BE49-F238E27FC236}">
                <a16:creationId xmlns:a16="http://schemas.microsoft.com/office/drawing/2014/main" id="{1132C641-BBC6-FDF1-6E07-A4ECB6F4E075}"/>
              </a:ext>
            </a:extLst>
          </p:cNvPr>
          <p:cNvSpPr>
            <a:spLocks noGrp="1"/>
          </p:cNvSpPr>
          <p:nvPr>
            <p:ph type="ftr" sz="quarter" idx="17"/>
          </p:nvPr>
        </p:nvSpPr>
        <p:spPr/>
        <p:txBody>
          <a:bodyPr/>
          <a:lstStyle/>
          <a:p>
            <a:pPr algn="r"/>
            <a:r>
              <a:rPr lang="en-US" dirty="0"/>
              <a:t>Sample Footer Text</a:t>
            </a:r>
          </a:p>
        </p:txBody>
      </p:sp>
      <p:sp>
        <p:nvSpPr>
          <p:cNvPr id="11" name="Slide Number Placeholder 10">
            <a:extLst>
              <a:ext uri="{FF2B5EF4-FFF2-40B4-BE49-F238E27FC236}">
                <a16:creationId xmlns:a16="http://schemas.microsoft.com/office/drawing/2014/main" id="{A269CA60-CDC8-6DFB-019E-C9EAC0FF936A}"/>
              </a:ext>
            </a:extLst>
          </p:cNvPr>
          <p:cNvSpPr>
            <a:spLocks noGrp="1"/>
          </p:cNvSpPr>
          <p:nvPr>
            <p:ph type="sldNum" sz="quarter" idx="18"/>
          </p:nvPr>
        </p:nvSpPr>
        <p:spPr/>
        <p:txBody>
          <a:bodyPr/>
          <a:lstStyle/>
          <a:p>
            <a:pPr algn="ctr"/>
            <a:fld id="{8D252C1B-CBF0-4A4D-8F57-7FB989103249}" type="slidenum">
              <a:rPr lang="en-US" smtClean="0"/>
              <a:pPr algn="ctr"/>
              <a:t>‹#›</a:t>
            </a:fld>
            <a:endParaRPr lang="en-US" dirty="0"/>
          </a:p>
        </p:txBody>
      </p:sp>
      <p:sp>
        <p:nvSpPr>
          <p:cNvPr id="9" name="Date Placeholder 8">
            <a:extLst>
              <a:ext uri="{FF2B5EF4-FFF2-40B4-BE49-F238E27FC236}">
                <a16:creationId xmlns:a16="http://schemas.microsoft.com/office/drawing/2014/main" id="{EA71B670-6276-528F-4109-EE99F8B6D502}"/>
              </a:ext>
            </a:extLst>
          </p:cNvPr>
          <p:cNvSpPr>
            <a:spLocks noGrp="1"/>
          </p:cNvSpPr>
          <p:nvPr>
            <p:ph type="dt" sz="half" idx="16"/>
          </p:nvPr>
        </p:nvSpPr>
        <p:spPr/>
        <p:txBody>
          <a:bodyPr/>
          <a:lstStyle/>
          <a:p>
            <a:fld id="{1995FD63-C051-4851-A820-8DDBF241CA60}" type="datetime4">
              <a:rPr lang="en-US" smtClean="0"/>
              <a:t>November 5, 2025</a:t>
            </a:fld>
            <a:endParaRPr lang="en-US" dirty="0"/>
          </a:p>
        </p:txBody>
      </p:sp>
    </p:spTree>
    <p:extLst>
      <p:ext uri="{BB962C8B-B14F-4D97-AF65-F5344CB8AC3E}">
        <p14:creationId xmlns:p14="http://schemas.microsoft.com/office/powerpoint/2010/main" val="2946353281"/>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p:cSld name="Number Large">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6F16E8A-F858-76B7-7703-ABB82298AB22}"/>
              </a:ext>
            </a:extLst>
          </p:cNvPr>
          <p:cNvSpPr/>
          <p:nvPr/>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F0E65EC-69D1-FAC9-D6E5-6E8A2AB82A01}"/>
              </a:ext>
            </a:extLst>
          </p:cNvPr>
          <p:cNvSpPr>
            <a:spLocks noGrp="1"/>
          </p:cNvSpPr>
          <p:nvPr>
            <p:ph type="title"/>
          </p:nvPr>
        </p:nvSpPr>
        <p:spPr>
          <a:xfrm>
            <a:off x="2331720" y="4828032"/>
            <a:ext cx="7525512" cy="1545336"/>
          </a:xfrm>
        </p:spPr>
        <p:txBody>
          <a:bodyPr anchor="t">
            <a:normAutofit/>
          </a:bodyPr>
          <a:lstStyle>
            <a:lvl1pPr marL="0" algn="ctr">
              <a:lnSpc>
                <a:spcPct val="130000"/>
              </a:lnSpc>
              <a:spcBef>
                <a:spcPts val="0"/>
              </a:spcBef>
              <a:defRPr sz="2800" b="0" cap="none" spc="0" baseline="0">
                <a:solidFill>
                  <a:schemeClr val="tx1"/>
                </a:solidFill>
                <a:latin typeface="+mn-lt"/>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E207DB61-BE6C-9AEA-49B9-291425132BD9}"/>
              </a:ext>
            </a:extLst>
          </p:cNvPr>
          <p:cNvSpPr>
            <a:spLocks noGrp="1"/>
          </p:cNvSpPr>
          <p:nvPr>
            <p:ph sz="quarter" idx="13" hasCustomPrompt="1"/>
          </p:nvPr>
        </p:nvSpPr>
        <p:spPr>
          <a:xfrm>
            <a:off x="822960" y="548640"/>
            <a:ext cx="10543032" cy="4114800"/>
          </a:xfrm>
        </p:spPr>
        <p:txBody>
          <a:bodyPr anchor="b">
            <a:normAutofit/>
          </a:bodyPr>
          <a:lstStyle>
            <a:lvl1pPr marL="0" indent="0" algn="ctr">
              <a:lnSpc>
                <a:spcPct val="120000"/>
              </a:lnSpc>
              <a:spcBef>
                <a:spcPts val="0"/>
              </a:spcBef>
              <a:buNone/>
              <a:defRPr sz="23200" b="1" spc="500" baseline="0">
                <a:solidFill>
                  <a:schemeClr val="tx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a:t>
            </a:r>
          </a:p>
        </p:txBody>
      </p:sp>
      <p:sp>
        <p:nvSpPr>
          <p:cNvPr id="3" name="Footer Placeholder 2">
            <a:extLst>
              <a:ext uri="{FF2B5EF4-FFF2-40B4-BE49-F238E27FC236}">
                <a16:creationId xmlns:a16="http://schemas.microsoft.com/office/drawing/2014/main" id="{47D970E4-89C7-FDD7-2F15-A6B821976CD9}"/>
              </a:ext>
            </a:extLst>
          </p:cNvPr>
          <p:cNvSpPr>
            <a:spLocks noGrp="1"/>
          </p:cNvSpPr>
          <p:nvPr>
            <p:ph type="ftr" sz="quarter" idx="10"/>
          </p:nvPr>
        </p:nvSpPr>
        <p:spPr/>
        <p:txBody>
          <a:bodyPr/>
          <a:lstStyle>
            <a:lvl1pPr>
              <a:defRPr>
                <a:solidFill>
                  <a:schemeClr val="tx1"/>
                </a:solidFill>
              </a:defRPr>
            </a:lvl1pPr>
          </a:lstStyle>
          <a:p>
            <a:r>
              <a:rPr lang="en-US" dirty="0"/>
              <a:t>Sample Footer Text</a:t>
            </a:r>
          </a:p>
        </p:txBody>
      </p:sp>
      <p:sp>
        <p:nvSpPr>
          <p:cNvPr id="4" name="Slide Number Placeholder 3">
            <a:extLst>
              <a:ext uri="{FF2B5EF4-FFF2-40B4-BE49-F238E27FC236}">
                <a16:creationId xmlns:a16="http://schemas.microsoft.com/office/drawing/2014/main" id="{E7721770-26D7-706F-0EDB-A445E203E012}"/>
              </a:ext>
            </a:extLst>
          </p:cNvPr>
          <p:cNvSpPr>
            <a:spLocks noGrp="1"/>
          </p:cNvSpPr>
          <p:nvPr>
            <p:ph type="sldNum" sz="quarter" idx="11"/>
          </p:nvPr>
        </p:nvSpPr>
        <p:spPr/>
        <p:txBody>
          <a:bodyPr/>
          <a:lstStyle>
            <a:lvl1pPr>
              <a:defRPr>
                <a:solidFill>
                  <a:schemeClr val="tx1"/>
                </a:solidFill>
              </a:defRPr>
            </a:lvl1pPr>
          </a:lstStyle>
          <a:p>
            <a:fld id="{8D252C1B-CBF0-4A4D-8F57-7FB989103249}" type="slidenum">
              <a:rPr lang="en-US" smtClean="0"/>
              <a:pPr/>
              <a:t>‹#›</a:t>
            </a:fld>
            <a:endParaRPr lang="en-US" dirty="0"/>
          </a:p>
        </p:txBody>
      </p:sp>
      <p:sp>
        <p:nvSpPr>
          <p:cNvPr id="5" name="Date Placeholder 4">
            <a:extLst>
              <a:ext uri="{FF2B5EF4-FFF2-40B4-BE49-F238E27FC236}">
                <a16:creationId xmlns:a16="http://schemas.microsoft.com/office/drawing/2014/main" id="{BC55A4EF-CED2-308E-B4C9-D9B9653D2AD1}"/>
              </a:ext>
            </a:extLst>
          </p:cNvPr>
          <p:cNvSpPr>
            <a:spLocks noGrp="1"/>
          </p:cNvSpPr>
          <p:nvPr>
            <p:ph type="dt" sz="half" idx="12"/>
          </p:nvPr>
        </p:nvSpPr>
        <p:spPr/>
        <p:txBody>
          <a:bodyPr/>
          <a:lstStyle>
            <a:lvl1pPr>
              <a:defRPr>
                <a:solidFill>
                  <a:schemeClr val="tx1"/>
                </a:solidFill>
              </a:defRPr>
            </a:lvl1pPr>
          </a:lstStyle>
          <a:p>
            <a:fld id="{B78997B2-9003-48CD-B83A-C903A0638E6F}" type="datetime4">
              <a:rPr lang="en-US" smtClean="0"/>
              <a:t>November 5, 2025</a:t>
            </a:fld>
            <a:endParaRPr lang="en-US" dirty="0"/>
          </a:p>
        </p:txBody>
      </p:sp>
    </p:spTree>
    <p:extLst>
      <p:ext uri="{BB962C8B-B14F-4D97-AF65-F5344CB8AC3E}">
        <p14:creationId xmlns:p14="http://schemas.microsoft.com/office/powerpoint/2010/main" val="2909887524"/>
      </p:ext>
    </p:extLst>
  </p:cSld>
  <p:clrMapOvr>
    <a:overrideClrMapping bg1="dk1" tx1="lt1" bg2="dk2" tx2="lt2" accent1="accent1" accent2="accent2" accent3="accent3" accent4="accent4" accent5="accent5" accent6="accent6" hlink="hlink" folHlink="folHlink"/>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p:cSld name="Number Large 2">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043AE59-31BF-4CD0-B64D-488B187044AD}"/>
              </a:ext>
            </a:extLst>
          </p:cNvPr>
          <p:cNvSpPr/>
          <p:nvPr/>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Oval 8">
            <a:extLst>
              <a:ext uri="{FF2B5EF4-FFF2-40B4-BE49-F238E27FC236}">
                <a16:creationId xmlns:a16="http://schemas.microsoft.com/office/drawing/2014/main" id="{4FEF9AB3-605A-C45F-3FFA-AEF6C0D87134}"/>
              </a:ext>
              <a:ext uri="{C183D7F6-B498-43B3-948B-1728B52AA6E4}">
                <adec:decorative xmlns:adec="http://schemas.microsoft.com/office/drawing/2017/decorative" val="1"/>
              </a:ext>
            </a:extLst>
          </p:cNvPr>
          <p:cNvSpPr/>
          <p:nvPr/>
        </p:nvSpPr>
        <p:spPr>
          <a:xfrm>
            <a:off x="829587" y="753291"/>
            <a:ext cx="5356272" cy="5356272"/>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7640B12-A59E-654A-6E7E-8CBC32CC5C12}"/>
              </a:ext>
            </a:extLst>
          </p:cNvPr>
          <p:cNvSpPr>
            <a:spLocks noGrp="1"/>
          </p:cNvSpPr>
          <p:nvPr>
            <p:ph type="title"/>
          </p:nvPr>
        </p:nvSpPr>
        <p:spPr>
          <a:xfrm>
            <a:off x="7132320" y="1481328"/>
            <a:ext cx="3977640" cy="3886200"/>
          </a:xfrm>
        </p:spPr>
        <p:txBody>
          <a:bodyPr anchor="ctr"/>
          <a:lstStyle>
            <a:lvl1pPr algn="ctr">
              <a:spcBef>
                <a:spcPts val="1000"/>
              </a:spcBef>
              <a:defRPr b="0" cap="none" spc="0" baseline="0">
                <a:solidFill>
                  <a:schemeClr val="tx1"/>
                </a:solidFill>
                <a:latin typeface="+mn-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8AA62E67-6EFE-A657-9851-29A1E17F2C61}"/>
              </a:ext>
            </a:extLst>
          </p:cNvPr>
          <p:cNvSpPr>
            <a:spLocks noGrp="1"/>
          </p:cNvSpPr>
          <p:nvPr>
            <p:ph sz="quarter" idx="13" hasCustomPrompt="1"/>
          </p:nvPr>
        </p:nvSpPr>
        <p:spPr>
          <a:xfrm>
            <a:off x="1005840" y="1399032"/>
            <a:ext cx="5029200" cy="3886200"/>
          </a:xfrm>
        </p:spPr>
        <p:txBody>
          <a:bodyPr anchor="ctr">
            <a:normAutofit/>
          </a:bodyPr>
          <a:lstStyle>
            <a:lvl1pPr marL="0" indent="0" algn="ctr">
              <a:lnSpc>
                <a:spcPct val="120000"/>
              </a:lnSpc>
              <a:spcBef>
                <a:spcPts val="0"/>
              </a:spcBef>
              <a:buNone/>
              <a:defRPr sz="16500" b="1" spc="500" baseline="0">
                <a:solidFill>
                  <a:schemeClr val="bg1"/>
                </a:solidFill>
                <a:latin typeface="+mj-lt"/>
              </a:defRPr>
            </a:lvl1pPr>
            <a:lvl2pPr marL="228600" indent="0">
              <a:buNone/>
              <a:defRPr/>
            </a:lvl2pPr>
          </a:lstStyle>
          <a:p>
            <a:pPr lvl="0"/>
            <a:r>
              <a:rPr lang="en-US" dirty="0"/>
              <a:t>##%</a:t>
            </a:r>
          </a:p>
        </p:txBody>
      </p:sp>
      <p:sp>
        <p:nvSpPr>
          <p:cNvPr id="3" name="Footer Placeholder 2">
            <a:extLst>
              <a:ext uri="{FF2B5EF4-FFF2-40B4-BE49-F238E27FC236}">
                <a16:creationId xmlns:a16="http://schemas.microsoft.com/office/drawing/2014/main" id="{980B5812-D54A-2810-00A5-4B3384EA458C}"/>
              </a:ext>
            </a:extLst>
          </p:cNvPr>
          <p:cNvSpPr>
            <a:spLocks noGrp="1"/>
          </p:cNvSpPr>
          <p:nvPr>
            <p:ph type="ftr" sz="quarter" idx="10"/>
          </p:nvPr>
        </p:nvSpPr>
        <p:spPr/>
        <p:txBody>
          <a:bodyPr/>
          <a:lstStyle>
            <a:lvl1pPr>
              <a:defRPr>
                <a:solidFill>
                  <a:schemeClr val="tx1"/>
                </a:solidFill>
              </a:defRPr>
            </a:lvl1pPr>
          </a:lstStyle>
          <a:p>
            <a:r>
              <a:rPr lang="en-US" dirty="0"/>
              <a:t>Sample Footer Text</a:t>
            </a:r>
          </a:p>
        </p:txBody>
      </p:sp>
      <p:sp>
        <p:nvSpPr>
          <p:cNvPr id="4" name="Slide Number Placeholder 3">
            <a:extLst>
              <a:ext uri="{FF2B5EF4-FFF2-40B4-BE49-F238E27FC236}">
                <a16:creationId xmlns:a16="http://schemas.microsoft.com/office/drawing/2014/main" id="{FC0F3867-F89A-4A63-8E1F-30A9D8443513}"/>
              </a:ext>
            </a:extLst>
          </p:cNvPr>
          <p:cNvSpPr>
            <a:spLocks noGrp="1"/>
          </p:cNvSpPr>
          <p:nvPr>
            <p:ph type="sldNum" sz="quarter" idx="11"/>
          </p:nvPr>
        </p:nvSpPr>
        <p:spPr/>
        <p:txBody>
          <a:bodyPr/>
          <a:lstStyle>
            <a:lvl1pPr>
              <a:defRPr>
                <a:solidFill>
                  <a:schemeClr val="tx1"/>
                </a:solidFill>
              </a:defRPr>
            </a:lvl1pPr>
          </a:lstStyle>
          <a:p>
            <a:fld id="{8D252C1B-CBF0-4A4D-8F57-7FB989103249}" type="slidenum">
              <a:rPr lang="en-US" smtClean="0"/>
              <a:pPr/>
              <a:t>‹#›</a:t>
            </a:fld>
            <a:endParaRPr lang="en-US" dirty="0"/>
          </a:p>
        </p:txBody>
      </p:sp>
      <p:sp>
        <p:nvSpPr>
          <p:cNvPr id="5" name="Date Placeholder 4">
            <a:extLst>
              <a:ext uri="{FF2B5EF4-FFF2-40B4-BE49-F238E27FC236}">
                <a16:creationId xmlns:a16="http://schemas.microsoft.com/office/drawing/2014/main" id="{AAA9ED1A-DC2B-ED35-A437-746FE2AE3EFA}"/>
              </a:ext>
            </a:extLst>
          </p:cNvPr>
          <p:cNvSpPr>
            <a:spLocks noGrp="1"/>
          </p:cNvSpPr>
          <p:nvPr>
            <p:ph type="dt" sz="half" idx="12"/>
          </p:nvPr>
        </p:nvSpPr>
        <p:spPr/>
        <p:txBody>
          <a:bodyPr/>
          <a:lstStyle>
            <a:lvl1pPr>
              <a:defRPr>
                <a:solidFill>
                  <a:schemeClr val="tx1"/>
                </a:solidFill>
              </a:defRPr>
            </a:lvl1pPr>
          </a:lstStyle>
          <a:p>
            <a:fld id="{E231C0BD-AF59-4F1B-B4C9-58747A5032BD}" type="datetime4">
              <a:rPr lang="en-US" smtClean="0"/>
              <a:t>November 5, 2025</a:t>
            </a:fld>
            <a:endParaRPr lang="en-US" dirty="0"/>
          </a:p>
        </p:txBody>
      </p:sp>
    </p:spTree>
    <p:extLst>
      <p:ext uri="{BB962C8B-B14F-4D97-AF65-F5344CB8AC3E}">
        <p14:creationId xmlns:p14="http://schemas.microsoft.com/office/powerpoint/2010/main" val="4086485911"/>
      </p:ext>
    </p:extLst>
  </p:cSld>
  <p:clrMapOvr>
    <a:overrideClrMapping bg1="dk1" tx1="lt1" bg2="dk2" tx2="lt2" accent1="accent1" accent2="accent2" accent3="accent3" accent4="accent4" accent5="accent5" accent6="accent6" hlink="hlink" folHlink="folHlink"/>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p:cSld name="Number Larg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941F36-A966-D880-C890-0B3EA3C978B6}"/>
              </a:ext>
            </a:extLst>
          </p:cNvPr>
          <p:cNvSpPr>
            <a:spLocks noGrp="1"/>
          </p:cNvSpPr>
          <p:nvPr>
            <p:ph type="title"/>
          </p:nvPr>
        </p:nvSpPr>
        <p:spPr>
          <a:xfrm>
            <a:off x="621792" y="5157216"/>
            <a:ext cx="6931152" cy="1353312"/>
          </a:xfrm>
        </p:spPr>
        <p:txBody>
          <a:bodyPr vert="horz" lIns="91440" tIns="45720" rIns="91440" bIns="45720" rtlCol="0" anchor="ctr">
            <a:normAutofit/>
          </a:bodyPr>
          <a:lstStyle>
            <a:lvl1pPr>
              <a:defRPr lang="en-US" b="0" cap="none" spc="0" baseline="0" dirty="0">
                <a:latin typeface="+mn-lt"/>
              </a:defRPr>
            </a:lvl1pPr>
          </a:lstStyle>
          <a:p>
            <a:pPr lvl="0"/>
            <a:r>
              <a:rPr lang="en-US"/>
              <a:t>Click to edit Master title style</a:t>
            </a:r>
            <a:endParaRPr lang="en-US" dirty="0"/>
          </a:p>
        </p:txBody>
      </p:sp>
      <p:sp>
        <p:nvSpPr>
          <p:cNvPr id="7" name="Content Placeholder 6">
            <a:extLst>
              <a:ext uri="{FF2B5EF4-FFF2-40B4-BE49-F238E27FC236}">
                <a16:creationId xmlns:a16="http://schemas.microsoft.com/office/drawing/2014/main" id="{5B8CC9FE-E9AE-82C9-1D49-0568AE22C3A3}"/>
              </a:ext>
            </a:extLst>
          </p:cNvPr>
          <p:cNvSpPr>
            <a:spLocks noGrp="1"/>
          </p:cNvSpPr>
          <p:nvPr>
            <p:ph sz="quarter" idx="13" hasCustomPrompt="1"/>
          </p:nvPr>
        </p:nvSpPr>
        <p:spPr>
          <a:xfrm>
            <a:off x="621792" y="603504"/>
            <a:ext cx="10716768" cy="4206240"/>
          </a:xfrm>
        </p:spPr>
        <p:txBody>
          <a:bodyPr vert="horz" lIns="91440" tIns="45720" rIns="91440" bIns="45720" rtlCol="0" anchor="ctr">
            <a:normAutofit/>
          </a:bodyPr>
          <a:lstStyle>
            <a:lvl1pPr marL="0" indent="0">
              <a:lnSpc>
                <a:spcPct val="120000"/>
              </a:lnSpc>
              <a:spcBef>
                <a:spcPts val="0"/>
              </a:spcBef>
              <a:buNone/>
              <a:defRPr lang="en-US" sz="39000" b="1" spc="500" baseline="0" dirty="0">
                <a:latin typeface="+mj-lt"/>
              </a:defRPr>
            </a:lvl1pPr>
          </a:lstStyle>
          <a:p>
            <a:pPr lvl="0"/>
            <a:r>
              <a:rPr lang="en-US" dirty="0"/>
              <a:t>##%</a:t>
            </a:r>
          </a:p>
        </p:txBody>
      </p:sp>
      <p:sp>
        <p:nvSpPr>
          <p:cNvPr id="3" name="Footer Placeholder 2">
            <a:extLst>
              <a:ext uri="{FF2B5EF4-FFF2-40B4-BE49-F238E27FC236}">
                <a16:creationId xmlns:a16="http://schemas.microsoft.com/office/drawing/2014/main" id="{29FA889A-0E94-96F7-790B-F7EF9DDB147D}"/>
              </a:ext>
            </a:extLst>
          </p:cNvPr>
          <p:cNvSpPr>
            <a:spLocks noGrp="1"/>
          </p:cNvSpPr>
          <p:nvPr>
            <p:ph type="ftr" sz="quarter" idx="10"/>
          </p:nvPr>
        </p:nvSpPr>
        <p:spPr/>
        <p:txBody>
          <a:bodyPr/>
          <a:lstStyle/>
          <a:p>
            <a:pPr algn="r"/>
            <a:r>
              <a:rPr lang="en-US" dirty="0"/>
              <a:t>Sample Footer Text</a:t>
            </a:r>
          </a:p>
        </p:txBody>
      </p:sp>
      <p:sp>
        <p:nvSpPr>
          <p:cNvPr id="4" name="Slide Number Placeholder 3">
            <a:extLst>
              <a:ext uri="{FF2B5EF4-FFF2-40B4-BE49-F238E27FC236}">
                <a16:creationId xmlns:a16="http://schemas.microsoft.com/office/drawing/2014/main" id="{2E4FEE4D-78A2-B098-B481-6CC916DC93AF}"/>
              </a:ext>
            </a:extLst>
          </p:cNvPr>
          <p:cNvSpPr>
            <a:spLocks noGrp="1"/>
          </p:cNvSpPr>
          <p:nvPr>
            <p:ph type="sldNum" sz="quarter" idx="11"/>
          </p:nvPr>
        </p:nvSpPr>
        <p:spPr/>
        <p:txBody>
          <a:bodyPr/>
          <a:lstStyle/>
          <a:p>
            <a:pPr algn="ctr"/>
            <a:fld id="{8D252C1B-CBF0-4A4D-8F57-7FB989103249}" type="slidenum">
              <a:rPr lang="en-US" smtClean="0"/>
              <a:pPr algn="ctr"/>
              <a:t>‹#›</a:t>
            </a:fld>
            <a:endParaRPr lang="en-US" dirty="0"/>
          </a:p>
        </p:txBody>
      </p:sp>
      <p:sp>
        <p:nvSpPr>
          <p:cNvPr id="5" name="Date Placeholder 4">
            <a:extLst>
              <a:ext uri="{FF2B5EF4-FFF2-40B4-BE49-F238E27FC236}">
                <a16:creationId xmlns:a16="http://schemas.microsoft.com/office/drawing/2014/main" id="{625CB889-1611-4735-09D2-89114FF81E80}"/>
              </a:ext>
            </a:extLst>
          </p:cNvPr>
          <p:cNvSpPr>
            <a:spLocks noGrp="1"/>
          </p:cNvSpPr>
          <p:nvPr>
            <p:ph type="dt" sz="half" idx="12"/>
          </p:nvPr>
        </p:nvSpPr>
        <p:spPr/>
        <p:txBody>
          <a:bodyPr/>
          <a:lstStyle/>
          <a:p>
            <a:fld id="{116C72B1-0A2D-429D-B2B1-BF5B377D1D89}" type="datetime4">
              <a:rPr lang="en-US" smtClean="0"/>
              <a:t>November 5, 2025</a:t>
            </a:fld>
            <a:endParaRPr lang="en-US" dirty="0"/>
          </a:p>
        </p:txBody>
      </p:sp>
    </p:spTree>
    <p:extLst>
      <p:ext uri="{BB962C8B-B14F-4D97-AF65-F5344CB8AC3E}">
        <p14:creationId xmlns:p14="http://schemas.microsoft.com/office/powerpoint/2010/main" val="1420930999"/>
      </p:ext>
    </p:extLst>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a:prstGeom prst="rect">
            <a:avLst/>
          </a:prstGeo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630936"/>
            <a:ext cx="8823960" cy="5605272"/>
          </a:xfrm>
          <a:prstGeom prst="rect">
            <a:avLst/>
          </a:prstGeom>
        </p:spPr>
        <p:txBody>
          <a:bodyPr anchor="ctr">
            <a:normAutofit/>
          </a:bodyPr>
          <a:lstStyle>
            <a:lvl1pPr marL="0" indent="0">
              <a:lnSpc>
                <a:spcPct val="100000"/>
              </a:lnSpc>
              <a:buNone/>
              <a:defRPr sz="6600" b="1">
                <a:latin typeface="+mj-lt"/>
              </a:defRPr>
            </a:lvl1pPr>
            <a:lvl2pPr marL="228600" indent="0">
              <a:lnSpc>
                <a:spcPct val="100000"/>
              </a:lnSpc>
              <a:buNone/>
              <a:defRPr sz="6000" b="1">
                <a:latin typeface="+mj-lt"/>
              </a:defRPr>
            </a:lvl2pPr>
            <a:lvl3pPr marL="457200" indent="0">
              <a:lnSpc>
                <a:spcPct val="100000"/>
              </a:lnSpc>
              <a:buNone/>
              <a:defRPr sz="5400" b="1">
                <a:latin typeface="+mj-lt"/>
              </a:defRPr>
            </a:lvl3pPr>
            <a:lvl4pPr marL="685800" indent="0">
              <a:lnSpc>
                <a:spcPct val="100000"/>
              </a:lnSpc>
              <a:buNone/>
              <a:defRPr sz="4800" b="1">
                <a:latin typeface="+mj-lt"/>
              </a:defRPr>
            </a:lvl4pPr>
            <a:lvl5pPr marL="914400" indent="0">
              <a:lnSpc>
                <a:spcPct val="100000"/>
              </a:lnSpc>
              <a:buNone/>
              <a:defRPr sz="4400" b="1">
                <a:latin typeface="+mj-lt"/>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7">
            <a:extLst>
              <a:ext uri="{FF2B5EF4-FFF2-40B4-BE49-F238E27FC236}">
                <a16:creationId xmlns:a16="http://schemas.microsoft.com/office/drawing/2014/main" id="{C238DD6E-BA45-325F-FC98-6AB079993A27}"/>
              </a:ext>
            </a:extLst>
          </p:cNvPr>
          <p:cNvSpPr>
            <a:spLocks noGrp="1"/>
          </p:cNvSpPr>
          <p:nvPr>
            <p:ph type="ftr" sz="quarter" idx="15"/>
          </p:nvPr>
        </p:nvSpPr>
        <p:spPr/>
        <p:txBody>
          <a:bodyPr/>
          <a:lstStyle/>
          <a:p>
            <a:pPr algn="r"/>
            <a:r>
              <a:rPr lang="en-US" dirty="0"/>
              <a:t>Sample Footer Text</a:t>
            </a:r>
          </a:p>
        </p:txBody>
      </p:sp>
      <p:sp>
        <p:nvSpPr>
          <p:cNvPr id="9" name="Slide Number Placeholder 8">
            <a:extLst>
              <a:ext uri="{FF2B5EF4-FFF2-40B4-BE49-F238E27FC236}">
                <a16:creationId xmlns:a16="http://schemas.microsoft.com/office/drawing/2014/main" id="{84561359-17E3-A6CE-455E-CE886396C407}"/>
              </a:ext>
            </a:extLst>
          </p:cNvPr>
          <p:cNvSpPr>
            <a:spLocks noGrp="1"/>
          </p:cNvSpPr>
          <p:nvPr>
            <p:ph type="sldNum" sz="quarter" idx="16"/>
          </p:nvPr>
        </p:nvSpPr>
        <p:spPr/>
        <p:txBody>
          <a:bodyPr/>
          <a:lstStyle/>
          <a:p>
            <a:pPr algn="ctr"/>
            <a:fld id="{8D252C1B-CBF0-4A4D-8F57-7FB989103249}" type="slidenum">
              <a:rPr lang="en-US" smtClean="0"/>
              <a:pPr algn="ctr"/>
              <a:t>‹#›</a:t>
            </a:fld>
            <a:endParaRPr lang="en-US" dirty="0"/>
          </a:p>
        </p:txBody>
      </p:sp>
      <p:sp>
        <p:nvSpPr>
          <p:cNvPr id="6" name="Date Placeholder 5">
            <a:extLst>
              <a:ext uri="{FF2B5EF4-FFF2-40B4-BE49-F238E27FC236}">
                <a16:creationId xmlns:a16="http://schemas.microsoft.com/office/drawing/2014/main" id="{3B755257-CD66-9127-946E-3A75867E9B50}"/>
              </a:ext>
            </a:extLst>
          </p:cNvPr>
          <p:cNvSpPr>
            <a:spLocks noGrp="1"/>
          </p:cNvSpPr>
          <p:nvPr>
            <p:ph type="dt" sz="half" idx="14"/>
          </p:nvPr>
        </p:nvSpPr>
        <p:spPr/>
        <p:txBody>
          <a:bodyPr/>
          <a:lstStyle/>
          <a:p>
            <a:fld id="{F4CD7DA1-433E-4F42-9B26-CF2D550CE4CE}" type="datetime4">
              <a:rPr lang="en-US" smtClean="0"/>
              <a:t>November 5, 2025</a:t>
            </a:fld>
            <a:endParaRPr lang="en-US" dirty="0"/>
          </a:p>
        </p:txBody>
      </p:sp>
    </p:spTree>
    <p:extLst>
      <p:ext uri="{BB962C8B-B14F-4D97-AF65-F5344CB8AC3E}">
        <p14:creationId xmlns:p14="http://schemas.microsoft.com/office/powerpoint/2010/main" val="455551413"/>
      </p:ext>
    </p:extLst>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p:cSld name="Statement 2">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CDCB91B-F7AB-C799-1090-5C309D0D60A3}"/>
              </a:ext>
            </a:extLst>
          </p:cNvPr>
          <p:cNvSpPr/>
          <p:nvPr/>
        </p:nvSpPr>
        <p:spPr>
          <a:xfrm>
            <a:off x="0" y="0"/>
            <a:ext cx="12192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D52DDDF4-404D-D47E-DF36-45AD969EF656}"/>
              </a:ext>
              <a:ext uri="{C183D7F6-B498-43B3-948B-1728B52AA6E4}">
                <adec:decorative xmlns:adec="http://schemas.microsoft.com/office/drawing/2017/decorative" val="1"/>
              </a:ext>
            </a:extLst>
          </p:cNvPr>
          <p:cNvSpPr/>
          <p:nvPr/>
        </p:nvSpPr>
        <p:spPr>
          <a:xfrm>
            <a:off x="762000" y="762000"/>
            <a:ext cx="10668000" cy="5334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a:prstGeom prst="rect">
            <a:avLst/>
          </a:prstGeo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345996" y="1243585"/>
            <a:ext cx="9363456" cy="4352544"/>
          </a:xfrm>
          <a:prstGeom prst="rect">
            <a:avLst/>
          </a:prstGeom>
        </p:spPr>
        <p:txBody>
          <a:bodyPr anchor="b">
            <a:normAutofit/>
          </a:bodyPr>
          <a:lstStyle>
            <a:lvl1pPr marL="0" indent="0">
              <a:lnSpc>
                <a:spcPct val="100000"/>
              </a:lnSpc>
              <a:buNone/>
              <a:defRPr sz="5400" b="1">
                <a:solidFill>
                  <a:schemeClr val="tx1"/>
                </a:solidFill>
                <a:latin typeface="+mj-lt"/>
              </a:defRPr>
            </a:lvl1pPr>
            <a:lvl2pPr marL="228600" indent="0">
              <a:lnSpc>
                <a:spcPct val="100000"/>
              </a:lnSpc>
              <a:buNone/>
              <a:defRPr sz="4800" b="1">
                <a:solidFill>
                  <a:schemeClr val="tx1"/>
                </a:solidFill>
                <a:latin typeface="+mj-lt"/>
              </a:defRPr>
            </a:lvl2pPr>
            <a:lvl3pPr marL="457200" indent="0">
              <a:lnSpc>
                <a:spcPct val="100000"/>
              </a:lnSpc>
              <a:buNone/>
              <a:defRPr sz="4400" b="1">
                <a:solidFill>
                  <a:schemeClr val="tx1"/>
                </a:solidFill>
                <a:latin typeface="+mj-lt"/>
              </a:defRPr>
            </a:lvl3pPr>
            <a:lvl4pPr marL="685800" indent="0">
              <a:lnSpc>
                <a:spcPct val="100000"/>
              </a:lnSpc>
              <a:buNone/>
              <a:defRPr sz="4000" b="1">
                <a:solidFill>
                  <a:schemeClr val="tx1"/>
                </a:solidFill>
                <a:latin typeface="+mj-lt"/>
              </a:defRPr>
            </a:lvl4pPr>
            <a:lvl5pPr marL="914400" indent="0">
              <a:lnSpc>
                <a:spcPct val="100000"/>
              </a:lnSpc>
              <a:buNone/>
              <a:defRPr sz="3600" b="1">
                <a:solidFill>
                  <a:schemeClr val="tx1"/>
                </a:solidFill>
                <a:latin typeface="+mj-lt"/>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er Placeholder 8">
            <a:extLst>
              <a:ext uri="{FF2B5EF4-FFF2-40B4-BE49-F238E27FC236}">
                <a16:creationId xmlns:a16="http://schemas.microsoft.com/office/drawing/2014/main" id="{7BF4B512-F99C-D9B7-72D2-817D72EBA2DB}"/>
              </a:ext>
            </a:extLst>
          </p:cNvPr>
          <p:cNvSpPr>
            <a:spLocks noGrp="1"/>
          </p:cNvSpPr>
          <p:nvPr>
            <p:ph type="ftr" sz="quarter" idx="15"/>
          </p:nvPr>
        </p:nvSpPr>
        <p:spPr/>
        <p:txBody>
          <a:bodyPr/>
          <a:lstStyle>
            <a:lvl1pPr>
              <a:defRPr>
                <a:solidFill>
                  <a:schemeClr val="bg1"/>
                </a:solidFill>
              </a:defRPr>
            </a:lvl1pPr>
          </a:lstStyle>
          <a:p>
            <a:r>
              <a:rPr lang="en-US" dirty="0"/>
              <a:t>Sample Footer Text</a:t>
            </a:r>
          </a:p>
        </p:txBody>
      </p:sp>
      <p:sp>
        <p:nvSpPr>
          <p:cNvPr id="10" name="Slide Number Placeholder 9">
            <a:extLst>
              <a:ext uri="{FF2B5EF4-FFF2-40B4-BE49-F238E27FC236}">
                <a16:creationId xmlns:a16="http://schemas.microsoft.com/office/drawing/2014/main" id="{63845CAD-AC7C-64D8-6E51-EE79214F6F82}"/>
              </a:ext>
            </a:extLst>
          </p:cNvPr>
          <p:cNvSpPr>
            <a:spLocks noGrp="1"/>
          </p:cNvSpPr>
          <p:nvPr>
            <p:ph type="sldNum" sz="quarter" idx="16"/>
          </p:nvPr>
        </p:nvSpPr>
        <p:spPr/>
        <p:txBody>
          <a:bodyPr/>
          <a:lstStyle>
            <a:lvl1pPr>
              <a:defRPr>
                <a:solidFill>
                  <a:schemeClr val="bg1"/>
                </a:solidFill>
              </a:defRPr>
            </a:lvl1pPr>
          </a:lstStyle>
          <a:p>
            <a:fld id="{8D252C1B-CBF0-4A4D-8F57-7FB989103249}" type="slidenum">
              <a:rPr lang="en-US" smtClean="0"/>
              <a:pPr/>
              <a:t>‹#›</a:t>
            </a:fld>
            <a:endParaRPr lang="en-US" dirty="0"/>
          </a:p>
        </p:txBody>
      </p:sp>
      <p:sp>
        <p:nvSpPr>
          <p:cNvPr id="8" name="Date Placeholder 7">
            <a:extLst>
              <a:ext uri="{FF2B5EF4-FFF2-40B4-BE49-F238E27FC236}">
                <a16:creationId xmlns:a16="http://schemas.microsoft.com/office/drawing/2014/main" id="{C50EBA60-CA19-124A-5E9C-A6B0920F6C60}"/>
              </a:ext>
            </a:extLst>
          </p:cNvPr>
          <p:cNvSpPr>
            <a:spLocks noGrp="1"/>
          </p:cNvSpPr>
          <p:nvPr>
            <p:ph type="dt" sz="half" idx="14"/>
          </p:nvPr>
        </p:nvSpPr>
        <p:spPr/>
        <p:txBody>
          <a:bodyPr/>
          <a:lstStyle>
            <a:lvl1pPr>
              <a:defRPr>
                <a:solidFill>
                  <a:schemeClr val="bg1"/>
                </a:solidFill>
              </a:defRPr>
            </a:lvl1pPr>
          </a:lstStyle>
          <a:p>
            <a:fld id="{83AB15FE-21A4-45E6-A659-0B78C0AFE145}" type="datetime4">
              <a:rPr lang="en-US" smtClean="0"/>
              <a:t>November 5, 2025</a:t>
            </a:fld>
            <a:endParaRPr lang="en-US" dirty="0"/>
          </a:p>
        </p:txBody>
      </p:sp>
    </p:spTree>
    <p:extLst>
      <p:ext uri="{BB962C8B-B14F-4D97-AF65-F5344CB8AC3E}">
        <p14:creationId xmlns:p14="http://schemas.microsoft.com/office/powerpoint/2010/main" val="1225610615"/>
      </p:ext>
    </p:extLst>
  </p:cSld>
  <p:clrMapOvr>
    <a:overrideClrMapping bg1="dk1" tx1="lt1" bg2="dk2" tx2="lt2" accent1="accent1" accent2="accent2" accent3="accent3" accent4="accent4" accent5="accent5" accent6="accent6" hlink="hlink" folHlink="folHlink"/>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p:cSld name="Statement 3">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8E9CBC3-FB2F-021E-EC50-10053B0965CA}"/>
              </a:ext>
            </a:extLst>
          </p:cNvPr>
          <p:cNvSpPr/>
          <p:nvPr/>
        </p:nvSpPr>
        <p:spPr>
          <a:xfrm>
            <a:off x="0" y="0"/>
            <a:ext cx="12192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8537E67D-6FAD-0A99-C787-882ED71E23B1}"/>
              </a:ext>
              <a:ext uri="{C183D7F6-B498-43B3-948B-1728B52AA6E4}">
                <adec:decorative xmlns:adec="http://schemas.microsoft.com/office/drawing/2017/decorative" val="1"/>
              </a:ext>
            </a:extLst>
          </p:cNvPr>
          <p:cNvSpPr/>
          <p:nvPr/>
        </p:nvSpPr>
        <p:spPr>
          <a:xfrm>
            <a:off x="762000" y="762000"/>
            <a:ext cx="10668000" cy="5334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a:prstGeom prst="rect">
            <a:avLst/>
          </a:prstGeo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678305" y="1725930"/>
            <a:ext cx="8835390" cy="3406140"/>
          </a:xfrm>
          <a:prstGeom prst="rect">
            <a:avLst/>
          </a:prstGeom>
        </p:spPr>
        <p:txBody>
          <a:bodyPr anchor="ctr">
            <a:normAutofit/>
          </a:bodyPr>
          <a:lstStyle>
            <a:lvl1pPr marL="0" indent="0" algn="ctr">
              <a:lnSpc>
                <a:spcPct val="120000"/>
              </a:lnSpc>
              <a:buNone/>
              <a:defRPr sz="2800" b="1" cap="all" spc="400" baseline="0">
                <a:solidFill>
                  <a:schemeClr val="tx1"/>
                </a:solidFill>
                <a:latin typeface="+mj-lt"/>
              </a:defRPr>
            </a:lvl1pPr>
            <a:lvl2pPr marL="228600" indent="0" algn="ctr">
              <a:lnSpc>
                <a:spcPct val="120000"/>
              </a:lnSpc>
              <a:buNone/>
              <a:defRPr sz="2400" b="1" cap="all" spc="400" baseline="0">
                <a:solidFill>
                  <a:schemeClr val="tx1"/>
                </a:solidFill>
                <a:latin typeface="+mj-lt"/>
              </a:defRPr>
            </a:lvl2pPr>
            <a:lvl3pPr marL="457200" indent="0" algn="ctr">
              <a:lnSpc>
                <a:spcPct val="120000"/>
              </a:lnSpc>
              <a:buNone/>
              <a:defRPr sz="2000" b="1" cap="all" spc="400" baseline="0">
                <a:solidFill>
                  <a:schemeClr val="tx1"/>
                </a:solidFill>
                <a:latin typeface="+mj-lt"/>
              </a:defRPr>
            </a:lvl3pPr>
            <a:lvl4pPr marL="685800" indent="0" algn="ctr">
              <a:lnSpc>
                <a:spcPct val="120000"/>
              </a:lnSpc>
              <a:buNone/>
              <a:defRPr sz="1800" b="1" cap="all" spc="400" baseline="0">
                <a:solidFill>
                  <a:schemeClr val="tx1"/>
                </a:solidFill>
                <a:latin typeface="+mj-lt"/>
              </a:defRPr>
            </a:lvl4pPr>
            <a:lvl5pPr marL="914400" indent="0" algn="ctr">
              <a:lnSpc>
                <a:spcPct val="120000"/>
              </a:lnSpc>
              <a:buNone/>
              <a:defRPr sz="1600" b="1" cap="all" spc="400" baseline="0">
                <a:solidFill>
                  <a:schemeClr val="tx1"/>
                </a:solidFill>
                <a:latin typeface="+mj-lt"/>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33DE137C-5ECC-1E5D-1B32-66980AF57C90}"/>
              </a:ext>
            </a:extLst>
          </p:cNvPr>
          <p:cNvSpPr>
            <a:spLocks noGrp="1"/>
          </p:cNvSpPr>
          <p:nvPr>
            <p:ph type="ftr" sz="quarter" idx="15"/>
          </p:nvPr>
        </p:nvSpPr>
        <p:spPr/>
        <p:txBody>
          <a:bodyPr/>
          <a:lstStyle>
            <a:lvl1pPr>
              <a:defRPr>
                <a:solidFill>
                  <a:schemeClr val="bg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F449DE64-06FD-C076-B922-72AA597784C2}"/>
              </a:ext>
            </a:extLst>
          </p:cNvPr>
          <p:cNvSpPr>
            <a:spLocks noGrp="1"/>
          </p:cNvSpPr>
          <p:nvPr>
            <p:ph type="sldNum" sz="quarter" idx="16"/>
          </p:nvPr>
        </p:nvSpPr>
        <p:spPr/>
        <p:txBody>
          <a:bodyPr/>
          <a:lstStyle>
            <a:lvl1pPr>
              <a:defRPr>
                <a:solidFill>
                  <a:schemeClr val="bg1"/>
                </a:solidFill>
              </a:defRPr>
            </a:lvl1pPr>
          </a:lstStyle>
          <a:p>
            <a:fld id="{8D252C1B-CBF0-4A4D-8F57-7FB989103249}" type="slidenum">
              <a:rPr lang="en-US" smtClean="0"/>
              <a:pPr/>
              <a:t>‹#›</a:t>
            </a:fld>
            <a:endParaRPr lang="en-US" dirty="0"/>
          </a:p>
        </p:txBody>
      </p:sp>
      <p:sp>
        <p:nvSpPr>
          <p:cNvPr id="4" name="Date Placeholder 3">
            <a:extLst>
              <a:ext uri="{FF2B5EF4-FFF2-40B4-BE49-F238E27FC236}">
                <a16:creationId xmlns:a16="http://schemas.microsoft.com/office/drawing/2014/main" id="{9B256F58-A38D-4FF6-B9F8-7CB586DD10DF}"/>
              </a:ext>
            </a:extLst>
          </p:cNvPr>
          <p:cNvSpPr>
            <a:spLocks noGrp="1"/>
          </p:cNvSpPr>
          <p:nvPr>
            <p:ph type="dt" sz="half" idx="14"/>
          </p:nvPr>
        </p:nvSpPr>
        <p:spPr/>
        <p:txBody>
          <a:bodyPr/>
          <a:lstStyle>
            <a:lvl1pPr>
              <a:defRPr>
                <a:solidFill>
                  <a:schemeClr val="bg1"/>
                </a:solidFill>
              </a:defRPr>
            </a:lvl1pPr>
          </a:lstStyle>
          <a:p>
            <a:fld id="{6278CC93-B0F3-4283-8974-85855996F404}" type="datetime4">
              <a:rPr lang="en-US" smtClean="0"/>
              <a:t>November 5, 2025</a:t>
            </a:fld>
            <a:endParaRPr lang="en-US" dirty="0"/>
          </a:p>
        </p:txBody>
      </p:sp>
    </p:spTree>
    <p:extLst>
      <p:ext uri="{BB962C8B-B14F-4D97-AF65-F5344CB8AC3E}">
        <p14:creationId xmlns:p14="http://schemas.microsoft.com/office/powerpoint/2010/main" val="1284233417"/>
      </p:ext>
    </p:extLst>
  </p:cSld>
  <p:clrMapOvr>
    <a:overrideClrMapping bg1="dk1" tx1="lt1" bg2="dk2" tx2="lt2" accent1="accent1" accent2="accent2" accent3="accent3" accent4="accent4" accent5="accent5" accent6="accent6" hlink="hlink" folHlink="folHlink"/>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p:cSld name="Quote">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0B047BF-CD59-858F-FEF7-4BA0796EAB44}"/>
              </a:ext>
            </a:extLst>
          </p:cNvPr>
          <p:cNvSpPr/>
          <p:nvPr/>
        </p:nvSpPr>
        <p:spPr>
          <a:xfrm>
            <a:off x="0" y="0"/>
            <a:ext cx="12192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047B0D95-DF22-57F5-3C15-D2F909A7A2BD}"/>
              </a:ext>
              <a:ext uri="{C183D7F6-B498-43B3-948B-1728B52AA6E4}">
                <adec:decorative xmlns:adec="http://schemas.microsoft.com/office/drawing/2017/decorative" val="1"/>
              </a:ext>
            </a:extLst>
          </p:cNvPr>
          <p:cNvSpPr/>
          <p:nvPr/>
        </p:nvSpPr>
        <p:spPr>
          <a:xfrm>
            <a:off x="762000" y="762000"/>
            <a:ext cx="10668000" cy="5334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7D90803-9DC8-DCE0-C7B4-CC97922ED804}"/>
              </a:ext>
            </a:extLst>
          </p:cNvPr>
          <p:cNvSpPr>
            <a:spLocks noGrp="1"/>
          </p:cNvSpPr>
          <p:nvPr>
            <p:ph type="title" hasCustomPrompt="1"/>
          </p:nvPr>
        </p:nvSpPr>
        <p:spPr>
          <a:xfrm>
            <a:off x="1472184" y="5148072"/>
            <a:ext cx="8887968" cy="594360"/>
          </a:xfrm>
        </p:spPr>
        <p:txBody>
          <a:bodyPr anchor="ctr">
            <a:normAutofit/>
          </a:bodyPr>
          <a:lstStyle>
            <a:lvl1pPr>
              <a:defRPr sz="1800" cap="none" spc="0" baseline="0">
                <a:solidFill>
                  <a:schemeClr val="tx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898352C0-F184-BC65-77D9-FE1CE18255C4}"/>
              </a:ext>
            </a:extLst>
          </p:cNvPr>
          <p:cNvSpPr>
            <a:spLocks noGrp="1"/>
          </p:cNvSpPr>
          <p:nvPr>
            <p:ph sz="quarter" idx="13" hasCustomPrompt="1"/>
          </p:nvPr>
        </p:nvSpPr>
        <p:spPr>
          <a:xfrm>
            <a:off x="1289304" y="1344168"/>
            <a:ext cx="9070848" cy="3209544"/>
          </a:xfrm>
        </p:spPr>
        <p:txBody>
          <a:bodyPr anchor="ctr">
            <a:normAutofit/>
          </a:bodyPr>
          <a:lstStyle>
            <a:lvl1pPr marL="219456" indent="-219456">
              <a:lnSpc>
                <a:spcPct val="120000"/>
              </a:lnSpc>
              <a:buNone/>
              <a:defRPr sz="3200" b="1" cap="all" spc="500" baseline="0">
                <a:solidFill>
                  <a:schemeClr val="tx1"/>
                </a:solidFill>
                <a:latin typeface="+mj-lt"/>
              </a:defRPr>
            </a:lvl1pPr>
          </a:lstStyle>
          <a:p>
            <a:pPr lvl="0"/>
            <a:r>
              <a:rPr lang="en-US" dirty="0"/>
              <a:t>Click to edit Quote</a:t>
            </a:r>
          </a:p>
        </p:txBody>
      </p:sp>
      <p:sp>
        <p:nvSpPr>
          <p:cNvPr id="11" name="Footer Placeholder 10">
            <a:extLst>
              <a:ext uri="{FF2B5EF4-FFF2-40B4-BE49-F238E27FC236}">
                <a16:creationId xmlns:a16="http://schemas.microsoft.com/office/drawing/2014/main" id="{86BF1104-41B7-684E-F9A9-1628C76ECC2B}"/>
              </a:ext>
            </a:extLst>
          </p:cNvPr>
          <p:cNvSpPr>
            <a:spLocks noGrp="1"/>
          </p:cNvSpPr>
          <p:nvPr>
            <p:ph type="ftr" sz="quarter" idx="15"/>
          </p:nvPr>
        </p:nvSpPr>
        <p:spPr/>
        <p:txBody>
          <a:bodyPr/>
          <a:lstStyle>
            <a:lvl1pPr>
              <a:defRPr>
                <a:solidFill>
                  <a:schemeClr val="bg1"/>
                </a:solidFill>
              </a:defRPr>
            </a:lvl1pPr>
          </a:lstStyle>
          <a:p>
            <a:r>
              <a:rPr lang="en-US" dirty="0"/>
              <a:t>Sample Footer Text</a:t>
            </a:r>
          </a:p>
        </p:txBody>
      </p:sp>
      <p:sp>
        <p:nvSpPr>
          <p:cNvPr id="12" name="Slide Number Placeholder 11">
            <a:extLst>
              <a:ext uri="{FF2B5EF4-FFF2-40B4-BE49-F238E27FC236}">
                <a16:creationId xmlns:a16="http://schemas.microsoft.com/office/drawing/2014/main" id="{48FBF88A-AA04-CBE1-0E79-CE2CFF4D7D33}"/>
              </a:ext>
            </a:extLst>
          </p:cNvPr>
          <p:cNvSpPr>
            <a:spLocks noGrp="1"/>
          </p:cNvSpPr>
          <p:nvPr>
            <p:ph type="sldNum" sz="quarter" idx="16"/>
          </p:nvPr>
        </p:nvSpPr>
        <p:spPr/>
        <p:txBody>
          <a:bodyPr/>
          <a:lstStyle>
            <a:lvl1pPr>
              <a:defRPr>
                <a:solidFill>
                  <a:schemeClr val="bg1"/>
                </a:solidFill>
              </a:defRPr>
            </a:lvl1pPr>
          </a:lstStyle>
          <a:p>
            <a:fld id="{8D252C1B-CBF0-4A4D-8F57-7FB989103249}" type="slidenum">
              <a:rPr lang="en-US" smtClean="0"/>
              <a:pPr/>
              <a:t>‹#›</a:t>
            </a:fld>
            <a:endParaRPr lang="en-US" dirty="0"/>
          </a:p>
        </p:txBody>
      </p:sp>
      <p:sp>
        <p:nvSpPr>
          <p:cNvPr id="10" name="Date Placeholder 9">
            <a:extLst>
              <a:ext uri="{FF2B5EF4-FFF2-40B4-BE49-F238E27FC236}">
                <a16:creationId xmlns:a16="http://schemas.microsoft.com/office/drawing/2014/main" id="{003D9FE4-1C94-9ACB-155D-315DFA0F7362}"/>
              </a:ext>
            </a:extLst>
          </p:cNvPr>
          <p:cNvSpPr>
            <a:spLocks noGrp="1"/>
          </p:cNvSpPr>
          <p:nvPr>
            <p:ph type="dt" sz="half" idx="14"/>
          </p:nvPr>
        </p:nvSpPr>
        <p:spPr/>
        <p:txBody>
          <a:bodyPr/>
          <a:lstStyle>
            <a:lvl1pPr>
              <a:defRPr>
                <a:solidFill>
                  <a:schemeClr val="bg1"/>
                </a:solidFill>
              </a:defRPr>
            </a:lvl1pPr>
          </a:lstStyle>
          <a:p>
            <a:fld id="{92A23E84-B586-4994-9C0A-517325DCBE7E}" type="datetime4">
              <a:rPr lang="en-US" smtClean="0"/>
              <a:t>November 5, 2025</a:t>
            </a:fld>
            <a:endParaRPr lang="en-US" dirty="0"/>
          </a:p>
        </p:txBody>
      </p:sp>
    </p:spTree>
    <p:extLst>
      <p:ext uri="{BB962C8B-B14F-4D97-AF65-F5344CB8AC3E}">
        <p14:creationId xmlns:p14="http://schemas.microsoft.com/office/powerpoint/2010/main" val="3303186470"/>
      </p:ext>
    </p:extLst>
  </p:cSld>
  <p:clrMapOvr>
    <a:overrideClrMapping bg1="dk1" tx1="lt1" bg2="dk2" tx2="lt2" accent1="accent1" accent2="accent2" accent3="accent3" accent4="accent4" accent5="accent5" accent6="accent6" hlink="hlink" folHlink="folHlink"/>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p:cSld name="Quot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6A3DAA-DB6D-3DD5-791D-6C11F750B10C}"/>
              </a:ext>
            </a:extLst>
          </p:cNvPr>
          <p:cNvSpPr>
            <a:spLocks noGrp="1"/>
          </p:cNvSpPr>
          <p:nvPr>
            <p:ph type="title" hasCustomPrompt="1"/>
          </p:nvPr>
        </p:nvSpPr>
        <p:spPr>
          <a:xfrm>
            <a:off x="838200" y="5513832"/>
            <a:ext cx="9400032" cy="758952"/>
          </a:xfrm>
        </p:spPr>
        <p:txBody>
          <a:bodyPr>
            <a:normAutofit/>
          </a:bodyPr>
          <a:lstStyle>
            <a:lvl1pPr>
              <a:lnSpc>
                <a:spcPct val="130000"/>
              </a:lnSpc>
              <a:spcBef>
                <a:spcPts val="1000"/>
              </a:spcBef>
              <a:defRPr sz="1800" b="0" cap="none" spc="0" baseline="0">
                <a:latin typeface="+mn-lt"/>
              </a:defRPr>
            </a:lvl1pPr>
          </a:lstStyle>
          <a:p>
            <a:r>
              <a:rPr lang="en-US" dirty="0"/>
              <a:t>Quote Author</a:t>
            </a:r>
          </a:p>
        </p:txBody>
      </p:sp>
      <p:sp>
        <p:nvSpPr>
          <p:cNvPr id="7" name="Content Placeholder 6">
            <a:extLst>
              <a:ext uri="{FF2B5EF4-FFF2-40B4-BE49-F238E27FC236}">
                <a16:creationId xmlns:a16="http://schemas.microsoft.com/office/drawing/2014/main" id="{0D10BE25-847A-7528-A168-580A13743FD2}"/>
              </a:ext>
            </a:extLst>
          </p:cNvPr>
          <p:cNvSpPr>
            <a:spLocks noGrp="1"/>
          </p:cNvSpPr>
          <p:nvPr>
            <p:ph sz="quarter" idx="13" hasCustomPrompt="1"/>
          </p:nvPr>
        </p:nvSpPr>
        <p:spPr>
          <a:xfrm>
            <a:off x="594360" y="1371600"/>
            <a:ext cx="9646920" cy="4059936"/>
          </a:xfrm>
        </p:spPr>
        <p:txBody>
          <a:bodyPr anchor="b">
            <a:normAutofit/>
          </a:bodyPr>
          <a:lstStyle>
            <a:lvl1pPr marL="237744" indent="-237744">
              <a:lnSpc>
                <a:spcPct val="120000"/>
              </a:lnSpc>
              <a:spcBef>
                <a:spcPts val="0"/>
              </a:spcBef>
              <a:buNone/>
              <a:defRPr sz="4400" b="1" cap="all" spc="500" baseline="0">
                <a:latin typeface="+mj-lt"/>
              </a:defRPr>
            </a:lvl1pPr>
          </a:lstStyle>
          <a:p>
            <a:pPr lvl="0"/>
            <a:r>
              <a:rPr lang="en-US" dirty="0"/>
              <a:t>Click to edit Quote</a:t>
            </a:r>
          </a:p>
        </p:txBody>
      </p:sp>
      <p:sp>
        <p:nvSpPr>
          <p:cNvPr id="3" name="Footer Placeholder 2">
            <a:extLst>
              <a:ext uri="{FF2B5EF4-FFF2-40B4-BE49-F238E27FC236}">
                <a16:creationId xmlns:a16="http://schemas.microsoft.com/office/drawing/2014/main" id="{DFA08AEF-6F44-C01A-1B4C-CDFD81DAC784}"/>
              </a:ext>
            </a:extLst>
          </p:cNvPr>
          <p:cNvSpPr>
            <a:spLocks noGrp="1"/>
          </p:cNvSpPr>
          <p:nvPr>
            <p:ph type="ftr" sz="quarter" idx="10"/>
          </p:nvPr>
        </p:nvSpPr>
        <p:spPr/>
        <p:txBody>
          <a:bodyPr/>
          <a:lstStyle/>
          <a:p>
            <a:pPr algn="r"/>
            <a:r>
              <a:rPr lang="en-US" dirty="0"/>
              <a:t>Sample Footer Text</a:t>
            </a:r>
          </a:p>
        </p:txBody>
      </p:sp>
      <p:sp>
        <p:nvSpPr>
          <p:cNvPr id="4" name="Slide Number Placeholder 3">
            <a:extLst>
              <a:ext uri="{FF2B5EF4-FFF2-40B4-BE49-F238E27FC236}">
                <a16:creationId xmlns:a16="http://schemas.microsoft.com/office/drawing/2014/main" id="{103E3C2E-5ABE-2200-2F6C-07D63C18C3D4}"/>
              </a:ext>
            </a:extLst>
          </p:cNvPr>
          <p:cNvSpPr>
            <a:spLocks noGrp="1"/>
          </p:cNvSpPr>
          <p:nvPr>
            <p:ph type="sldNum" sz="quarter" idx="11"/>
          </p:nvPr>
        </p:nvSpPr>
        <p:spPr/>
        <p:txBody>
          <a:bodyPr/>
          <a:lstStyle/>
          <a:p>
            <a:pPr algn="ctr"/>
            <a:fld id="{8D252C1B-CBF0-4A4D-8F57-7FB989103249}" type="slidenum">
              <a:rPr lang="en-US" smtClean="0"/>
              <a:pPr algn="ctr"/>
              <a:t>‹#›</a:t>
            </a:fld>
            <a:endParaRPr lang="en-US" dirty="0"/>
          </a:p>
        </p:txBody>
      </p:sp>
      <p:sp>
        <p:nvSpPr>
          <p:cNvPr id="5" name="Date Placeholder 4">
            <a:extLst>
              <a:ext uri="{FF2B5EF4-FFF2-40B4-BE49-F238E27FC236}">
                <a16:creationId xmlns:a16="http://schemas.microsoft.com/office/drawing/2014/main" id="{DAE051C6-BCEC-6EFD-3C40-E49F22A7F09F}"/>
              </a:ext>
            </a:extLst>
          </p:cNvPr>
          <p:cNvSpPr>
            <a:spLocks noGrp="1"/>
          </p:cNvSpPr>
          <p:nvPr>
            <p:ph type="dt" sz="half" idx="12"/>
          </p:nvPr>
        </p:nvSpPr>
        <p:spPr/>
        <p:txBody>
          <a:bodyPr/>
          <a:lstStyle/>
          <a:p>
            <a:fld id="{00F79D1E-A118-4DED-8F9E-D9E3A0D2F006}" type="datetime4">
              <a:rPr lang="en-US" smtClean="0"/>
              <a:t>November 5, 2025</a:t>
            </a:fld>
            <a:endParaRPr lang="en-US" dirty="0"/>
          </a:p>
        </p:txBody>
      </p:sp>
    </p:spTree>
    <p:extLst>
      <p:ext uri="{BB962C8B-B14F-4D97-AF65-F5344CB8AC3E}">
        <p14:creationId xmlns:p14="http://schemas.microsoft.com/office/powerpoint/2010/main" val="2529926863"/>
      </p:ext>
    </p:extLst>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p:cSld name="Quot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3B076A-AC95-4A37-4537-500BEFEC2F42}"/>
              </a:ext>
            </a:extLst>
          </p:cNvPr>
          <p:cNvSpPr>
            <a:spLocks noGrp="1"/>
          </p:cNvSpPr>
          <p:nvPr>
            <p:ph type="title" hasCustomPrompt="1"/>
          </p:nvPr>
        </p:nvSpPr>
        <p:spPr>
          <a:xfrm>
            <a:off x="2048256" y="5230368"/>
            <a:ext cx="8101584" cy="1042416"/>
          </a:xfrm>
        </p:spPr>
        <p:txBody>
          <a:bodyPr anchor="ctr">
            <a:normAutofit/>
          </a:bodyPr>
          <a:lstStyle>
            <a:lvl1pPr algn="ctr">
              <a:lnSpc>
                <a:spcPct val="130000"/>
              </a:lnSpc>
              <a:spcBef>
                <a:spcPts val="1000"/>
              </a:spcBef>
              <a:defRPr sz="1800" spc="300"/>
            </a:lvl1pPr>
          </a:lstStyle>
          <a:p>
            <a:r>
              <a:rPr lang="en-US" dirty="0"/>
              <a:t>Quote author</a:t>
            </a:r>
          </a:p>
        </p:txBody>
      </p:sp>
      <p:sp>
        <p:nvSpPr>
          <p:cNvPr id="7" name="Content Placeholder 6">
            <a:extLst>
              <a:ext uri="{FF2B5EF4-FFF2-40B4-BE49-F238E27FC236}">
                <a16:creationId xmlns:a16="http://schemas.microsoft.com/office/drawing/2014/main" id="{14BE3FE6-FBCF-B08C-EAD2-43BD8008DE1B}"/>
              </a:ext>
            </a:extLst>
          </p:cNvPr>
          <p:cNvSpPr>
            <a:spLocks noGrp="1"/>
          </p:cNvSpPr>
          <p:nvPr>
            <p:ph sz="quarter" idx="13" hasCustomPrompt="1"/>
          </p:nvPr>
        </p:nvSpPr>
        <p:spPr>
          <a:xfrm>
            <a:off x="1682496" y="1042416"/>
            <a:ext cx="8823960" cy="3511296"/>
          </a:xfrm>
        </p:spPr>
        <p:txBody>
          <a:bodyPr anchor="ctr">
            <a:normAutofit/>
          </a:bodyPr>
          <a:lstStyle>
            <a:lvl1pPr marL="0" indent="0" algn="ctr">
              <a:lnSpc>
                <a:spcPct val="120000"/>
              </a:lnSpc>
              <a:spcBef>
                <a:spcPts val="0"/>
              </a:spcBef>
              <a:buNone/>
              <a:defRPr sz="3800"/>
            </a:lvl1pPr>
          </a:lstStyle>
          <a:p>
            <a:pPr lvl="0"/>
            <a:r>
              <a:rPr lang="en-US" dirty="0"/>
              <a:t>Click to edit Quote</a:t>
            </a:r>
          </a:p>
        </p:txBody>
      </p:sp>
      <p:sp>
        <p:nvSpPr>
          <p:cNvPr id="3" name="Footer Placeholder 2">
            <a:extLst>
              <a:ext uri="{FF2B5EF4-FFF2-40B4-BE49-F238E27FC236}">
                <a16:creationId xmlns:a16="http://schemas.microsoft.com/office/drawing/2014/main" id="{15B0A343-4456-257B-5B8B-E2E9A02F3134}"/>
              </a:ext>
            </a:extLst>
          </p:cNvPr>
          <p:cNvSpPr>
            <a:spLocks noGrp="1"/>
          </p:cNvSpPr>
          <p:nvPr>
            <p:ph type="ftr" sz="quarter" idx="10"/>
          </p:nvPr>
        </p:nvSpPr>
        <p:spPr/>
        <p:txBody>
          <a:bodyPr/>
          <a:lstStyle/>
          <a:p>
            <a:pPr algn="r"/>
            <a:r>
              <a:rPr lang="en-US" dirty="0"/>
              <a:t>Sample Footer Text</a:t>
            </a:r>
          </a:p>
        </p:txBody>
      </p:sp>
      <p:sp>
        <p:nvSpPr>
          <p:cNvPr id="4" name="Slide Number Placeholder 3">
            <a:extLst>
              <a:ext uri="{FF2B5EF4-FFF2-40B4-BE49-F238E27FC236}">
                <a16:creationId xmlns:a16="http://schemas.microsoft.com/office/drawing/2014/main" id="{43BFA228-8396-4E23-FC69-1F37D8C7689F}"/>
              </a:ext>
            </a:extLst>
          </p:cNvPr>
          <p:cNvSpPr>
            <a:spLocks noGrp="1"/>
          </p:cNvSpPr>
          <p:nvPr>
            <p:ph type="sldNum" sz="quarter" idx="11"/>
          </p:nvPr>
        </p:nvSpPr>
        <p:spPr/>
        <p:txBody>
          <a:bodyPr/>
          <a:lstStyle/>
          <a:p>
            <a:pPr algn="ctr"/>
            <a:fld id="{8D252C1B-CBF0-4A4D-8F57-7FB989103249}" type="slidenum">
              <a:rPr lang="en-US" smtClean="0"/>
              <a:pPr algn="ctr"/>
              <a:t>‹#›</a:t>
            </a:fld>
            <a:endParaRPr lang="en-US" dirty="0"/>
          </a:p>
        </p:txBody>
      </p:sp>
      <p:sp>
        <p:nvSpPr>
          <p:cNvPr id="5" name="Date Placeholder 4">
            <a:extLst>
              <a:ext uri="{FF2B5EF4-FFF2-40B4-BE49-F238E27FC236}">
                <a16:creationId xmlns:a16="http://schemas.microsoft.com/office/drawing/2014/main" id="{95F3F231-502C-F79C-1631-322CE76856FA}"/>
              </a:ext>
            </a:extLst>
          </p:cNvPr>
          <p:cNvSpPr>
            <a:spLocks noGrp="1"/>
          </p:cNvSpPr>
          <p:nvPr>
            <p:ph type="dt" sz="half" idx="12"/>
          </p:nvPr>
        </p:nvSpPr>
        <p:spPr/>
        <p:txBody>
          <a:bodyPr/>
          <a:lstStyle/>
          <a:p>
            <a:fld id="{2307C0A0-C516-49D6-8817-019B3DB731F6}" type="datetime4">
              <a:rPr lang="en-US" smtClean="0"/>
              <a:t>November 5, 2025</a:t>
            </a:fld>
            <a:endParaRPr lang="en-US" dirty="0"/>
          </a:p>
        </p:txBody>
      </p:sp>
      <p:cxnSp>
        <p:nvCxnSpPr>
          <p:cNvPr id="8" name="Straight Connector 7">
            <a:extLst>
              <a:ext uri="{FF2B5EF4-FFF2-40B4-BE49-F238E27FC236}">
                <a16:creationId xmlns:a16="http://schemas.microsoft.com/office/drawing/2014/main" id="{E28A6A5B-52A2-759F-925A-E739473F7E34}"/>
              </a:ext>
              <a:ext uri="{C183D7F6-B498-43B3-948B-1728B52AA6E4}">
                <adec:decorative xmlns:adec="http://schemas.microsoft.com/office/drawing/2017/decorative" val="1"/>
              </a:ext>
            </a:extLst>
          </p:cNvPr>
          <p:cNvCxnSpPr>
            <a:cxnSpLocks/>
          </p:cNvCxnSpPr>
          <p:nvPr/>
        </p:nvCxnSpPr>
        <p:spPr>
          <a:xfrm>
            <a:off x="5610423" y="4905775"/>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09471776"/>
      </p:ext>
    </p:extLst>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p:cSld name="Quote 4">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F851E22-90DE-A384-E734-7FC22A8B125D}"/>
              </a:ext>
            </a:extLst>
          </p:cNvPr>
          <p:cNvSpPr/>
          <p:nvPr/>
        </p:nvSpPr>
        <p:spPr>
          <a:xfrm>
            <a:off x="0" y="0"/>
            <a:ext cx="12192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C6377007-B85D-57C2-DBB4-58417F1C773B}"/>
              </a:ext>
              <a:ext uri="{C183D7F6-B498-43B3-948B-1728B52AA6E4}">
                <adec:decorative xmlns:adec="http://schemas.microsoft.com/office/drawing/2017/decorative" val="1"/>
              </a:ext>
            </a:extLst>
          </p:cNvPr>
          <p:cNvSpPr/>
          <p:nvPr/>
        </p:nvSpPr>
        <p:spPr>
          <a:xfrm>
            <a:off x="762000" y="762000"/>
            <a:ext cx="10668000" cy="5334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43B076A-AC95-4A37-4537-500BEFEC2F42}"/>
              </a:ext>
            </a:extLst>
          </p:cNvPr>
          <p:cNvSpPr>
            <a:spLocks noGrp="1"/>
          </p:cNvSpPr>
          <p:nvPr>
            <p:ph type="title" hasCustomPrompt="1"/>
          </p:nvPr>
        </p:nvSpPr>
        <p:spPr>
          <a:xfrm>
            <a:off x="2048256" y="5230368"/>
            <a:ext cx="8101584" cy="594360"/>
          </a:xfrm>
        </p:spPr>
        <p:txBody>
          <a:bodyPr anchor="t">
            <a:normAutofit/>
          </a:bodyPr>
          <a:lstStyle>
            <a:lvl1pPr algn="ctr">
              <a:lnSpc>
                <a:spcPct val="130000"/>
              </a:lnSpc>
              <a:spcBef>
                <a:spcPts val="1000"/>
              </a:spcBef>
              <a:defRPr sz="1800" spc="300">
                <a:solidFill>
                  <a:schemeClr val="tx1"/>
                </a:solidFill>
              </a:defRPr>
            </a:lvl1pPr>
          </a:lstStyle>
          <a:p>
            <a:r>
              <a:rPr lang="en-US" dirty="0"/>
              <a:t>Quote Author</a:t>
            </a:r>
          </a:p>
        </p:txBody>
      </p:sp>
      <p:sp>
        <p:nvSpPr>
          <p:cNvPr id="7" name="Content Placeholder 6">
            <a:extLst>
              <a:ext uri="{FF2B5EF4-FFF2-40B4-BE49-F238E27FC236}">
                <a16:creationId xmlns:a16="http://schemas.microsoft.com/office/drawing/2014/main" id="{14BE3FE6-FBCF-B08C-EAD2-43BD8008DE1B}"/>
              </a:ext>
            </a:extLst>
          </p:cNvPr>
          <p:cNvSpPr>
            <a:spLocks noGrp="1"/>
          </p:cNvSpPr>
          <p:nvPr>
            <p:ph sz="quarter" idx="13" hasCustomPrompt="1"/>
          </p:nvPr>
        </p:nvSpPr>
        <p:spPr>
          <a:xfrm>
            <a:off x="1682496" y="1335024"/>
            <a:ext cx="8823960" cy="3108960"/>
          </a:xfrm>
        </p:spPr>
        <p:txBody>
          <a:bodyPr anchor="ctr">
            <a:normAutofit/>
          </a:bodyPr>
          <a:lstStyle>
            <a:lvl1pPr marL="0" indent="0" algn="ctr">
              <a:lnSpc>
                <a:spcPct val="120000"/>
              </a:lnSpc>
              <a:spcBef>
                <a:spcPts val="0"/>
              </a:spcBef>
              <a:buNone/>
              <a:defRPr sz="4000">
                <a:solidFill>
                  <a:schemeClr val="tx1"/>
                </a:solidFill>
              </a:defRPr>
            </a:lvl1pPr>
          </a:lstStyle>
          <a:p>
            <a:pPr lvl="0"/>
            <a:r>
              <a:rPr lang="en-US" dirty="0"/>
              <a:t>Click to edit Quote</a:t>
            </a:r>
          </a:p>
        </p:txBody>
      </p:sp>
      <p:sp>
        <p:nvSpPr>
          <p:cNvPr id="3" name="Footer Placeholder 2">
            <a:extLst>
              <a:ext uri="{FF2B5EF4-FFF2-40B4-BE49-F238E27FC236}">
                <a16:creationId xmlns:a16="http://schemas.microsoft.com/office/drawing/2014/main" id="{15B0A343-4456-257B-5B8B-E2E9A02F3134}"/>
              </a:ext>
            </a:extLst>
          </p:cNvPr>
          <p:cNvSpPr>
            <a:spLocks noGrp="1"/>
          </p:cNvSpPr>
          <p:nvPr>
            <p:ph type="ftr" sz="quarter" idx="10"/>
          </p:nvPr>
        </p:nvSpPr>
        <p:spPr/>
        <p:txBody>
          <a:bodyPr/>
          <a:lstStyle>
            <a:lvl1pPr>
              <a:defRPr>
                <a:solidFill>
                  <a:schemeClr val="bg1"/>
                </a:solidFill>
              </a:defRPr>
            </a:lvl1pPr>
          </a:lstStyle>
          <a:p>
            <a:r>
              <a:rPr lang="en-US" dirty="0"/>
              <a:t>Sample Footer Text</a:t>
            </a:r>
          </a:p>
        </p:txBody>
      </p:sp>
      <p:sp>
        <p:nvSpPr>
          <p:cNvPr id="4" name="Slide Number Placeholder 3">
            <a:extLst>
              <a:ext uri="{FF2B5EF4-FFF2-40B4-BE49-F238E27FC236}">
                <a16:creationId xmlns:a16="http://schemas.microsoft.com/office/drawing/2014/main" id="{43BFA228-8396-4E23-FC69-1F37D8C7689F}"/>
              </a:ext>
            </a:extLst>
          </p:cNvPr>
          <p:cNvSpPr>
            <a:spLocks noGrp="1"/>
          </p:cNvSpPr>
          <p:nvPr>
            <p:ph type="sldNum" sz="quarter" idx="11"/>
          </p:nvPr>
        </p:nvSpPr>
        <p:spPr/>
        <p:txBody>
          <a:bodyPr/>
          <a:lstStyle>
            <a:lvl1pPr>
              <a:defRPr>
                <a:solidFill>
                  <a:schemeClr val="bg1"/>
                </a:solidFill>
              </a:defRPr>
            </a:lvl1pPr>
          </a:lstStyle>
          <a:p>
            <a:fld id="{8D252C1B-CBF0-4A4D-8F57-7FB989103249}" type="slidenum">
              <a:rPr lang="en-US" smtClean="0"/>
              <a:pPr/>
              <a:t>‹#›</a:t>
            </a:fld>
            <a:endParaRPr lang="en-US" dirty="0"/>
          </a:p>
        </p:txBody>
      </p:sp>
      <p:sp>
        <p:nvSpPr>
          <p:cNvPr id="5" name="Date Placeholder 4">
            <a:extLst>
              <a:ext uri="{FF2B5EF4-FFF2-40B4-BE49-F238E27FC236}">
                <a16:creationId xmlns:a16="http://schemas.microsoft.com/office/drawing/2014/main" id="{95F3F231-502C-F79C-1631-322CE76856FA}"/>
              </a:ext>
            </a:extLst>
          </p:cNvPr>
          <p:cNvSpPr>
            <a:spLocks noGrp="1"/>
          </p:cNvSpPr>
          <p:nvPr>
            <p:ph type="dt" sz="half" idx="12"/>
          </p:nvPr>
        </p:nvSpPr>
        <p:spPr/>
        <p:txBody>
          <a:bodyPr/>
          <a:lstStyle>
            <a:lvl1pPr>
              <a:defRPr>
                <a:solidFill>
                  <a:schemeClr val="bg1"/>
                </a:solidFill>
              </a:defRPr>
            </a:lvl1pPr>
          </a:lstStyle>
          <a:p>
            <a:fld id="{AFD1CDEC-CB6B-4D1A-830E-B3F09AFB6CC1}" type="datetime4">
              <a:rPr lang="en-US" smtClean="0"/>
              <a:t>November 5, 2025</a:t>
            </a:fld>
            <a:endParaRPr lang="en-US" dirty="0"/>
          </a:p>
        </p:txBody>
      </p:sp>
      <p:cxnSp>
        <p:nvCxnSpPr>
          <p:cNvPr id="8" name="Straight Connector 7">
            <a:extLst>
              <a:ext uri="{FF2B5EF4-FFF2-40B4-BE49-F238E27FC236}">
                <a16:creationId xmlns:a16="http://schemas.microsoft.com/office/drawing/2014/main" id="{E28A6A5B-52A2-759F-925A-E739473F7E34}"/>
              </a:ext>
              <a:ext uri="{C183D7F6-B498-43B3-948B-1728B52AA6E4}">
                <adec:decorative xmlns:adec="http://schemas.microsoft.com/office/drawing/2017/decorative" val="1"/>
              </a:ext>
            </a:extLst>
          </p:cNvPr>
          <p:cNvCxnSpPr>
            <a:cxnSpLocks/>
          </p:cNvCxnSpPr>
          <p:nvPr/>
        </p:nvCxnSpPr>
        <p:spPr>
          <a:xfrm>
            <a:off x="5610423" y="4905775"/>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A2EB36C-8E19-518C-7936-928B51B8A33C}"/>
              </a:ext>
              <a:ext uri="{C183D7F6-B498-43B3-948B-1728B52AA6E4}">
                <adec:decorative xmlns:adec="http://schemas.microsoft.com/office/drawing/2017/decorative" val="1"/>
              </a:ext>
            </a:extLst>
          </p:cNvPr>
          <p:cNvCxnSpPr>
            <a:cxnSpLocks/>
          </p:cNvCxnSpPr>
          <p:nvPr/>
        </p:nvCxnSpPr>
        <p:spPr>
          <a:xfrm>
            <a:off x="5614416" y="4910328"/>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9634524"/>
      </p:ext>
    </p:extLst>
  </p:cSld>
  <p:clrMapOvr>
    <a:overrideClrMapping bg1="dk1" tx1="lt1" bg2="dk2" tx2="lt2" accent1="accent1" accent2="accent2" accent3="accent3" accent4="accent4" accent5="accent5" accent6="accent6" hlink="hlink" folHlink="folHlink"/>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9" y="429768"/>
            <a:ext cx="10817352" cy="958480"/>
          </a:xfrm>
          <a:prstGeom prst="rect">
            <a:avLst/>
          </a:prstGeom>
        </p:spPr>
        <p:txBody>
          <a:bodyPr vert="horz" lIns="91440" tIns="45720" rIns="91440" bIns="45720" rtlCol="0" anchor="b">
            <a:normAutofit/>
          </a:bodyPr>
          <a:lstStyle>
            <a:lvl1pPr>
              <a:lnSpc>
                <a:spcPct val="120000"/>
              </a:lnSpc>
              <a:defRPr lang="en-US" dirty="0"/>
            </a:lvl1pPr>
          </a:lstStyle>
          <a:p>
            <a:pPr lvl="0"/>
            <a:r>
              <a:rPr lang="en-US"/>
              <a:t>Click to edit Master title style</a:t>
            </a:r>
          </a:p>
        </p:txBody>
      </p:sp>
      <p:sp>
        <p:nvSpPr>
          <p:cNvPr id="4" name="Content Placeholder 3">
            <a:extLst>
              <a:ext uri="{FF2B5EF4-FFF2-40B4-BE49-F238E27FC236}">
                <a16:creationId xmlns:a16="http://schemas.microsoft.com/office/drawing/2014/main" id="{BFA338E0-C170-B5BD-56A0-6831A85B2F21}"/>
              </a:ext>
            </a:extLst>
          </p:cNvPr>
          <p:cNvSpPr>
            <a:spLocks noGrp="1"/>
          </p:cNvSpPr>
          <p:nvPr>
            <p:ph sz="quarter" idx="18"/>
          </p:nvPr>
        </p:nvSpPr>
        <p:spPr>
          <a:xfrm>
            <a:off x="612775" y="2029968"/>
            <a:ext cx="5029200" cy="4343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a:extLst>
              <a:ext uri="{FF2B5EF4-FFF2-40B4-BE49-F238E27FC236}">
                <a16:creationId xmlns:a16="http://schemas.microsoft.com/office/drawing/2014/main" id="{95231737-390D-A75F-1AA3-A6675DB7314C}"/>
              </a:ext>
            </a:extLst>
          </p:cNvPr>
          <p:cNvSpPr>
            <a:spLocks noGrp="1"/>
          </p:cNvSpPr>
          <p:nvPr>
            <p:ph sz="quarter" idx="19"/>
          </p:nvPr>
        </p:nvSpPr>
        <p:spPr>
          <a:xfrm>
            <a:off x="6382512" y="2029968"/>
            <a:ext cx="5029200" cy="4343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Footer Placeholder 13">
            <a:extLst>
              <a:ext uri="{FF2B5EF4-FFF2-40B4-BE49-F238E27FC236}">
                <a16:creationId xmlns:a16="http://schemas.microsoft.com/office/drawing/2014/main" id="{D34EBE88-C826-A0CB-2F99-4593AD931017}"/>
              </a:ext>
            </a:extLst>
          </p:cNvPr>
          <p:cNvSpPr>
            <a:spLocks noGrp="1"/>
          </p:cNvSpPr>
          <p:nvPr>
            <p:ph type="ftr" sz="quarter" idx="16"/>
          </p:nvPr>
        </p:nvSpPr>
        <p:spPr/>
        <p:txBody>
          <a:bodyPr/>
          <a:lstStyle/>
          <a:p>
            <a:pPr algn="r"/>
            <a:r>
              <a:rPr lang="en-US" dirty="0"/>
              <a:t>Sample Footer Text</a:t>
            </a:r>
          </a:p>
        </p:txBody>
      </p:sp>
      <p:sp>
        <p:nvSpPr>
          <p:cNvPr id="15" name="Slide Number Placeholder 14">
            <a:extLst>
              <a:ext uri="{FF2B5EF4-FFF2-40B4-BE49-F238E27FC236}">
                <a16:creationId xmlns:a16="http://schemas.microsoft.com/office/drawing/2014/main" id="{3ABF7200-8BFC-1209-D217-A05B147C7362}"/>
              </a:ext>
            </a:extLst>
          </p:cNvPr>
          <p:cNvSpPr>
            <a:spLocks noGrp="1"/>
          </p:cNvSpPr>
          <p:nvPr>
            <p:ph type="sldNum" sz="quarter" idx="17"/>
          </p:nvPr>
        </p:nvSpPr>
        <p:spPr/>
        <p:txBody>
          <a:bodyPr/>
          <a:lstStyle/>
          <a:p>
            <a:pPr algn="ctr"/>
            <a:fld id="{8D252C1B-CBF0-4A4D-8F57-7FB989103249}" type="slidenum">
              <a:rPr lang="en-US" smtClean="0"/>
              <a:pPr algn="ctr"/>
              <a:t>‹#›</a:t>
            </a:fld>
            <a:endParaRPr lang="en-US" dirty="0"/>
          </a:p>
        </p:txBody>
      </p:sp>
      <p:sp>
        <p:nvSpPr>
          <p:cNvPr id="13" name="Date Placeholder 12">
            <a:extLst>
              <a:ext uri="{FF2B5EF4-FFF2-40B4-BE49-F238E27FC236}">
                <a16:creationId xmlns:a16="http://schemas.microsoft.com/office/drawing/2014/main" id="{A1910647-79B7-6086-34D9-EBD4D6E4C954}"/>
              </a:ext>
            </a:extLst>
          </p:cNvPr>
          <p:cNvSpPr>
            <a:spLocks noGrp="1"/>
          </p:cNvSpPr>
          <p:nvPr>
            <p:ph type="dt" sz="half" idx="15"/>
          </p:nvPr>
        </p:nvSpPr>
        <p:spPr/>
        <p:txBody>
          <a:bodyPr/>
          <a:lstStyle/>
          <a:p>
            <a:fld id="{FEDA8A73-7124-4840-A51A-773DD734FF02}" type="datetime4">
              <a:rPr lang="en-US" smtClean="0"/>
              <a:t>November 5, 2025</a:t>
            </a:fld>
            <a:endParaRPr lang="en-US" dirty="0"/>
          </a:p>
        </p:txBody>
      </p:sp>
    </p:spTree>
    <p:extLst>
      <p:ext uri="{BB962C8B-B14F-4D97-AF65-F5344CB8AC3E}">
        <p14:creationId xmlns:p14="http://schemas.microsoft.com/office/powerpoint/2010/main" val="797871730"/>
      </p:ext>
    </p:extLst>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B518219-E186-2E63-46B3-4C1D3A8220EF}"/>
              </a:ext>
            </a:extLst>
          </p:cNvPr>
          <p:cNvSpPr>
            <a:spLocks noGrp="1"/>
          </p:cNvSpPr>
          <p:nvPr>
            <p:ph type="title"/>
          </p:nvPr>
        </p:nvSpPr>
        <p:spPr>
          <a:xfrm>
            <a:off x="612648" y="429768"/>
            <a:ext cx="10817352" cy="960120"/>
          </a:xfrm>
          <a:prstGeom prst="rect">
            <a:avLst/>
          </a:prstGeom>
        </p:spPr>
        <p:txBody>
          <a:bodyPr/>
          <a:lstStyle>
            <a:lvl1pPr>
              <a:lnSpc>
                <a:spcPct val="120000"/>
              </a:lnSpc>
              <a:defRPr/>
            </a:lvl1pPr>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12648" y="2025333"/>
            <a:ext cx="5029200" cy="559834"/>
          </a:xfrm>
          <a:prstGeom prst="rect">
            <a:avLst/>
          </a:prstGeom>
        </p:spPr>
        <p:txBody>
          <a:bodyPr anchor="b">
            <a:normAutofit/>
          </a:bodyPr>
          <a:lstStyle>
            <a:lvl1pPr marL="0" indent="0">
              <a:lnSpc>
                <a:spcPct val="90000"/>
              </a:lnSpc>
              <a:buNone/>
              <a:defRPr sz="2000" b="0" cap="all" spc="300"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6BAB9BD-1632-7C73-3DD9-771EE45DC03D}"/>
              </a:ext>
            </a:extLst>
          </p:cNvPr>
          <p:cNvSpPr>
            <a:spLocks noGrp="1"/>
          </p:cNvSpPr>
          <p:nvPr>
            <p:ph sz="quarter" idx="18"/>
          </p:nvPr>
        </p:nvSpPr>
        <p:spPr>
          <a:xfrm>
            <a:off x="612775" y="2665413"/>
            <a:ext cx="5029200" cy="37131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382512" y="2025333"/>
            <a:ext cx="5029200" cy="559834"/>
          </a:xfrm>
          <a:prstGeom prst="rect">
            <a:avLst/>
          </a:prstGeom>
        </p:spPr>
        <p:txBody>
          <a:bodyPr anchor="b">
            <a:normAutofit/>
          </a:bodyPr>
          <a:lstStyle>
            <a:lvl1pPr marL="0" indent="0">
              <a:lnSpc>
                <a:spcPct val="90000"/>
              </a:lnSpc>
              <a:buNone/>
              <a:defRPr sz="2000" b="0" cap="all" spc="300"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Content Placeholder 7">
            <a:extLst>
              <a:ext uri="{FF2B5EF4-FFF2-40B4-BE49-F238E27FC236}">
                <a16:creationId xmlns:a16="http://schemas.microsoft.com/office/drawing/2014/main" id="{38B165C5-C4ED-E04C-81FA-FDFA87F0A01C}"/>
              </a:ext>
            </a:extLst>
          </p:cNvPr>
          <p:cNvSpPr>
            <a:spLocks noGrp="1"/>
          </p:cNvSpPr>
          <p:nvPr>
            <p:ph sz="quarter" idx="19"/>
          </p:nvPr>
        </p:nvSpPr>
        <p:spPr>
          <a:xfrm>
            <a:off x="6381750" y="2665413"/>
            <a:ext cx="5029200" cy="37131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Footer Placeholder 13">
            <a:extLst>
              <a:ext uri="{FF2B5EF4-FFF2-40B4-BE49-F238E27FC236}">
                <a16:creationId xmlns:a16="http://schemas.microsoft.com/office/drawing/2014/main" id="{0D28A929-F039-96E6-B29C-717106871CBD}"/>
              </a:ext>
            </a:extLst>
          </p:cNvPr>
          <p:cNvSpPr>
            <a:spLocks noGrp="1"/>
          </p:cNvSpPr>
          <p:nvPr>
            <p:ph type="ftr" sz="quarter" idx="16"/>
          </p:nvPr>
        </p:nvSpPr>
        <p:spPr/>
        <p:txBody>
          <a:bodyPr/>
          <a:lstStyle/>
          <a:p>
            <a:pPr algn="r"/>
            <a:r>
              <a:rPr lang="en-US" dirty="0"/>
              <a:t>Sample Footer Text</a:t>
            </a:r>
          </a:p>
        </p:txBody>
      </p:sp>
      <p:sp>
        <p:nvSpPr>
          <p:cNvPr id="15" name="Slide Number Placeholder 14">
            <a:extLst>
              <a:ext uri="{FF2B5EF4-FFF2-40B4-BE49-F238E27FC236}">
                <a16:creationId xmlns:a16="http://schemas.microsoft.com/office/drawing/2014/main" id="{766D40EC-432B-24BD-14A2-EA02DE69B663}"/>
              </a:ext>
            </a:extLst>
          </p:cNvPr>
          <p:cNvSpPr>
            <a:spLocks noGrp="1"/>
          </p:cNvSpPr>
          <p:nvPr>
            <p:ph type="sldNum" sz="quarter" idx="17"/>
          </p:nvPr>
        </p:nvSpPr>
        <p:spPr/>
        <p:txBody>
          <a:bodyPr/>
          <a:lstStyle/>
          <a:p>
            <a:pPr algn="ctr"/>
            <a:fld id="{8D252C1B-CBF0-4A4D-8F57-7FB989103249}" type="slidenum">
              <a:rPr lang="en-US" smtClean="0"/>
              <a:pPr algn="ctr"/>
              <a:t>‹#›</a:t>
            </a:fld>
            <a:endParaRPr lang="en-US" dirty="0"/>
          </a:p>
        </p:txBody>
      </p:sp>
      <p:sp>
        <p:nvSpPr>
          <p:cNvPr id="12" name="Date Placeholder 11">
            <a:extLst>
              <a:ext uri="{FF2B5EF4-FFF2-40B4-BE49-F238E27FC236}">
                <a16:creationId xmlns:a16="http://schemas.microsoft.com/office/drawing/2014/main" id="{405654AF-A639-3FB5-E967-011B97C87C67}"/>
              </a:ext>
            </a:extLst>
          </p:cNvPr>
          <p:cNvSpPr>
            <a:spLocks noGrp="1"/>
          </p:cNvSpPr>
          <p:nvPr>
            <p:ph type="dt" sz="half" idx="15"/>
          </p:nvPr>
        </p:nvSpPr>
        <p:spPr/>
        <p:txBody>
          <a:bodyPr/>
          <a:lstStyle/>
          <a:p>
            <a:fld id="{47F5CC4D-6073-4A05-86E2-9A5D9E5EE1C6}" type="datetime4">
              <a:rPr lang="en-US" smtClean="0"/>
              <a:t>November 5, 2025</a:t>
            </a:fld>
            <a:endParaRPr lang="en-US" dirty="0"/>
          </a:p>
        </p:txBody>
      </p:sp>
    </p:spTree>
    <p:extLst>
      <p:ext uri="{BB962C8B-B14F-4D97-AF65-F5344CB8AC3E}">
        <p14:creationId xmlns:p14="http://schemas.microsoft.com/office/powerpoint/2010/main" val="3016206440"/>
      </p:ext>
    </p:extLst>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612648" y="429768"/>
            <a:ext cx="10817352" cy="960120"/>
          </a:xfrm>
          <a:prstGeom prst="rect">
            <a:avLst/>
          </a:prstGeom>
        </p:spPr>
        <p:txBody>
          <a:bodyPr/>
          <a:lstStyle>
            <a:lvl1pPr>
              <a:lnSpc>
                <a:spcPct val="120000"/>
              </a:lnSpc>
              <a:defRPr/>
            </a:lvl1pPr>
          </a:lstStyle>
          <a:p>
            <a:r>
              <a:rPr lang="en-US"/>
              <a:t>Click to edit Master title style</a:t>
            </a:r>
          </a:p>
        </p:txBody>
      </p:sp>
      <p:sp>
        <p:nvSpPr>
          <p:cNvPr id="7" name="Footer Placeholder 6">
            <a:extLst>
              <a:ext uri="{FF2B5EF4-FFF2-40B4-BE49-F238E27FC236}">
                <a16:creationId xmlns:a16="http://schemas.microsoft.com/office/drawing/2014/main" id="{9B4DD502-5BE6-822B-DB91-B6295D991AC2}"/>
              </a:ext>
            </a:extLst>
          </p:cNvPr>
          <p:cNvSpPr>
            <a:spLocks noGrp="1"/>
          </p:cNvSpPr>
          <p:nvPr>
            <p:ph type="ftr" sz="quarter" idx="11"/>
          </p:nvPr>
        </p:nvSpPr>
        <p:spPr/>
        <p:txBody>
          <a:bodyPr/>
          <a:lstStyle/>
          <a:p>
            <a:pPr algn="r"/>
            <a:r>
              <a:rPr lang="en-US" dirty="0"/>
              <a:t>Sample Footer Text</a:t>
            </a:r>
          </a:p>
        </p:txBody>
      </p:sp>
      <p:sp>
        <p:nvSpPr>
          <p:cNvPr id="8" name="Slide Number Placeholder 7">
            <a:extLst>
              <a:ext uri="{FF2B5EF4-FFF2-40B4-BE49-F238E27FC236}">
                <a16:creationId xmlns:a16="http://schemas.microsoft.com/office/drawing/2014/main" id="{3CBD9E88-9DFA-2EB7-34D5-E029BD46F5E3}"/>
              </a:ext>
            </a:extLst>
          </p:cNvPr>
          <p:cNvSpPr>
            <a:spLocks noGrp="1"/>
          </p:cNvSpPr>
          <p:nvPr>
            <p:ph type="sldNum" sz="quarter" idx="12"/>
          </p:nvPr>
        </p:nvSpPr>
        <p:spPr/>
        <p:txBody>
          <a:bodyPr/>
          <a:lstStyle/>
          <a:p>
            <a:pPr algn="ctr"/>
            <a:fld id="{8D252C1B-CBF0-4A4D-8F57-7FB989103249}" type="slidenum">
              <a:rPr lang="en-US" smtClean="0"/>
              <a:pPr algn="ctr"/>
              <a:t>‹#›</a:t>
            </a:fld>
            <a:endParaRPr lang="en-US" dirty="0"/>
          </a:p>
        </p:txBody>
      </p:sp>
      <p:sp>
        <p:nvSpPr>
          <p:cNvPr id="6" name="Date Placeholder 5">
            <a:extLst>
              <a:ext uri="{FF2B5EF4-FFF2-40B4-BE49-F238E27FC236}">
                <a16:creationId xmlns:a16="http://schemas.microsoft.com/office/drawing/2014/main" id="{26035DAD-0E07-921A-1F16-10A8BBFC3975}"/>
              </a:ext>
            </a:extLst>
          </p:cNvPr>
          <p:cNvSpPr>
            <a:spLocks noGrp="1"/>
          </p:cNvSpPr>
          <p:nvPr>
            <p:ph type="dt" sz="half" idx="10"/>
          </p:nvPr>
        </p:nvSpPr>
        <p:spPr/>
        <p:txBody>
          <a:bodyPr/>
          <a:lstStyle/>
          <a:p>
            <a:fld id="{5C0CB386-F940-461F-A152-905D02CFF5A2}" type="datetime4">
              <a:rPr lang="en-US" smtClean="0"/>
              <a:t>November 5, 2025</a:t>
            </a:fld>
            <a:endParaRPr lang="en-US" dirty="0"/>
          </a:p>
        </p:txBody>
      </p:sp>
    </p:spTree>
    <p:extLst>
      <p:ext uri="{BB962C8B-B14F-4D97-AF65-F5344CB8AC3E}">
        <p14:creationId xmlns:p14="http://schemas.microsoft.com/office/powerpoint/2010/main" val="2871036981"/>
      </p:ext>
    </p:extLst>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9E11FDDA-B97C-DDC5-8DB1-E60BD2AA1DBB}"/>
              </a:ext>
            </a:extLst>
          </p:cNvPr>
          <p:cNvSpPr>
            <a:spLocks noGrp="1"/>
          </p:cNvSpPr>
          <p:nvPr>
            <p:ph type="ftr" sz="quarter" idx="11"/>
          </p:nvPr>
        </p:nvSpPr>
        <p:spPr/>
        <p:txBody>
          <a:bodyPr/>
          <a:lstStyle/>
          <a:p>
            <a:pPr algn="r"/>
            <a:r>
              <a:rPr lang="en-US" dirty="0"/>
              <a:t>Sample Footer Text</a:t>
            </a:r>
          </a:p>
        </p:txBody>
      </p:sp>
      <p:sp>
        <p:nvSpPr>
          <p:cNvPr id="7" name="Slide Number Placeholder 6">
            <a:extLst>
              <a:ext uri="{FF2B5EF4-FFF2-40B4-BE49-F238E27FC236}">
                <a16:creationId xmlns:a16="http://schemas.microsoft.com/office/drawing/2014/main" id="{7F72A1C0-DA96-EA1E-D5A0-508F879B0757}"/>
              </a:ext>
            </a:extLst>
          </p:cNvPr>
          <p:cNvSpPr>
            <a:spLocks noGrp="1"/>
          </p:cNvSpPr>
          <p:nvPr>
            <p:ph type="sldNum" sz="quarter" idx="12"/>
          </p:nvPr>
        </p:nvSpPr>
        <p:spPr/>
        <p:txBody>
          <a:bodyPr/>
          <a:lstStyle/>
          <a:p>
            <a:pPr algn="ctr"/>
            <a:fld id="{8D252C1B-CBF0-4A4D-8F57-7FB989103249}" type="slidenum">
              <a:rPr lang="en-US" smtClean="0"/>
              <a:pPr algn="ctr"/>
              <a:t>‹#›</a:t>
            </a:fld>
            <a:endParaRPr lang="en-US" dirty="0"/>
          </a:p>
        </p:txBody>
      </p:sp>
      <p:sp>
        <p:nvSpPr>
          <p:cNvPr id="5" name="Date Placeholder 4">
            <a:extLst>
              <a:ext uri="{FF2B5EF4-FFF2-40B4-BE49-F238E27FC236}">
                <a16:creationId xmlns:a16="http://schemas.microsoft.com/office/drawing/2014/main" id="{F97F18BD-749C-B50F-D44C-F42AA6AABEB9}"/>
              </a:ext>
            </a:extLst>
          </p:cNvPr>
          <p:cNvSpPr>
            <a:spLocks noGrp="1"/>
          </p:cNvSpPr>
          <p:nvPr>
            <p:ph type="dt" sz="half" idx="10"/>
          </p:nvPr>
        </p:nvSpPr>
        <p:spPr/>
        <p:txBody>
          <a:bodyPr/>
          <a:lstStyle/>
          <a:p>
            <a:fld id="{2ACAFA3B-E7FC-4334-92AC-6B8879F5B1DC}" type="datetime4">
              <a:rPr lang="en-US" smtClean="0"/>
              <a:t>November 5, 2025</a:t>
            </a:fld>
            <a:endParaRPr lang="en-US" dirty="0"/>
          </a:p>
        </p:txBody>
      </p:sp>
    </p:spTree>
    <p:extLst>
      <p:ext uri="{BB962C8B-B14F-4D97-AF65-F5344CB8AC3E}">
        <p14:creationId xmlns:p14="http://schemas.microsoft.com/office/powerpoint/2010/main" val="2200251415"/>
      </p:ext>
    </p:extLst>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612648" y="758952"/>
            <a:ext cx="3595634" cy="2212848"/>
          </a:xfrm>
          <a:prstGeom prst="rect">
            <a:avLst/>
          </a:prstGeom>
        </p:spPr>
        <p:txBody>
          <a:bodyPr anchor="t">
            <a:normAutofit/>
          </a:bodyPr>
          <a:lstStyle>
            <a:lvl1pPr>
              <a:lnSpc>
                <a:spcPct val="120000"/>
              </a:lnSpc>
              <a:defRPr sz="2800"/>
            </a:lvl1pPr>
          </a:lstStyle>
          <a:p>
            <a:r>
              <a:rPr lang="en-US"/>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612648" y="2971800"/>
            <a:ext cx="3595634" cy="3127248"/>
          </a:xfrm>
          <a:prstGeom prst="rect">
            <a:avLst/>
          </a:prstGeom>
        </p:spPr>
        <p:txBody>
          <a:bodyPr anchor="t">
            <a:normAutofit/>
          </a:bodyPr>
          <a:lstStyle>
            <a:lvl1pPr marL="0" indent="0">
              <a:lnSpc>
                <a:spcPct val="130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6996" y="758952"/>
            <a:ext cx="6284130" cy="5340093"/>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p>
        </p:txBody>
      </p:sp>
      <p:sp>
        <p:nvSpPr>
          <p:cNvPr id="13" name="Footer Placeholder 12">
            <a:extLst>
              <a:ext uri="{FF2B5EF4-FFF2-40B4-BE49-F238E27FC236}">
                <a16:creationId xmlns:a16="http://schemas.microsoft.com/office/drawing/2014/main" id="{247FD854-00E9-7A1B-6B8C-0458F22F1EC3}"/>
              </a:ext>
            </a:extLst>
          </p:cNvPr>
          <p:cNvSpPr>
            <a:spLocks noGrp="1"/>
          </p:cNvSpPr>
          <p:nvPr>
            <p:ph type="ftr" sz="quarter" idx="11"/>
          </p:nvPr>
        </p:nvSpPr>
        <p:spPr/>
        <p:txBody>
          <a:bodyPr/>
          <a:lstStyle/>
          <a:p>
            <a:pPr algn="r"/>
            <a:r>
              <a:rPr lang="en-US" dirty="0"/>
              <a:t>Sample Footer Text</a:t>
            </a:r>
          </a:p>
        </p:txBody>
      </p:sp>
      <p:sp>
        <p:nvSpPr>
          <p:cNvPr id="14" name="Slide Number Placeholder 13">
            <a:extLst>
              <a:ext uri="{FF2B5EF4-FFF2-40B4-BE49-F238E27FC236}">
                <a16:creationId xmlns:a16="http://schemas.microsoft.com/office/drawing/2014/main" id="{205E2392-B840-3FDD-E39D-8521DC827038}"/>
              </a:ext>
            </a:extLst>
          </p:cNvPr>
          <p:cNvSpPr>
            <a:spLocks noGrp="1"/>
          </p:cNvSpPr>
          <p:nvPr>
            <p:ph type="sldNum" sz="quarter" idx="12"/>
          </p:nvPr>
        </p:nvSpPr>
        <p:spPr/>
        <p:txBody>
          <a:bodyPr/>
          <a:lstStyle/>
          <a:p>
            <a:pPr algn="ctr"/>
            <a:fld id="{8D252C1B-CBF0-4A4D-8F57-7FB989103249}" type="slidenum">
              <a:rPr lang="en-US" smtClean="0"/>
              <a:pPr algn="ctr"/>
              <a:t>‹#›</a:t>
            </a:fld>
            <a:endParaRPr lang="en-US" dirty="0"/>
          </a:p>
        </p:txBody>
      </p:sp>
      <p:sp>
        <p:nvSpPr>
          <p:cNvPr id="12" name="Date Placeholder 11">
            <a:extLst>
              <a:ext uri="{FF2B5EF4-FFF2-40B4-BE49-F238E27FC236}">
                <a16:creationId xmlns:a16="http://schemas.microsoft.com/office/drawing/2014/main" id="{542EA063-3C1A-D1D2-916B-C1A4F124EA0C}"/>
              </a:ext>
            </a:extLst>
          </p:cNvPr>
          <p:cNvSpPr>
            <a:spLocks noGrp="1"/>
          </p:cNvSpPr>
          <p:nvPr>
            <p:ph type="dt" sz="half" idx="10"/>
          </p:nvPr>
        </p:nvSpPr>
        <p:spPr/>
        <p:txBody>
          <a:bodyPr/>
          <a:lstStyle/>
          <a:p>
            <a:fld id="{15FDBDE7-FECA-47E1-B2CA-19C097F5DD78}" type="datetime4">
              <a:rPr lang="en-US" smtClean="0"/>
              <a:t>November 5, 2025</a:t>
            </a:fld>
            <a:endParaRPr lang="en-US" dirty="0"/>
          </a:p>
        </p:txBody>
      </p:sp>
    </p:spTree>
    <p:extLst>
      <p:ext uri="{BB962C8B-B14F-4D97-AF65-F5344CB8AC3E}">
        <p14:creationId xmlns:p14="http://schemas.microsoft.com/office/powerpoint/2010/main" val="2354175380"/>
      </p:ext>
    </p:extLst>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12648" y="762000"/>
            <a:ext cx="3713996" cy="2212313"/>
          </a:xfrm>
          <a:prstGeom prst="rect">
            <a:avLst/>
          </a:prstGeom>
        </p:spPr>
        <p:txBody>
          <a:bodyPr anchor="t">
            <a:normAutofit/>
          </a:bodyPr>
          <a:lstStyle>
            <a:lvl1pPr>
              <a:lnSpc>
                <a:spcPct val="120000"/>
              </a:lnSpc>
              <a:defRPr sz="28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8" y="3401567"/>
            <a:ext cx="3713996" cy="2731008"/>
          </a:xfrm>
          <a:prstGeom prst="rect">
            <a:avLst/>
          </a:prstGeom>
        </p:spPr>
        <p:txBody>
          <a:bodyPr anchor="b"/>
          <a:lstStyle>
            <a:lvl1pPr marL="0" indent="0">
              <a:lnSpc>
                <a:spcPct val="130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Picture Placeholder 8">
            <a:extLst>
              <a:ext uri="{FF2B5EF4-FFF2-40B4-BE49-F238E27FC236}">
                <a16:creationId xmlns:a16="http://schemas.microsoft.com/office/drawing/2014/main" id="{BE5C5A3E-7D50-F47F-EB7E-84E9BE86B09F}"/>
              </a:ext>
            </a:extLst>
          </p:cNvPr>
          <p:cNvSpPr>
            <a:spLocks noGrp="1"/>
          </p:cNvSpPr>
          <p:nvPr>
            <p:ph type="pic" sz="quarter" idx="13" hasCustomPrompt="1"/>
          </p:nvPr>
        </p:nvSpPr>
        <p:spPr>
          <a:xfrm>
            <a:off x="5361359" y="762000"/>
            <a:ext cx="6068641" cy="5334000"/>
          </a:xfrm>
          <a:prstGeom prst="rect">
            <a:avLst/>
          </a:prstGeom>
          <a:blipFill>
            <a:blip r:embed="rId2">
              <a:alphaModFix amt="70000"/>
            </a:blip>
            <a:stretch>
              <a:fillRect/>
            </a:stretch>
          </a:blipFill>
        </p:spPr>
        <p:txBody>
          <a:bodyPr/>
          <a:lstStyle>
            <a:lvl1pPr marL="0" indent="0">
              <a:buNone/>
              <a:defRPr/>
            </a:lvl1pPr>
          </a:lstStyle>
          <a:p>
            <a:r>
              <a:rPr lang="en-US" dirty="0"/>
              <a:t> </a:t>
            </a:r>
          </a:p>
        </p:txBody>
      </p:sp>
      <p:sp>
        <p:nvSpPr>
          <p:cNvPr id="16" name="Footer Placeholder 15">
            <a:extLst>
              <a:ext uri="{FF2B5EF4-FFF2-40B4-BE49-F238E27FC236}">
                <a16:creationId xmlns:a16="http://schemas.microsoft.com/office/drawing/2014/main" id="{27DBDBE0-7D82-CCC0-82C8-C75970BFD286}"/>
              </a:ext>
            </a:extLst>
          </p:cNvPr>
          <p:cNvSpPr>
            <a:spLocks noGrp="1"/>
          </p:cNvSpPr>
          <p:nvPr>
            <p:ph type="ftr" sz="quarter" idx="15"/>
          </p:nvPr>
        </p:nvSpPr>
        <p:spPr/>
        <p:txBody>
          <a:bodyPr/>
          <a:lstStyle/>
          <a:p>
            <a:pPr algn="r"/>
            <a:r>
              <a:rPr lang="en-US" dirty="0"/>
              <a:t>Sample Footer Text</a:t>
            </a:r>
          </a:p>
        </p:txBody>
      </p:sp>
      <p:sp>
        <p:nvSpPr>
          <p:cNvPr id="17" name="Slide Number Placeholder 16">
            <a:extLst>
              <a:ext uri="{FF2B5EF4-FFF2-40B4-BE49-F238E27FC236}">
                <a16:creationId xmlns:a16="http://schemas.microsoft.com/office/drawing/2014/main" id="{098B971C-659F-56B1-E5C8-1551C52DEB0E}"/>
              </a:ext>
            </a:extLst>
          </p:cNvPr>
          <p:cNvSpPr>
            <a:spLocks noGrp="1"/>
          </p:cNvSpPr>
          <p:nvPr>
            <p:ph type="sldNum" sz="quarter" idx="16"/>
          </p:nvPr>
        </p:nvSpPr>
        <p:spPr/>
        <p:txBody>
          <a:bodyPr/>
          <a:lstStyle/>
          <a:p>
            <a:pPr algn="ctr"/>
            <a:fld id="{8D252C1B-CBF0-4A4D-8F57-7FB989103249}" type="slidenum">
              <a:rPr lang="en-US" smtClean="0"/>
              <a:pPr algn="ctr"/>
              <a:t>‹#›</a:t>
            </a:fld>
            <a:endParaRPr lang="en-US" dirty="0"/>
          </a:p>
        </p:txBody>
      </p:sp>
      <p:sp>
        <p:nvSpPr>
          <p:cNvPr id="15" name="Date Placeholder 14">
            <a:extLst>
              <a:ext uri="{FF2B5EF4-FFF2-40B4-BE49-F238E27FC236}">
                <a16:creationId xmlns:a16="http://schemas.microsoft.com/office/drawing/2014/main" id="{1018BD95-468D-0282-9949-1A0343239975}"/>
              </a:ext>
            </a:extLst>
          </p:cNvPr>
          <p:cNvSpPr>
            <a:spLocks noGrp="1"/>
          </p:cNvSpPr>
          <p:nvPr>
            <p:ph type="dt" sz="half" idx="14"/>
          </p:nvPr>
        </p:nvSpPr>
        <p:spPr/>
        <p:txBody>
          <a:bodyPr/>
          <a:lstStyle/>
          <a:p>
            <a:fld id="{5D4FB98F-DFF9-4531-9B19-10EA554FE457}" type="datetime4">
              <a:rPr lang="en-US" smtClean="0"/>
              <a:t>November 5, 2025</a:t>
            </a:fld>
            <a:endParaRPr lang="en-US" dirty="0"/>
          </a:p>
        </p:txBody>
      </p:sp>
    </p:spTree>
    <p:extLst>
      <p:ext uri="{BB962C8B-B14F-4D97-AF65-F5344CB8AC3E}">
        <p14:creationId xmlns:p14="http://schemas.microsoft.com/office/powerpoint/2010/main" val="1765186619"/>
      </p:ext>
    </p:extLst>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4115FEF-9929-7E5F-F0A4-112836087D7B}"/>
              </a:ext>
            </a:extLst>
          </p:cNvPr>
          <p:cNvSpPr/>
          <p:nvPr/>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3" name="Straight Connector 2">
            <a:extLst>
              <a:ext uri="{FF2B5EF4-FFF2-40B4-BE49-F238E27FC236}">
                <a16:creationId xmlns:a16="http://schemas.microsoft.com/office/drawing/2014/main" id="{937FE2A9-21DD-FB38-F9C9-5420B56B7136}"/>
              </a:ext>
              <a:ext uri="{C183D7F6-B498-43B3-948B-1728B52AA6E4}">
                <adec:decorative xmlns:adec="http://schemas.microsoft.com/office/drawing/2017/decorative" val="1"/>
              </a:ext>
            </a:extLst>
          </p:cNvPr>
          <p:cNvCxnSpPr>
            <a:cxnSpLocks/>
          </p:cNvCxnSpPr>
          <p:nvPr/>
        </p:nvCxnSpPr>
        <p:spPr>
          <a:xfrm>
            <a:off x="793007" y="761998"/>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1033272"/>
            <a:ext cx="10680191" cy="1901952"/>
          </a:xfrm>
          <a:prstGeom prst="rect">
            <a:avLst/>
          </a:prstGeom>
        </p:spPr>
        <p:txBody>
          <a:bodyPr anchor="t">
            <a:normAutofit/>
          </a:bodyPr>
          <a:lstStyle>
            <a:lvl1pPr>
              <a:lnSpc>
                <a:spcPct val="120000"/>
              </a:lnSpc>
              <a:defRPr sz="4000">
                <a:solidFill>
                  <a:schemeClr val="tx1"/>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648" y="3593592"/>
            <a:ext cx="10680192" cy="2688336"/>
          </a:xfrm>
          <a:prstGeom prst="rect">
            <a:avLst/>
          </a:prstGeom>
        </p:spPr>
        <p:txBody>
          <a:bodyPr vert="horz" lIns="91440" tIns="45720" rIns="91440" bIns="45720" rtlCol="0">
            <a:normAutofit/>
          </a:bodyPr>
          <a:lstStyle>
            <a:lvl1pPr>
              <a:defRPr lang="en-US">
                <a:solidFill>
                  <a:schemeClr val="tx1"/>
                </a:solidFill>
              </a:defRPr>
            </a:lvl1pPr>
            <a:lvl2pPr>
              <a:defRPr lang="en-US">
                <a:solidFill>
                  <a:schemeClr val="tx1"/>
                </a:solidFill>
              </a:defRPr>
            </a:lvl2pPr>
            <a:lvl3pPr>
              <a:defRPr lang="en-US">
                <a:solidFill>
                  <a:schemeClr val="tx1"/>
                </a:solidFill>
              </a:defRPr>
            </a:lvl3pPr>
            <a:lvl4pPr>
              <a:defRPr lang="en-US">
                <a:solidFill>
                  <a:schemeClr val="tx1"/>
                </a:solidFill>
              </a:defRPr>
            </a:lvl4pPr>
            <a:lvl5pPr>
              <a:defRPr lang="en-US">
                <a:solidFill>
                  <a:schemeClr val="tx1"/>
                </a:solidFill>
              </a:defRPr>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9" name="Footer Placeholder 8">
            <a:extLst>
              <a:ext uri="{FF2B5EF4-FFF2-40B4-BE49-F238E27FC236}">
                <a16:creationId xmlns:a16="http://schemas.microsoft.com/office/drawing/2014/main" id="{F424D638-A40E-7DBE-0BDA-0653484A371B}"/>
              </a:ext>
            </a:extLst>
          </p:cNvPr>
          <p:cNvSpPr>
            <a:spLocks noGrp="1"/>
          </p:cNvSpPr>
          <p:nvPr>
            <p:ph type="ftr" sz="quarter" idx="15"/>
          </p:nvPr>
        </p:nvSpPr>
        <p:spPr/>
        <p:txBody>
          <a:bodyPr/>
          <a:lstStyle>
            <a:lvl1pPr>
              <a:defRPr>
                <a:solidFill>
                  <a:schemeClr val="tx1"/>
                </a:solidFill>
              </a:defRPr>
            </a:lvl1pPr>
          </a:lstStyle>
          <a:p>
            <a:r>
              <a:rPr lang="en-US" dirty="0"/>
              <a:t>Sample Footer Text</a:t>
            </a:r>
          </a:p>
        </p:txBody>
      </p:sp>
      <p:sp>
        <p:nvSpPr>
          <p:cNvPr id="10" name="Slide Number Placeholder 9">
            <a:extLst>
              <a:ext uri="{FF2B5EF4-FFF2-40B4-BE49-F238E27FC236}">
                <a16:creationId xmlns:a16="http://schemas.microsoft.com/office/drawing/2014/main" id="{D432539E-E64F-6ECB-8128-09189D20DDE8}"/>
              </a:ext>
            </a:extLst>
          </p:cNvPr>
          <p:cNvSpPr>
            <a:spLocks noGrp="1"/>
          </p:cNvSpPr>
          <p:nvPr>
            <p:ph type="sldNum" sz="quarter" idx="16"/>
          </p:nvPr>
        </p:nvSpPr>
        <p:spPr/>
        <p:txBody>
          <a:bodyPr/>
          <a:lstStyle>
            <a:lvl1pPr>
              <a:defRPr>
                <a:solidFill>
                  <a:schemeClr val="tx1"/>
                </a:solidFill>
              </a:defRPr>
            </a:lvl1pPr>
          </a:lstStyle>
          <a:p>
            <a:fld id="{8D252C1B-CBF0-4A4D-8F57-7FB989103249}" type="slidenum">
              <a:rPr lang="en-US" smtClean="0"/>
              <a:pPr/>
              <a:t>‹#›</a:t>
            </a:fld>
            <a:endParaRPr lang="en-US" dirty="0"/>
          </a:p>
        </p:txBody>
      </p:sp>
      <p:sp>
        <p:nvSpPr>
          <p:cNvPr id="7" name="Date Placeholder 6">
            <a:extLst>
              <a:ext uri="{FF2B5EF4-FFF2-40B4-BE49-F238E27FC236}">
                <a16:creationId xmlns:a16="http://schemas.microsoft.com/office/drawing/2014/main" id="{260958E1-1A6E-215C-E558-5C2B7E025D13}"/>
              </a:ext>
            </a:extLst>
          </p:cNvPr>
          <p:cNvSpPr>
            <a:spLocks noGrp="1"/>
          </p:cNvSpPr>
          <p:nvPr>
            <p:ph type="dt" sz="half" idx="14"/>
          </p:nvPr>
        </p:nvSpPr>
        <p:spPr/>
        <p:txBody>
          <a:bodyPr/>
          <a:lstStyle>
            <a:lvl1pPr>
              <a:defRPr>
                <a:solidFill>
                  <a:schemeClr val="tx1"/>
                </a:solidFill>
              </a:defRPr>
            </a:lvl1pPr>
          </a:lstStyle>
          <a:p>
            <a:fld id="{C893B396-7097-498E-8C2A-9D79ADCCCAED}" type="datetime4">
              <a:rPr lang="en-US" smtClean="0"/>
              <a:t>November 5, 2025</a:t>
            </a:fld>
            <a:endParaRPr lang="en-US" dirty="0"/>
          </a:p>
        </p:txBody>
      </p:sp>
    </p:spTree>
    <p:extLst>
      <p:ext uri="{BB962C8B-B14F-4D97-AF65-F5344CB8AC3E}">
        <p14:creationId xmlns:p14="http://schemas.microsoft.com/office/powerpoint/2010/main" val="1105215111"/>
      </p:ext>
    </p:extLst>
  </p:cSld>
  <p:clrMapOvr>
    <a:overrideClrMapping bg1="dk1" tx1="lt1" bg2="dk2" tx2="lt2" accent1="accent1" accent2="accent2" accent3="accent3" accent4="accent4" accent5="accent5" accent6="accent6" hlink="hlink" folHlink="folHlink"/>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E329EFD-F995-2B63-9CDE-9794EE624A63}"/>
              </a:ext>
            </a:extLst>
          </p:cNvPr>
          <p:cNvSpPr/>
          <p:nvPr/>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Oval 2">
            <a:extLst>
              <a:ext uri="{FF2B5EF4-FFF2-40B4-BE49-F238E27FC236}">
                <a16:creationId xmlns:a16="http://schemas.microsoft.com/office/drawing/2014/main" id="{89CBFB52-CE70-A084-2784-8ADA5CBB0506}"/>
              </a:ext>
              <a:ext uri="{C183D7F6-B498-43B3-948B-1728B52AA6E4}">
                <adec:decorative xmlns:adec="http://schemas.microsoft.com/office/drawing/2017/decorative" val="1"/>
              </a:ext>
            </a:extLst>
          </p:cNvPr>
          <p:cNvSpPr/>
          <p:nvPr/>
        </p:nvSpPr>
        <p:spPr>
          <a:xfrm>
            <a:off x="733197" y="1114197"/>
            <a:ext cx="4629606" cy="462960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59536" y="2441448"/>
            <a:ext cx="4389120" cy="1984248"/>
          </a:xfrm>
          <a:prstGeom prst="rect">
            <a:avLst/>
          </a:prstGeom>
        </p:spPr>
        <p:txBody>
          <a:bodyPr anchor="ctr">
            <a:normAutofit/>
          </a:bodyPr>
          <a:lstStyle>
            <a:lvl1pPr algn="ctr">
              <a:lnSpc>
                <a:spcPct val="120000"/>
              </a:lnSpc>
              <a:defRPr sz="4000">
                <a:solidFill>
                  <a:schemeClr val="bg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272786" y="1792224"/>
            <a:ext cx="4626864" cy="3529584"/>
          </a:xfrm>
          <a:prstGeom prst="rect">
            <a:avLst/>
          </a:prstGeom>
        </p:spPr>
        <p:txBody>
          <a:bodyPr vert="horz" lIns="91440" tIns="45720" rIns="91440" bIns="45720" rtlCol="0" anchor="ctr">
            <a:normAutofit/>
          </a:bodyPr>
          <a:lstStyle>
            <a:lvl1pPr marL="0" indent="0">
              <a:lnSpc>
                <a:spcPct val="130000"/>
              </a:lnSpc>
              <a:buNone/>
              <a:defRPr lang="en-US" sz="2400" dirty="0">
                <a:solidFill>
                  <a:schemeClr val="tx1"/>
                </a:solidFill>
              </a:defRPr>
            </a:lvl1pPr>
            <a:lvl2pPr marL="228600" indent="0">
              <a:lnSpc>
                <a:spcPct val="130000"/>
              </a:lnSpc>
              <a:buNone/>
              <a:defRPr lang="en-US" sz="2000" dirty="0">
                <a:solidFill>
                  <a:schemeClr val="tx1"/>
                </a:solidFill>
              </a:defRPr>
            </a:lvl2pPr>
            <a:lvl3pPr marL="457200" indent="0">
              <a:lnSpc>
                <a:spcPct val="130000"/>
              </a:lnSpc>
              <a:buNone/>
              <a:defRPr lang="en-US" sz="1800" dirty="0">
                <a:solidFill>
                  <a:schemeClr val="tx1"/>
                </a:solidFill>
              </a:defRPr>
            </a:lvl3pPr>
            <a:lvl4pPr marL="685800" indent="0">
              <a:lnSpc>
                <a:spcPct val="130000"/>
              </a:lnSpc>
              <a:buNone/>
              <a:defRPr lang="en-US" sz="1600" dirty="0">
                <a:solidFill>
                  <a:schemeClr val="tx1"/>
                </a:solidFill>
              </a:defRPr>
            </a:lvl4pPr>
            <a:lvl5pPr marL="914400" indent="0">
              <a:lnSpc>
                <a:spcPct val="130000"/>
              </a:lnSpc>
              <a:buNone/>
              <a:defRPr lang="en-US" sz="1400" dirty="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Footer Placeholder 11">
            <a:extLst>
              <a:ext uri="{FF2B5EF4-FFF2-40B4-BE49-F238E27FC236}">
                <a16:creationId xmlns:a16="http://schemas.microsoft.com/office/drawing/2014/main" id="{AD01EFD6-9B00-587B-896E-04546E348CB7}"/>
              </a:ext>
            </a:extLst>
          </p:cNvPr>
          <p:cNvSpPr>
            <a:spLocks noGrp="1"/>
          </p:cNvSpPr>
          <p:nvPr>
            <p:ph type="ftr" sz="quarter" idx="16"/>
          </p:nvPr>
        </p:nvSpPr>
        <p:spPr/>
        <p:txBody>
          <a:bodyPr/>
          <a:lstStyle>
            <a:lvl1pPr>
              <a:defRPr>
                <a:solidFill>
                  <a:schemeClr val="tx1"/>
                </a:solidFill>
              </a:defRPr>
            </a:lvl1pPr>
          </a:lstStyle>
          <a:p>
            <a:r>
              <a:rPr lang="en-US" dirty="0"/>
              <a:t>Sample Footer Text</a:t>
            </a:r>
          </a:p>
        </p:txBody>
      </p:sp>
      <p:sp>
        <p:nvSpPr>
          <p:cNvPr id="13" name="Slide Number Placeholder 12">
            <a:extLst>
              <a:ext uri="{FF2B5EF4-FFF2-40B4-BE49-F238E27FC236}">
                <a16:creationId xmlns:a16="http://schemas.microsoft.com/office/drawing/2014/main" id="{16E3DBA5-3A5D-C80F-F079-E97456BEC2FA}"/>
              </a:ext>
            </a:extLst>
          </p:cNvPr>
          <p:cNvSpPr>
            <a:spLocks noGrp="1"/>
          </p:cNvSpPr>
          <p:nvPr>
            <p:ph type="sldNum" sz="quarter" idx="17"/>
          </p:nvPr>
        </p:nvSpPr>
        <p:spPr/>
        <p:txBody>
          <a:bodyPr/>
          <a:lstStyle>
            <a:lvl1pPr>
              <a:defRPr>
                <a:solidFill>
                  <a:schemeClr val="tx1"/>
                </a:solidFill>
              </a:defRPr>
            </a:lvl1pPr>
          </a:lstStyle>
          <a:p>
            <a:fld id="{8D252C1B-CBF0-4A4D-8F57-7FB989103249}" type="slidenum">
              <a:rPr lang="en-US" smtClean="0"/>
              <a:pPr/>
              <a:t>‹#›</a:t>
            </a:fld>
            <a:endParaRPr lang="en-US" dirty="0"/>
          </a:p>
        </p:txBody>
      </p:sp>
      <p:sp>
        <p:nvSpPr>
          <p:cNvPr id="11" name="Date Placeholder 10">
            <a:extLst>
              <a:ext uri="{FF2B5EF4-FFF2-40B4-BE49-F238E27FC236}">
                <a16:creationId xmlns:a16="http://schemas.microsoft.com/office/drawing/2014/main" id="{7470B87B-1EC8-FB40-1A35-1CFC24500D80}"/>
              </a:ext>
            </a:extLst>
          </p:cNvPr>
          <p:cNvSpPr>
            <a:spLocks noGrp="1"/>
          </p:cNvSpPr>
          <p:nvPr>
            <p:ph type="dt" sz="half" idx="15"/>
          </p:nvPr>
        </p:nvSpPr>
        <p:spPr/>
        <p:txBody>
          <a:bodyPr/>
          <a:lstStyle>
            <a:lvl1pPr>
              <a:defRPr>
                <a:solidFill>
                  <a:schemeClr val="tx1"/>
                </a:solidFill>
              </a:defRPr>
            </a:lvl1pPr>
          </a:lstStyle>
          <a:p>
            <a:fld id="{F6C243A7-CA09-4236-A001-D0FE00D74803}" type="datetime4">
              <a:rPr lang="en-US" smtClean="0"/>
              <a:t>November 5, 2025</a:t>
            </a:fld>
            <a:endParaRPr lang="en-US" dirty="0"/>
          </a:p>
        </p:txBody>
      </p:sp>
    </p:spTree>
    <p:extLst>
      <p:ext uri="{BB962C8B-B14F-4D97-AF65-F5344CB8AC3E}">
        <p14:creationId xmlns:p14="http://schemas.microsoft.com/office/powerpoint/2010/main" val="3454744109"/>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61.xml"/><Relationship Id="rId13" Type="http://schemas.openxmlformats.org/officeDocument/2006/relationships/slideLayout" Target="../slideLayouts/slideLayout66.xml"/><Relationship Id="rId18" Type="http://schemas.openxmlformats.org/officeDocument/2006/relationships/slideLayout" Target="../slideLayouts/slideLayout71.xml"/><Relationship Id="rId3" Type="http://schemas.openxmlformats.org/officeDocument/2006/relationships/slideLayout" Target="../slideLayouts/slideLayout56.xml"/><Relationship Id="rId21" Type="http://schemas.openxmlformats.org/officeDocument/2006/relationships/image" Target="../media/image2.png"/><Relationship Id="rId7" Type="http://schemas.openxmlformats.org/officeDocument/2006/relationships/slideLayout" Target="../slideLayouts/slideLayout60.xml"/><Relationship Id="rId12" Type="http://schemas.openxmlformats.org/officeDocument/2006/relationships/slideLayout" Target="../slideLayouts/slideLayout65.xml"/><Relationship Id="rId17" Type="http://schemas.openxmlformats.org/officeDocument/2006/relationships/slideLayout" Target="../slideLayouts/slideLayout70.xml"/><Relationship Id="rId2" Type="http://schemas.openxmlformats.org/officeDocument/2006/relationships/slideLayout" Target="../slideLayouts/slideLayout55.xml"/><Relationship Id="rId16" Type="http://schemas.openxmlformats.org/officeDocument/2006/relationships/slideLayout" Target="../slideLayouts/slideLayout69.xml"/><Relationship Id="rId20" Type="http://schemas.openxmlformats.org/officeDocument/2006/relationships/theme" Target="../theme/theme2.xml"/><Relationship Id="rId1" Type="http://schemas.openxmlformats.org/officeDocument/2006/relationships/slideLayout" Target="../slideLayouts/slideLayout54.xml"/><Relationship Id="rId6" Type="http://schemas.openxmlformats.org/officeDocument/2006/relationships/slideLayout" Target="../slideLayouts/slideLayout59.xml"/><Relationship Id="rId11" Type="http://schemas.openxmlformats.org/officeDocument/2006/relationships/slideLayout" Target="../slideLayouts/slideLayout64.xml"/><Relationship Id="rId5" Type="http://schemas.openxmlformats.org/officeDocument/2006/relationships/slideLayout" Target="../slideLayouts/slideLayout58.xml"/><Relationship Id="rId15" Type="http://schemas.openxmlformats.org/officeDocument/2006/relationships/slideLayout" Target="../slideLayouts/slideLayout68.xml"/><Relationship Id="rId10" Type="http://schemas.openxmlformats.org/officeDocument/2006/relationships/slideLayout" Target="../slideLayouts/slideLayout63.xml"/><Relationship Id="rId19" Type="http://schemas.openxmlformats.org/officeDocument/2006/relationships/slideLayout" Target="../slideLayouts/slideLayout72.xml"/><Relationship Id="rId4" Type="http://schemas.openxmlformats.org/officeDocument/2006/relationships/slideLayout" Target="../slideLayouts/slideLayout57.xml"/><Relationship Id="rId9" Type="http://schemas.openxmlformats.org/officeDocument/2006/relationships/slideLayout" Target="../slideLayouts/slideLayout62.xml"/><Relationship Id="rId14" Type="http://schemas.openxmlformats.org/officeDocument/2006/relationships/slideLayout" Target="../slideLayouts/slideLayout67.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85.xml"/><Relationship Id="rId18" Type="http://schemas.openxmlformats.org/officeDocument/2006/relationships/slideLayout" Target="../slideLayouts/slideLayout90.xml"/><Relationship Id="rId26" Type="http://schemas.openxmlformats.org/officeDocument/2006/relationships/slideLayout" Target="../slideLayouts/slideLayout98.xml"/><Relationship Id="rId39" Type="http://schemas.openxmlformats.org/officeDocument/2006/relationships/slideLayout" Target="../slideLayouts/slideLayout111.xml"/><Relationship Id="rId21" Type="http://schemas.openxmlformats.org/officeDocument/2006/relationships/slideLayout" Target="../slideLayouts/slideLayout93.xml"/><Relationship Id="rId34" Type="http://schemas.openxmlformats.org/officeDocument/2006/relationships/slideLayout" Target="../slideLayouts/slideLayout106.xml"/><Relationship Id="rId42" Type="http://schemas.openxmlformats.org/officeDocument/2006/relationships/slideLayout" Target="../slideLayouts/slideLayout114.xml"/><Relationship Id="rId47" Type="http://schemas.openxmlformats.org/officeDocument/2006/relationships/slideLayout" Target="../slideLayouts/slideLayout119.xml"/><Relationship Id="rId50" Type="http://schemas.openxmlformats.org/officeDocument/2006/relationships/slideLayout" Target="../slideLayouts/slideLayout122.xml"/><Relationship Id="rId55" Type="http://schemas.openxmlformats.org/officeDocument/2006/relationships/slideLayout" Target="../slideLayouts/slideLayout127.xml"/><Relationship Id="rId7" Type="http://schemas.openxmlformats.org/officeDocument/2006/relationships/slideLayout" Target="../slideLayouts/slideLayout79.xml"/><Relationship Id="rId2" Type="http://schemas.openxmlformats.org/officeDocument/2006/relationships/slideLayout" Target="../slideLayouts/slideLayout74.xml"/><Relationship Id="rId16" Type="http://schemas.openxmlformats.org/officeDocument/2006/relationships/slideLayout" Target="../slideLayouts/slideLayout88.xml"/><Relationship Id="rId29" Type="http://schemas.openxmlformats.org/officeDocument/2006/relationships/slideLayout" Target="../slideLayouts/slideLayout101.xml"/><Relationship Id="rId11" Type="http://schemas.openxmlformats.org/officeDocument/2006/relationships/slideLayout" Target="../slideLayouts/slideLayout83.xml"/><Relationship Id="rId24" Type="http://schemas.openxmlformats.org/officeDocument/2006/relationships/slideLayout" Target="../slideLayouts/slideLayout96.xml"/><Relationship Id="rId32" Type="http://schemas.openxmlformats.org/officeDocument/2006/relationships/slideLayout" Target="../slideLayouts/slideLayout104.xml"/><Relationship Id="rId37" Type="http://schemas.openxmlformats.org/officeDocument/2006/relationships/slideLayout" Target="../slideLayouts/slideLayout109.xml"/><Relationship Id="rId40" Type="http://schemas.openxmlformats.org/officeDocument/2006/relationships/slideLayout" Target="../slideLayouts/slideLayout112.xml"/><Relationship Id="rId45" Type="http://schemas.openxmlformats.org/officeDocument/2006/relationships/slideLayout" Target="../slideLayouts/slideLayout117.xml"/><Relationship Id="rId53" Type="http://schemas.openxmlformats.org/officeDocument/2006/relationships/slideLayout" Target="../slideLayouts/slideLayout125.xml"/><Relationship Id="rId58" Type="http://schemas.openxmlformats.org/officeDocument/2006/relationships/slideLayout" Target="../slideLayouts/slideLayout130.xml"/><Relationship Id="rId5" Type="http://schemas.openxmlformats.org/officeDocument/2006/relationships/slideLayout" Target="../slideLayouts/slideLayout77.xml"/><Relationship Id="rId61" Type="http://schemas.openxmlformats.org/officeDocument/2006/relationships/slideLayout" Target="../slideLayouts/slideLayout133.xml"/><Relationship Id="rId19" Type="http://schemas.openxmlformats.org/officeDocument/2006/relationships/slideLayout" Target="../slideLayouts/slideLayout91.xml"/><Relationship Id="rId14" Type="http://schemas.openxmlformats.org/officeDocument/2006/relationships/slideLayout" Target="../slideLayouts/slideLayout86.xml"/><Relationship Id="rId22" Type="http://schemas.openxmlformats.org/officeDocument/2006/relationships/slideLayout" Target="../slideLayouts/slideLayout94.xml"/><Relationship Id="rId27" Type="http://schemas.openxmlformats.org/officeDocument/2006/relationships/slideLayout" Target="../slideLayouts/slideLayout99.xml"/><Relationship Id="rId30" Type="http://schemas.openxmlformats.org/officeDocument/2006/relationships/slideLayout" Target="../slideLayouts/slideLayout102.xml"/><Relationship Id="rId35" Type="http://schemas.openxmlformats.org/officeDocument/2006/relationships/slideLayout" Target="../slideLayouts/slideLayout107.xml"/><Relationship Id="rId43" Type="http://schemas.openxmlformats.org/officeDocument/2006/relationships/slideLayout" Target="../slideLayouts/slideLayout115.xml"/><Relationship Id="rId48" Type="http://schemas.openxmlformats.org/officeDocument/2006/relationships/slideLayout" Target="../slideLayouts/slideLayout120.xml"/><Relationship Id="rId56" Type="http://schemas.openxmlformats.org/officeDocument/2006/relationships/slideLayout" Target="../slideLayouts/slideLayout128.xml"/><Relationship Id="rId8" Type="http://schemas.openxmlformats.org/officeDocument/2006/relationships/slideLayout" Target="../slideLayouts/slideLayout80.xml"/><Relationship Id="rId51" Type="http://schemas.openxmlformats.org/officeDocument/2006/relationships/slideLayout" Target="../slideLayouts/slideLayout123.xml"/><Relationship Id="rId3" Type="http://schemas.openxmlformats.org/officeDocument/2006/relationships/slideLayout" Target="../slideLayouts/slideLayout75.xml"/><Relationship Id="rId12" Type="http://schemas.openxmlformats.org/officeDocument/2006/relationships/slideLayout" Target="../slideLayouts/slideLayout84.xml"/><Relationship Id="rId17" Type="http://schemas.openxmlformats.org/officeDocument/2006/relationships/slideLayout" Target="../slideLayouts/slideLayout89.xml"/><Relationship Id="rId25" Type="http://schemas.openxmlformats.org/officeDocument/2006/relationships/slideLayout" Target="../slideLayouts/slideLayout97.xml"/><Relationship Id="rId33" Type="http://schemas.openxmlformats.org/officeDocument/2006/relationships/slideLayout" Target="../slideLayouts/slideLayout105.xml"/><Relationship Id="rId38" Type="http://schemas.openxmlformats.org/officeDocument/2006/relationships/slideLayout" Target="../slideLayouts/slideLayout110.xml"/><Relationship Id="rId46" Type="http://schemas.openxmlformats.org/officeDocument/2006/relationships/slideLayout" Target="../slideLayouts/slideLayout118.xml"/><Relationship Id="rId59" Type="http://schemas.openxmlformats.org/officeDocument/2006/relationships/slideLayout" Target="../slideLayouts/slideLayout131.xml"/><Relationship Id="rId20" Type="http://schemas.openxmlformats.org/officeDocument/2006/relationships/slideLayout" Target="../slideLayouts/slideLayout92.xml"/><Relationship Id="rId41" Type="http://schemas.openxmlformats.org/officeDocument/2006/relationships/slideLayout" Target="../slideLayouts/slideLayout113.xml"/><Relationship Id="rId54" Type="http://schemas.openxmlformats.org/officeDocument/2006/relationships/slideLayout" Target="../slideLayouts/slideLayout126.xml"/><Relationship Id="rId62" Type="http://schemas.openxmlformats.org/officeDocument/2006/relationships/theme" Target="../theme/theme3.xml"/><Relationship Id="rId1" Type="http://schemas.openxmlformats.org/officeDocument/2006/relationships/slideLayout" Target="../slideLayouts/slideLayout73.xml"/><Relationship Id="rId6" Type="http://schemas.openxmlformats.org/officeDocument/2006/relationships/slideLayout" Target="../slideLayouts/slideLayout78.xml"/><Relationship Id="rId15" Type="http://schemas.openxmlformats.org/officeDocument/2006/relationships/slideLayout" Target="../slideLayouts/slideLayout87.xml"/><Relationship Id="rId23" Type="http://schemas.openxmlformats.org/officeDocument/2006/relationships/slideLayout" Target="../slideLayouts/slideLayout95.xml"/><Relationship Id="rId28" Type="http://schemas.openxmlformats.org/officeDocument/2006/relationships/slideLayout" Target="../slideLayouts/slideLayout100.xml"/><Relationship Id="rId36" Type="http://schemas.openxmlformats.org/officeDocument/2006/relationships/slideLayout" Target="../slideLayouts/slideLayout108.xml"/><Relationship Id="rId49" Type="http://schemas.openxmlformats.org/officeDocument/2006/relationships/slideLayout" Target="../slideLayouts/slideLayout121.xml"/><Relationship Id="rId57" Type="http://schemas.openxmlformats.org/officeDocument/2006/relationships/slideLayout" Target="../slideLayouts/slideLayout129.xml"/><Relationship Id="rId10" Type="http://schemas.openxmlformats.org/officeDocument/2006/relationships/slideLayout" Target="../slideLayouts/slideLayout82.xml"/><Relationship Id="rId31" Type="http://schemas.openxmlformats.org/officeDocument/2006/relationships/slideLayout" Target="../slideLayouts/slideLayout103.xml"/><Relationship Id="rId44" Type="http://schemas.openxmlformats.org/officeDocument/2006/relationships/slideLayout" Target="../slideLayouts/slideLayout116.xml"/><Relationship Id="rId52" Type="http://schemas.openxmlformats.org/officeDocument/2006/relationships/slideLayout" Target="../slideLayouts/slideLayout124.xml"/><Relationship Id="rId60" Type="http://schemas.openxmlformats.org/officeDocument/2006/relationships/slideLayout" Target="../slideLayouts/slideLayout132.xml"/><Relationship Id="rId4" Type="http://schemas.openxmlformats.org/officeDocument/2006/relationships/slideLayout" Target="../slideLayouts/slideLayout76.xml"/><Relationship Id="rId9" Type="http://schemas.openxmlformats.org/officeDocument/2006/relationships/slideLayout" Target="../slideLayouts/slideLayout81.xml"/></Relationships>
</file>

<file path=ppt/slideMasters/_rels/slideMaster4.xml.rels><?xml version="1.0" encoding="UTF-8" standalone="yes"?>
<Relationships xmlns="http://schemas.openxmlformats.org/package/2006/relationships"><Relationship Id="rId13" Type="http://schemas.openxmlformats.org/officeDocument/2006/relationships/slideLayout" Target="../slideLayouts/slideLayout146.xml"/><Relationship Id="rId18" Type="http://schemas.openxmlformats.org/officeDocument/2006/relationships/slideLayout" Target="../slideLayouts/slideLayout151.xml"/><Relationship Id="rId26" Type="http://schemas.openxmlformats.org/officeDocument/2006/relationships/slideLayout" Target="../slideLayouts/slideLayout159.xml"/><Relationship Id="rId39" Type="http://schemas.openxmlformats.org/officeDocument/2006/relationships/slideLayout" Target="../slideLayouts/slideLayout172.xml"/><Relationship Id="rId21" Type="http://schemas.openxmlformats.org/officeDocument/2006/relationships/slideLayout" Target="../slideLayouts/slideLayout154.xml"/><Relationship Id="rId34" Type="http://schemas.openxmlformats.org/officeDocument/2006/relationships/slideLayout" Target="../slideLayouts/slideLayout167.xml"/><Relationship Id="rId42" Type="http://schemas.openxmlformats.org/officeDocument/2006/relationships/slideLayout" Target="../slideLayouts/slideLayout175.xml"/><Relationship Id="rId47" Type="http://schemas.openxmlformats.org/officeDocument/2006/relationships/slideLayout" Target="../slideLayouts/slideLayout180.xml"/><Relationship Id="rId50" Type="http://schemas.openxmlformats.org/officeDocument/2006/relationships/slideLayout" Target="../slideLayouts/slideLayout183.xml"/><Relationship Id="rId55" Type="http://schemas.openxmlformats.org/officeDocument/2006/relationships/theme" Target="../theme/theme4.xml"/><Relationship Id="rId7" Type="http://schemas.openxmlformats.org/officeDocument/2006/relationships/slideLayout" Target="../slideLayouts/slideLayout140.xml"/><Relationship Id="rId2" Type="http://schemas.openxmlformats.org/officeDocument/2006/relationships/slideLayout" Target="../slideLayouts/slideLayout135.xml"/><Relationship Id="rId16" Type="http://schemas.openxmlformats.org/officeDocument/2006/relationships/slideLayout" Target="../slideLayouts/slideLayout149.xml"/><Relationship Id="rId29" Type="http://schemas.openxmlformats.org/officeDocument/2006/relationships/slideLayout" Target="../slideLayouts/slideLayout162.xml"/><Relationship Id="rId11" Type="http://schemas.openxmlformats.org/officeDocument/2006/relationships/slideLayout" Target="../slideLayouts/slideLayout144.xml"/><Relationship Id="rId24" Type="http://schemas.openxmlformats.org/officeDocument/2006/relationships/slideLayout" Target="../slideLayouts/slideLayout157.xml"/><Relationship Id="rId32" Type="http://schemas.openxmlformats.org/officeDocument/2006/relationships/slideLayout" Target="../slideLayouts/slideLayout165.xml"/><Relationship Id="rId37" Type="http://schemas.openxmlformats.org/officeDocument/2006/relationships/slideLayout" Target="../slideLayouts/slideLayout170.xml"/><Relationship Id="rId40" Type="http://schemas.openxmlformats.org/officeDocument/2006/relationships/slideLayout" Target="../slideLayouts/slideLayout173.xml"/><Relationship Id="rId45" Type="http://schemas.openxmlformats.org/officeDocument/2006/relationships/slideLayout" Target="../slideLayouts/slideLayout178.xml"/><Relationship Id="rId53" Type="http://schemas.openxmlformats.org/officeDocument/2006/relationships/slideLayout" Target="../slideLayouts/slideLayout186.xml"/><Relationship Id="rId5" Type="http://schemas.openxmlformats.org/officeDocument/2006/relationships/slideLayout" Target="../slideLayouts/slideLayout138.xml"/><Relationship Id="rId10" Type="http://schemas.openxmlformats.org/officeDocument/2006/relationships/slideLayout" Target="../slideLayouts/slideLayout143.xml"/><Relationship Id="rId19" Type="http://schemas.openxmlformats.org/officeDocument/2006/relationships/slideLayout" Target="../slideLayouts/slideLayout152.xml"/><Relationship Id="rId31" Type="http://schemas.openxmlformats.org/officeDocument/2006/relationships/slideLayout" Target="../slideLayouts/slideLayout164.xml"/><Relationship Id="rId44" Type="http://schemas.openxmlformats.org/officeDocument/2006/relationships/slideLayout" Target="../slideLayouts/slideLayout177.xml"/><Relationship Id="rId52" Type="http://schemas.openxmlformats.org/officeDocument/2006/relationships/slideLayout" Target="../slideLayouts/slideLayout185.xml"/><Relationship Id="rId4" Type="http://schemas.openxmlformats.org/officeDocument/2006/relationships/slideLayout" Target="../slideLayouts/slideLayout137.xml"/><Relationship Id="rId9" Type="http://schemas.openxmlformats.org/officeDocument/2006/relationships/slideLayout" Target="../slideLayouts/slideLayout142.xml"/><Relationship Id="rId14" Type="http://schemas.openxmlformats.org/officeDocument/2006/relationships/slideLayout" Target="../slideLayouts/slideLayout147.xml"/><Relationship Id="rId22" Type="http://schemas.openxmlformats.org/officeDocument/2006/relationships/slideLayout" Target="../slideLayouts/slideLayout155.xml"/><Relationship Id="rId27" Type="http://schemas.openxmlformats.org/officeDocument/2006/relationships/slideLayout" Target="../slideLayouts/slideLayout160.xml"/><Relationship Id="rId30" Type="http://schemas.openxmlformats.org/officeDocument/2006/relationships/slideLayout" Target="../slideLayouts/slideLayout163.xml"/><Relationship Id="rId35" Type="http://schemas.openxmlformats.org/officeDocument/2006/relationships/slideLayout" Target="../slideLayouts/slideLayout168.xml"/><Relationship Id="rId43" Type="http://schemas.openxmlformats.org/officeDocument/2006/relationships/slideLayout" Target="../slideLayouts/slideLayout176.xml"/><Relationship Id="rId48" Type="http://schemas.openxmlformats.org/officeDocument/2006/relationships/slideLayout" Target="../slideLayouts/slideLayout181.xml"/><Relationship Id="rId8" Type="http://schemas.openxmlformats.org/officeDocument/2006/relationships/slideLayout" Target="../slideLayouts/slideLayout141.xml"/><Relationship Id="rId51" Type="http://schemas.openxmlformats.org/officeDocument/2006/relationships/slideLayout" Target="../slideLayouts/slideLayout184.xml"/><Relationship Id="rId3" Type="http://schemas.openxmlformats.org/officeDocument/2006/relationships/slideLayout" Target="../slideLayouts/slideLayout136.xml"/><Relationship Id="rId12" Type="http://schemas.openxmlformats.org/officeDocument/2006/relationships/slideLayout" Target="../slideLayouts/slideLayout145.xml"/><Relationship Id="rId17" Type="http://schemas.openxmlformats.org/officeDocument/2006/relationships/slideLayout" Target="../slideLayouts/slideLayout150.xml"/><Relationship Id="rId25" Type="http://schemas.openxmlformats.org/officeDocument/2006/relationships/slideLayout" Target="../slideLayouts/slideLayout158.xml"/><Relationship Id="rId33" Type="http://schemas.openxmlformats.org/officeDocument/2006/relationships/slideLayout" Target="../slideLayouts/slideLayout166.xml"/><Relationship Id="rId38" Type="http://schemas.openxmlformats.org/officeDocument/2006/relationships/slideLayout" Target="../slideLayouts/slideLayout171.xml"/><Relationship Id="rId46" Type="http://schemas.openxmlformats.org/officeDocument/2006/relationships/slideLayout" Target="../slideLayouts/slideLayout179.xml"/><Relationship Id="rId20" Type="http://schemas.openxmlformats.org/officeDocument/2006/relationships/slideLayout" Target="../slideLayouts/slideLayout153.xml"/><Relationship Id="rId41" Type="http://schemas.openxmlformats.org/officeDocument/2006/relationships/slideLayout" Target="../slideLayouts/slideLayout174.xml"/><Relationship Id="rId54" Type="http://schemas.openxmlformats.org/officeDocument/2006/relationships/slideLayout" Target="../slideLayouts/slideLayout187.xml"/><Relationship Id="rId1" Type="http://schemas.openxmlformats.org/officeDocument/2006/relationships/slideLayout" Target="../slideLayouts/slideLayout134.xml"/><Relationship Id="rId6" Type="http://schemas.openxmlformats.org/officeDocument/2006/relationships/slideLayout" Target="../slideLayouts/slideLayout139.xml"/><Relationship Id="rId15" Type="http://schemas.openxmlformats.org/officeDocument/2006/relationships/slideLayout" Target="../slideLayouts/slideLayout148.xml"/><Relationship Id="rId23" Type="http://schemas.openxmlformats.org/officeDocument/2006/relationships/slideLayout" Target="../slideLayouts/slideLayout156.xml"/><Relationship Id="rId28" Type="http://schemas.openxmlformats.org/officeDocument/2006/relationships/slideLayout" Target="../slideLayouts/slideLayout161.xml"/><Relationship Id="rId36" Type="http://schemas.openxmlformats.org/officeDocument/2006/relationships/slideLayout" Target="../slideLayouts/slideLayout169.xml"/><Relationship Id="rId49" Type="http://schemas.openxmlformats.org/officeDocument/2006/relationships/slideLayout" Target="../slideLayouts/slideLayout18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1787D16-7EAE-D367-5736-B94354B7DB5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D534CCD5-ED6B-9810-31F8-BF119B7B217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9573FBF-30E5-A670-361C-2E5F2D8DB2A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E528C14-DE3D-40A3-9646-4D7159F42A9A}" type="datetimeFigureOut">
              <a:rPr lang="en-US" smtClean="0"/>
              <a:t>11/5/2025</a:t>
            </a:fld>
            <a:endParaRPr lang="en-US" dirty="0"/>
          </a:p>
        </p:txBody>
      </p:sp>
      <p:sp>
        <p:nvSpPr>
          <p:cNvPr id="5" name="Footer Placeholder 4">
            <a:extLst>
              <a:ext uri="{FF2B5EF4-FFF2-40B4-BE49-F238E27FC236}">
                <a16:creationId xmlns:a16="http://schemas.microsoft.com/office/drawing/2014/main" id="{F2BC0D45-FCEC-28D9-C260-1446CBED127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a:extLst>
              <a:ext uri="{FF2B5EF4-FFF2-40B4-BE49-F238E27FC236}">
                <a16:creationId xmlns:a16="http://schemas.microsoft.com/office/drawing/2014/main" id="{8A5F6986-B50A-5E2B-C997-92102D72D80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4B1C2C9-384B-44AD-B393-4606460C6BD2}" type="slidenum">
              <a:rPr lang="en-US" smtClean="0"/>
              <a:t>‹#›</a:t>
            </a:fld>
            <a:endParaRPr lang="en-US" dirty="0"/>
          </a:p>
        </p:txBody>
      </p:sp>
    </p:spTree>
    <p:extLst>
      <p:ext uri="{BB962C8B-B14F-4D97-AF65-F5344CB8AC3E}">
        <p14:creationId xmlns:p14="http://schemas.microsoft.com/office/powerpoint/2010/main" val="37571275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724" r:id="rId12"/>
    <p:sldLayoutId id="2147483725" r:id="rId13"/>
    <p:sldLayoutId id="2147483726" r:id="rId14"/>
    <p:sldLayoutId id="2147483727" r:id="rId15"/>
    <p:sldLayoutId id="2147483728" r:id="rId16"/>
    <p:sldLayoutId id="2147483729" r:id="rId17"/>
    <p:sldLayoutId id="2147483730" r:id="rId18"/>
    <p:sldLayoutId id="2147483731" r:id="rId19"/>
    <p:sldLayoutId id="2147483732" r:id="rId20"/>
    <p:sldLayoutId id="2147483733" r:id="rId21"/>
    <p:sldLayoutId id="2147483734" r:id="rId22"/>
    <p:sldLayoutId id="2147483840" r:id="rId23"/>
    <p:sldLayoutId id="2147483841" r:id="rId24"/>
    <p:sldLayoutId id="2147483842" r:id="rId25"/>
    <p:sldLayoutId id="2147483843" r:id="rId26"/>
    <p:sldLayoutId id="2147483844" r:id="rId27"/>
    <p:sldLayoutId id="2147483845" r:id="rId28"/>
    <p:sldLayoutId id="2147483846" r:id="rId29"/>
    <p:sldLayoutId id="2147483847" r:id="rId30"/>
    <p:sldLayoutId id="2147483848" r:id="rId31"/>
    <p:sldLayoutId id="2147483849" r:id="rId32"/>
    <p:sldLayoutId id="2147483850" r:id="rId33"/>
    <p:sldLayoutId id="2147483872" r:id="rId34"/>
    <p:sldLayoutId id="2147483873" r:id="rId35"/>
    <p:sldLayoutId id="2147483874" r:id="rId36"/>
    <p:sldLayoutId id="2147483875" r:id="rId37"/>
    <p:sldLayoutId id="2147483876" r:id="rId38"/>
    <p:sldLayoutId id="2147483877" r:id="rId39"/>
    <p:sldLayoutId id="2147483878" r:id="rId40"/>
    <p:sldLayoutId id="2147484072" r:id="rId41"/>
    <p:sldLayoutId id="2147483961" r:id="rId42"/>
    <p:sldLayoutId id="2147483971" r:id="rId43"/>
    <p:sldLayoutId id="2147483973" r:id="rId44"/>
    <p:sldLayoutId id="2147483983" r:id="rId45"/>
    <p:sldLayoutId id="2147483985" r:id="rId46"/>
    <p:sldLayoutId id="2147483994" r:id="rId47"/>
    <p:sldLayoutId id="2147483995" r:id="rId48"/>
    <p:sldLayoutId id="2147483997" r:id="rId49"/>
    <p:sldLayoutId id="2147484007" r:id="rId50"/>
    <p:sldLayoutId id="2147484009" r:id="rId51"/>
    <p:sldLayoutId id="2147484077" r:id="rId52"/>
    <p:sldLayoutId id="2147484089" r:id="rId5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21">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6"/>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20000" y="1825625"/>
            <a:ext cx="10233800" cy="435133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3"/>
            <a:ext cx="2743200" cy="365125"/>
          </a:xfrm>
          <a:prstGeom prst="rect">
            <a:avLst/>
          </a:prstGeom>
        </p:spPr>
        <p:txBody>
          <a:bodyPr vert="horz" lIns="91440" tIns="45720" rIns="91440" bIns="45720" rtlCol="0" anchor="ctr"/>
          <a:lstStyle>
            <a:lvl1pPr algn="l">
              <a:defRPr sz="9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fld id="{B61BEF0D-F0BB-DE4B-95CE-6DB70DBA9567}" type="datetimeFigureOut">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11/5/2025</a:t>
            </a:fld>
            <a:endParaRPr lang="en-US" dirty="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5" name="Footer Placeholder 4"/>
          <p:cNvSpPr>
            <a:spLocks noGrp="1"/>
          </p:cNvSpPr>
          <p:nvPr>
            <p:ph type="ftr" sz="quarter" idx="3"/>
          </p:nvPr>
        </p:nvSpPr>
        <p:spPr>
          <a:xfrm>
            <a:off x="4038600" y="6356353"/>
            <a:ext cx="4114800" cy="365125"/>
          </a:xfrm>
          <a:prstGeom prst="rect">
            <a:avLst/>
          </a:prstGeom>
        </p:spPr>
        <p:txBody>
          <a:bodyPr vert="horz" lIns="91440" tIns="45720" rIns="91440" bIns="45720" rtlCol="0" anchor="ctr"/>
          <a:lstStyle>
            <a:lvl1pPr algn="ctr">
              <a:defRPr sz="9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endParaRPr lang="en-US" dirty="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
        <p:nvSpPr>
          <p:cNvPr id="6" name="Slide Number Placeholder 5"/>
          <p:cNvSpPr>
            <a:spLocks noGrp="1"/>
          </p:cNvSpPr>
          <p:nvPr>
            <p:ph type="sldNum" sz="quarter" idx="4"/>
          </p:nvPr>
        </p:nvSpPr>
        <p:spPr>
          <a:xfrm>
            <a:off x="8610600" y="6356353"/>
            <a:ext cx="2743200" cy="365125"/>
          </a:xfrm>
          <a:prstGeom prst="rect">
            <a:avLst/>
          </a:prstGeom>
        </p:spPr>
        <p:txBody>
          <a:bodyPr vert="horz" lIns="91440" tIns="45720" rIns="91440" bIns="45720" rtlCol="0" anchor="ctr"/>
          <a:lstStyle>
            <a:lvl1pPr algn="r">
              <a:defRPr sz="9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fld id="{D57F1E4F-1CFF-5643-939E-217C01CDF565}" type="slidenum">
              <a:rPr lang="en-US" smtClean="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rPr>
              <a:pPr/>
              <a:t>‹#›</a:t>
            </a:fld>
            <a:endParaRPr lang="en-US" dirty="0">
              <a:gradFill flip="none" rotWithShape="1">
                <a:gsLst>
                  <a:gs pos="28000">
                    <a:prstClr val="white">
                      <a:lumMod val="93000"/>
                    </a:prstClr>
                  </a:gs>
                  <a:gs pos="0">
                    <a:prstClr val="black">
                      <a:lumMod val="38000"/>
                      <a:lumOff val="62000"/>
                    </a:prstClr>
                  </a:gs>
                  <a:gs pos="100000">
                    <a:srgbClr val="94D7E4">
                      <a:lumMod val="0"/>
                      <a:lumOff val="100000"/>
                    </a:srgbClr>
                  </a:gs>
                </a:gsLst>
                <a:lin ang="5400000" scaled="1"/>
                <a:tileRect/>
              </a:gradFill>
            </a:endParaRPr>
          </a:p>
        </p:txBody>
      </p:sp>
    </p:spTree>
    <p:extLst>
      <p:ext uri="{BB962C8B-B14F-4D97-AF65-F5344CB8AC3E}">
        <p14:creationId xmlns:p14="http://schemas.microsoft.com/office/powerpoint/2010/main" val="3474385250"/>
      </p:ext>
    </p:extLst>
  </p:cSld>
  <p:clrMap bg1="dk1" tx1="lt1" bg2="dk2" tx2="lt2" accent1="accent1" accent2="accent2" accent3="accent3" accent4="accent4" accent5="accent5" accent6="accent6" hlink="hlink" folHlink="folHlink"/>
  <p:sldLayoutIdLst>
    <p:sldLayoutId id="2147483852" r:id="rId1"/>
    <p:sldLayoutId id="2147483853" r:id="rId2"/>
    <p:sldLayoutId id="2147483854" r:id="rId3"/>
    <p:sldLayoutId id="2147483855" r:id="rId4"/>
    <p:sldLayoutId id="2147483856" r:id="rId5"/>
    <p:sldLayoutId id="2147483857" r:id="rId6"/>
    <p:sldLayoutId id="2147483858" r:id="rId7"/>
    <p:sldLayoutId id="2147483859" r:id="rId8"/>
    <p:sldLayoutId id="2147483860" r:id="rId9"/>
    <p:sldLayoutId id="2147483861" r:id="rId10"/>
    <p:sldLayoutId id="2147483862" r:id="rId11"/>
    <p:sldLayoutId id="2147483863" r:id="rId12"/>
    <p:sldLayoutId id="2147483864" r:id="rId13"/>
    <p:sldLayoutId id="2147483865" r:id="rId14"/>
    <p:sldLayoutId id="2147483866" r:id="rId15"/>
    <p:sldLayoutId id="2147483867" r:id="rId16"/>
    <p:sldLayoutId id="2147483868" r:id="rId17"/>
    <p:sldLayoutId id="2147483869" r:id="rId18"/>
    <p:sldLayoutId id="2147483870" r:id="rId19"/>
  </p:sldLayoutIdLst>
  <p:hf sldNum="0" hdr="0" ftr="0" dt="0"/>
  <p:txStyles>
    <p:titleStyle>
      <a:lvl1pPr algn="l" defTabSz="685800" rtl="0" eaLnBrk="1" latinLnBrk="0" hangingPunct="1">
        <a:lnSpc>
          <a:spcPct val="90000"/>
        </a:lnSpc>
        <a:spcBef>
          <a:spcPct val="0"/>
        </a:spcBef>
        <a:buNone/>
        <a:defRPr sz="4050" b="0" kern="1200">
          <a:gradFill flip="none" rotWithShape="1">
            <a:gsLst>
              <a:gs pos="28000">
                <a:schemeClr val="tx1">
                  <a:lumMod val="93000"/>
                </a:schemeClr>
              </a:gs>
              <a:gs pos="0">
                <a:schemeClr val="bg1">
                  <a:lumMod val="25000"/>
                  <a:lumOff val="75000"/>
                </a:schemeClr>
              </a:gs>
              <a:gs pos="100000">
                <a:schemeClr val="tx2">
                  <a:lumMod val="0"/>
                  <a:lumOff val="100000"/>
                </a:schemeClr>
              </a:gs>
            </a:gsLst>
            <a:lin ang="4800000" scaled="0"/>
            <a:tileRect/>
          </a:gra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182880" y="219456"/>
            <a:ext cx="10835640" cy="969264"/>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182880" y="1183206"/>
            <a:ext cx="10835640" cy="50886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178704" y="6387128"/>
            <a:ext cx="2703777" cy="338328"/>
          </a:xfrm>
          <a:prstGeom prst="rect">
            <a:avLst/>
          </a:prstGeom>
        </p:spPr>
        <p:txBody>
          <a:bodyPr vert="horz" lIns="91440" tIns="45720" rIns="91440" bIns="45720" rtlCol="0" anchor="ctr"/>
          <a:lstStyle>
            <a:lvl1pPr algn="l">
              <a:defRPr sz="750">
                <a:solidFill>
                  <a:schemeClr val="tx1"/>
                </a:solidFill>
              </a:defRPr>
            </a:lvl1pPr>
          </a:lstStyle>
          <a:p>
            <a:r>
              <a:rPr lang="en-US" dirty="0"/>
              <a:t>Sample Footer Text</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0477500" y="6387128"/>
            <a:ext cx="1032084" cy="338328"/>
          </a:xfrm>
          <a:prstGeom prst="rect">
            <a:avLst/>
          </a:prstGeom>
        </p:spPr>
        <p:txBody>
          <a:bodyPr vert="horz" lIns="91440" tIns="45720" rIns="91440" bIns="45720" rtlCol="0" anchor="ctr"/>
          <a:lstStyle>
            <a:lvl1pPr algn="r">
              <a:defRPr sz="750">
                <a:solidFill>
                  <a:schemeClr val="tx1"/>
                </a:solidFill>
              </a:defRPr>
            </a:lvl1pPr>
          </a:lstStyle>
          <a:p>
            <a:fld id="{0C9DF407-AAD9-4F9F-B512-267BEB339CF5}" type="datetime1">
              <a:rPr lang="en-US" smtClean="0"/>
              <a:t>11/5/2025</a:t>
            </a:fld>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509584" y="6387128"/>
            <a:ext cx="457200" cy="338328"/>
          </a:xfrm>
          <a:prstGeom prst="rect">
            <a:avLst/>
          </a:prstGeom>
        </p:spPr>
        <p:txBody>
          <a:bodyPr vert="horz" lIns="91440" tIns="45720" rIns="91440" bIns="45720" rtlCol="0" anchor="ctr"/>
          <a:lstStyle>
            <a:lvl1pPr algn="r">
              <a:defRPr sz="750">
                <a:solidFill>
                  <a:schemeClr val="tx1"/>
                </a:solidFill>
              </a:defRPr>
            </a:lvl1pPr>
          </a:lstStyle>
          <a:p>
            <a:fld id="{C8116806-1FD2-4A57-B5EA-7014AB76383B}" type="slidenum">
              <a:rPr lang="en-US" smtClean="0"/>
              <a:t>‹#›</a:t>
            </a:fld>
            <a:endParaRPr lang="en-US" dirty="0"/>
          </a:p>
        </p:txBody>
      </p:sp>
    </p:spTree>
    <p:extLst>
      <p:ext uri="{BB962C8B-B14F-4D97-AF65-F5344CB8AC3E}">
        <p14:creationId xmlns:p14="http://schemas.microsoft.com/office/powerpoint/2010/main" val="3041978932"/>
      </p:ext>
    </p:extLst>
  </p:cSld>
  <p:clrMap bg1="lt1" tx1="dk1" bg2="lt2" tx2="dk2" accent1="accent1" accent2="accent2" accent3="accent3" accent4="accent4" accent5="accent5" accent6="accent6" hlink="hlink" folHlink="folHlink"/>
  <p:sldLayoutIdLst>
    <p:sldLayoutId id="2147483884" r:id="rId1"/>
    <p:sldLayoutId id="2147483885" r:id="rId2"/>
    <p:sldLayoutId id="2147483886" r:id="rId3"/>
    <p:sldLayoutId id="2147483887" r:id="rId4"/>
    <p:sldLayoutId id="2147483888" r:id="rId5"/>
    <p:sldLayoutId id="2147483889" r:id="rId6"/>
    <p:sldLayoutId id="2147483890" r:id="rId7"/>
    <p:sldLayoutId id="2147483891" r:id="rId8"/>
    <p:sldLayoutId id="2147483892" r:id="rId9"/>
    <p:sldLayoutId id="2147483893" r:id="rId10"/>
    <p:sldLayoutId id="2147483894" r:id="rId11"/>
    <p:sldLayoutId id="2147483895" r:id="rId12"/>
    <p:sldLayoutId id="2147483896" r:id="rId13"/>
    <p:sldLayoutId id="2147483897" r:id="rId14"/>
    <p:sldLayoutId id="2147483898" r:id="rId15"/>
    <p:sldLayoutId id="2147483899" r:id="rId16"/>
    <p:sldLayoutId id="2147483900" r:id="rId17"/>
    <p:sldLayoutId id="2147483901" r:id="rId18"/>
    <p:sldLayoutId id="2147483902" r:id="rId19"/>
    <p:sldLayoutId id="2147483903" r:id="rId20"/>
    <p:sldLayoutId id="2147483904" r:id="rId21"/>
    <p:sldLayoutId id="2147483905" r:id="rId22"/>
    <p:sldLayoutId id="2147483906" r:id="rId23"/>
    <p:sldLayoutId id="2147483907" r:id="rId24"/>
    <p:sldLayoutId id="2147483908" r:id="rId25"/>
    <p:sldLayoutId id="2147483909" r:id="rId26"/>
    <p:sldLayoutId id="2147483910" r:id="rId27"/>
    <p:sldLayoutId id="2147483911" r:id="rId28"/>
    <p:sldLayoutId id="2147483912" r:id="rId29"/>
    <p:sldLayoutId id="2147483913" r:id="rId30"/>
    <p:sldLayoutId id="2147483914" r:id="rId31"/>
    <p:sldLayoutId id="2147483915" r:id="rId32"/>
    <p:sldLayoutId id="2147483916" r:id="rId33"/>
    <p:sldLayoutId id="2147483917" r:id="rId34"/>
    <p:sldLayoutId id="2147483918" r:id="rId35"/>
    <p:sldLayoutId id="2147483919" r:id="rId36"/>
    <p:sldLayoutId id="2147483920" r:id="rId37"/>
    <p:sldLayoutId id="2147483921" r:id="rId38"/>
    <p:sldLayoutId id="2147483922" r:id="rId39"/>
    <p:sldLayoutId id="2147483923" r:id="rId40"/>
    <p:sldLayoutId id="2147483924" r:id="rId41"/>
    <p:sldLayoutId id="2147483925" r:id="rId42"/>
    <p:sldLayoutId id="2147483926" r:id="rId43"/>
    <p:sldLayoutId id="2147483927" r:id="rId44"/>
    <p:sldLayoutId id="2147483928" r:id="rId45"/>
    <p:sldLayoutId id="2147483929" r:id="rId46"/>
    <p:sldLayoutId id="2147483930" r:id="rId47"/>
    <p:sldLayoutId id="2147483931" r:id="rId48"/>
    <p:sldLayoutId id="2147483932" r:id="rId49"/>
    <p:sldLayoutId id="2147483933" r:id="rId50"/>
    <p:sldLayoutId id="2147483934" r:id="rId51"/>
    <p:sldLayoutId id="2147483935" r:id="rId52"/>
    <p:sldLayoutId id="2147483936" r:id="rId53"/>
    <p:sldLayoutId id="2147483937" r:id="rId54"/>
    <p:sldLayoutId id="2147483938" r:id="rId55"/>
    <p:sldLayoutId id="2147483939" r:id="rId56"/>
    <p:sldLayoutId id="2147483940" r:id="rId57"/>
    <p:sldLayoutId id="2147483941" r:id="rId58"/>
    <p:sldLayoutId id="2147483942" r:id="rId59"/>
    <p:sldLayoutId id="2147483943" r:id="rId60"/>
    <p:sldLayoutId id="2147483944" r:id="rId61"/>
  </p:sldLayoutIdLst>
  <p:hf sldNum="0" hdr="0" ftr="0" dt="0"/>
  <p:txStyles>
    <p:titleStyle>
      <a:lvl1pPr algn="l" defTabSz="914400" rtl="0" eaLnBrk="1" latinLnBrk="0" hangingPunct="1">
        <a:lnSpc>
          <a:spcPct val="85000"/>
        </a:lnSpc>
        <a:spcBef>
          <a:spcPct val="0"/>
        </a:spcBef>
        <a:buNone/>
        <a:defRPr sz="3000" b="0" kern="1200" spc="-100" baseline="0">
          <a:solidFill>
            <a:schemeClr val="tx1"/>
          </a:solidFill>
          <a:latin typeface="+mj-lt"/>
          <a:ea typeface="+mj-ea"/>
          <a:cs typeface="+mj-cs"/>
        </a:defRPr>
      </a:lvl1pPr>
    </p:titleStyle>
    <p:bodyStyle>
      <a:lvl1pPr marL="285750" indent="-28575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514350" indent="-28575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742950" indent="-28575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71550" indent="-28575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200150" indent="-28575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168">
          <p15:clr>
            <a:srgbClr val="F26B43"/>
          </p15:clr>
        </p15:guide>
        <p15:guide id="4" orient="horz" pos="168">
          <p15:clr>
            <a:srgbClr val="F26B43"/>
          </p15:clr>
        </p15:guide>
        <p15:guide id="5" pos="7512">
          <p15:clr>
            <a:srgbClr val="F26B43"/>
          </p15:clr>
        </p15:guide>
        <p15:guide id="6" orient="horz" pos="4152">
          <p15:clr>
            <a:srgbClr val="F26B43"/>
          </p15:clr>
        </p15:guide>
        <p15:guide id="12" pos="4728">
          <p15:clr>
            <a:srgbClr val="F26B43"/>
          </p15:clr>
        </p15:guide>
        <p15:guide id="13" pos="5328">
          <p15:clr>
            <a:srgbClr val="F26B43"/>
          </p15:clr>
        </p15:guide>
        <p15:guide id="26" pos="2952">
          <p15:clr>
            <a:srgbClr val="F26B43"/>
          </p15:clr>
        </p15:guide>
        <p15:guide id="27" pos="3096">
          <p15:clr>
            <a:srgbClr val="F26B43"/>
          </p15:clr>
        </p15:guide>
        <p15:guide id="29" pos="4128">
          <p15:clr>
            <a:srgbClr val="F26B43"/>
          </p15:clr>
        </p15:guide>
        <p15:guide id="30" pos="1392">
          <p15:clr>
            <a:srgbClr val="F26B43"/>
          </p15:clr>
        </p15:guide>
        <p15:guide id="31" pos="864">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Title Placeholder 7">
            <a:extLst>
              <a:ext uri="{FF2B5EF4-FFF2-40B4-BE49-F238E27FC236}">
                <a16:creationId xmlns:a16="http://schemas.microsoft.com/office/drawing/2014/main" id="{84B65554-DB7D-CC81-D612-8170BD715444}"/>
              </a:ext>
            </a:extLst>
          </p:cNvPr>
          <p:cNvSpPr>
            <a:spLocks noGrp="1"/>
          </p:cNvSpPr>
          <p:nvPr>
            <p:ph type="title"/>
          </p:nvPr>
        </p:nvSpPr>
        <p:spPr>
          <a:xfrm>
            <a:off x="612648" y="365125"/>
            <a:ext cx="10515600" cy="1325563"/>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46EA75EC-5FB9-4085-AA9C-B50367B6E92D}"/>
              </a:ext>
            </a:extLst>
          </p:cNvPr>
          <p:cNvSpPr>
            <a:spLocks noGrp="1"/>
          </p:cNvSpPr>
          <p:nvPr>
            <p:ph type="body" idx="1"/>
          </p:nvPr>
        </p:nvSpPr>
        <p:spPr>
          <a:xfrm>
            <a:off x="612648"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673E5B98-AB07-09F6-04F8-C2EB3C12CD78}"/>
              </a:ext>
            </a:extLst>
          </p:cNvPr>
          <p:cNvSpPr>
            <a:spLocks noGrp="1"/>
          </p:cNvSpPr>
          <p:nvPr>
            <p:ph type="ftr" sz="quarter" idx="3"/>
          </p:nvPr>
        </p:nvSpPr>
        <p:spPr>
          <a:xfrm rot="5400000">
            <a:off x="10469880" y="1609344"/>
            <a:ext cx="2670048" cy="365125"/>
          </a:xfrm>
          <a:prstGeom prst="rect">
            <a:avLst/>
          </a:prstGeom>
        </p:spPr>
        <p:txBody>
          <a:bodyPr vert="horz" lIns="91440" tIns="45720" rIns="91440" bIns="45720" rtlCol="0" anchor="ctr"/>
          <a:lstStyle>
            <a:lvl1pPr algn="r">
              <a:defRPr sz="700" b="1" cap="all" spc="300" baseline="0">
                <a:solidFill>
                  <a:schemeClr val="tx1"/>
                </a:solidFill>
              </a:defRPr>
            </a:lvl1pPr>
          </a:lstStyle>
          <a:p>
            <a:pPr algn="r"/>
            <a:r>
              <a:rPr lang="en-US" dirty="0"/>
              <a:t>Sample Footer Text</a:t>
            </a:r>
          </a:p>
        </p:txBody>
      </p:sp>
      <p:sp>
        <p:nvSpPr>
          <p:cNvPr id="6" name="Slide Number Placeholder 5">
            <a:extLst>
              <a:ext uri="{FF2B5EF4-FFF2-40B4-BE49-F238E27FC236}">
                <a16:creationId xmlns:a16="http://schemas.microsoft.com/office/drawing/2014/main" id="{0332D13A-F013-C2CA-B786-0E62D0843407}"/>
              </a:ext>
            </a:extLst>
          </p:cNvPr>
          <p:cNvSpPr>
            <a:spLocks noGrp="1"/>
          </p:cNvSpPr>
          <p:nvPr>
            <p:ph type="sldNum" sz="quarter" idx="4"/>
          </p:nvPr>
        </p:nvSpPr>
        <p:spPr>
          <a:xfrm>
            <a:off x="11494008" y="3218688"/>
            <a:ext cx="630936" cy="429768"/>
          </a:xfrm>
          <a:prstGeom prst="rect">
            <a:avLst/>
          </a:prstGeom>
        </p:spPr>
        <p:txBody>
          <a:bodyPr vert="horz" lIns="91440" tIns="45720" rIns="91440" bIns="45720" rtlCol="0" anchor="ctr"/>
          <a:lstStyle>
            <a:lvl1pPr algn="ctr">
              <a:defRPr sz="1600" b="1">
                <a:solidFill>
                  <a:schemeClr val="tx1"/>
                </a:solidFill>
                <a:latin typeface="+mj-lt"/>
              </a:defRPr>
            </a:lvl1pPr>
          </a:lstStyle>
          <a:p>
            <a:pPr algn="ctr"/>
            <a:fld id="{8D252C1B-CBF0-4A4D-8F57-7FB989103249}" type="slidenum">
              <a:rPr lang="en-US" smtClean="0"/>
              <a:pPr algn="ctr"/>
              <a:t>‹#›</a:t>
            </a:fld>
            <a:endParaRPr lang="en-US" dirty="0"/>
          </a:p>
        </p:txBody>
      </p:sp>
      <p:sp>
        <p:nvSpPr>
          <p:cNvPr id="4" name="Date Placeholder 3">
            <a:extLst>
              <a:ext uri="{FF2B5EF4-FFF2-40B4-BE49-F238E27FC236}">
                <a16:creationId xmlns:a16="http://schemas.microsoft.com/office/drawing/2014/main" id="{1E9F681B-72AC-AD9A-C239-A41763E16ADA}"/>
              </a:ext>
            </a:extLst>
          </p:cNvPr>
          <p:cNvSpPr>
            <a:spLocks noGrp="1"/>
          </p:cNvSpPr>
          <p:nvPr>
            <p:ph type="dt" sz="half" idx="2"/>
          </p:nvPr>
        </p:nvSpPr>
        <p:spPr>
          <a:xfrm rot="5400000">
            <a:off x="10479024" y="4882896"/>
            <a:ext cx="2670048" cy="365125"/>
          </a:xfrm>
          <a:prstGeom prst="rect">
            <a:avLst/>
          </a:prstGeom>
        </p:spPr>
        <p:txBody>
          <a:bodyPr vert="horz" lIns="91440" tIns="45720" rIns="91440" bIns="45720" rtlCol="0" anchor="ctr"/>
          <a:lstStyle>
            <a:lvl1pPr algn="l">
              <a:defRPr sz="700" b="1" cap="all" spc="300" baseline="0">
                <a:solidFill>
                  <a:schemeClr val="tx1"/>
                </a:solidFill>
              </a:defRPr>
            </a:lvl1pPr>
          </a:lstStyle>
          <a:p>
            <a:fld id="{6EA11648-0C4F-47A6-87C5-F11B07111556}" type="datetime4">
              <a:rPr lang="en-US" smtClean="0"/>
              <a:t>November 5, 2025</a:t>
            </a:fld>
            <a:endParaRPr lang="en-US" dirty="0"/>
          </a:p>
        </p:txBody>
      </p:sp>
    </p:spTree>
    <p:extLst>
      <p:ext uri="{BB962C8B-B14F-4D97-AF65-F5344CB8AC3E}">
        <p14:creationId xmlns:p14="http://schemas.microsoft.com/office/powerpoint/2010/main" val="2483131425"/>
      </p:ext>
    </p:extLst>
  </p:cSld>
  <p:clrMap bg1="lt1" tx1="dk1" bg2="lt2" tx2="dk2" accent1="accent1" accent2="accent2" accent3="accent3" accent4="accent4" accent5="accent5" accent6="accent6" hlink="hlink" folHlink="folHlink"/>
  <p:sldLayoutIdLst>
    <p:sldLayoutId id="2147484018" r:id="rId1"/>
    <p:sldLayoutId id="2147484019" r:id="rId2"/>
    <p:sldLayoutId id="2147484020" r:id="rId3"/>
    <p:sldLayoutId id="2147484021" r:id="rId4"/>
    <p:sldLayoutId id="2147484022" r:id="rId5"/>
    <p:sldLayoutId id="2147484023" r:id="rId6"/>
    <p:sldLayoutId id="2147484024" r:id="rId7"/>
    <p:sldLayoutId id="2147484025" r:id="rId8"/>
    <p:sldLayoutId id="2147484026" r:id="rId9"/>
    <p:sldLayoutId id="2147484027" r:id="rId10"/>
    <p:sldLayoutId id="2147484028" r:id="rId11"/>
    <p:sldLayoutId id="2147484029" r:id="rId12"/>
    <p:sldLayoutId id="2147484030" r:id="rId13"/>
    <p:sldLayoutId id="2147484031" r:id="rId14"/>
    <p:sldLayoutId id="2147484032" r:id="rId15"/>
    <p:sldLayoutId id="2147484033" r:id="rId16"/>
    <p:sldLayoutId id="2147484034" r:id="rId17"/>
    <p:sldLayoutId id="2147484035" r:id="rId18"/>
    <p:sldLayoutId id="2147484036" r:id="rId19"/>
    <p:sldLayoutId id="2147484037" r:id="rId20"/>
    <p:sldLayoutId id="2147484038" r:id="rId21"/>
    <p:sldLayoutId id="2147484039" r:id="rId22"/>
    <p:sldLayoutId id="2147484040" r:id="rId23"/>
    <p:sldLayoutId id="2147484041" r:id="rId24"/>
    <p:sldLayoutId id="2147484042" r:id="rId25"/>
    <p:sldLayoutId id="2147484043" r:id="rId26"/>
    <p:sldLayoutId id="2147484044" r:id="rId27"/>
    <p:sldLayoutId id="2147484045" r:id="rId28"/>
    <p:sldLayoutId id="2147484046" r:id="rId29"/>
    <p:sldLayoutId id="2147484047" r:id="rId30"/>
    <p:sldLayoutId id="2147484048" r:id="rId31"/>
    <p:sldLayoutId id="2147484049" r:id="rId32"/>
    <p:sldLayoutId id="2147484050" r:id="rId33"/>
    <p:sldLayoutId id="2147484051" r:id="rId34"/>
    <p:sldLayoutId id="2147484052" r:id="rId35"/>
    <p:sldLayoutId id="2147484053" r:id="rId36"/>
    <p:sldLayoutId id="2147484054" r:id="rId37"/>
    <p:sldLayoutId id="2147484055" r:id="rId38"/>
    <p:sldLayoutId id="2147484056" r:id="rId39"/>
    <p:sldLayoutId id="2147484057" r:id="rId40"/>
    <p:sldLayoutId id="2147484058" r:id="rId41"/>
    <p:sldLayoutId id="2147484059" r:id="rId42"/>
    <p:sldLayoutId id="2147484060" r:id="rId43"/>
    <p:sldLayoutId id="2147484061" r:id="rId44"/>
    <p:sldLayoutId id="2147484062" r:id="rId45"/>
    <p:sldLayoutId id="2147484063" r:id="rId46"/>
    <p:sldLayoutId id="2147484064" r:id="rId47"/>
    <p:sldLayoutId id="2147484065" r:id="rId48"/>
    <p:sldLayoutId id="2147484066" r:id="rId49"/>
    <p:sldLayoutId id="2147484067" r:id="rId50"/>
    <p:sldLayoutId id="2147484068" r:id="rId51"/>
    <p:sldLayoutId id="2147484069" r:id="rId52"/>
    <p:sldLayoutId id="2147484070" r:id="rId53"/>
    <p:sldLayoutId id="2147484071" r:id="rId54"/>
  </p:sldLayoutIdLst>
  <p:hf sldNum="0" hdr="0" ftr="0" dt="0"/>
  <p:txStyles>
    <p:titleStyle>
      <a:lvl1pPr algn="l" defTabSz="914400" rtl="0" eaLnBrk="1" latinLnBrk="0" hangingPunct="1">
        <a:lnSpc>
          <a:spcPct val="120000"/>
        </a:lnSpc>
        <a:spcBef>
          <a:spcPct val="0"/>
        </a:spcBef>
        <a:buNone/>
        <a:defRPr lang="en-US" sz="2800" b="1" kern="1200" cap="all" spc="500" baseline="0" dirty="0">
          <a:solidFill>
            <a:schemeClr val="tx1"/>
          </a:solidFill>
          <a:latin typeface="+mj-lt"/>
          <a:ea typeface="+mj-ea"/>
          <a:cs typeface="+mj-cs"/>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lang="en-US" sz="1400" kern="1200" smtClean="0">
          <a:solidFill>
            <a:schemeClr val="tx1"/>
          </a:solidFill>
          <a:latin typeface="+mn-lt"/>
          <a:ea typeface="+mn-ea"/>
          <a:cs typeface="+mn-cs"/>
        </a:defRPr>
      </a:lvl1pPr>
      <a:lvl2pPr marL="457200" indent="-228600" algn="l" defTabSz="914400" rtl="0" eaLnBrk="1" latinLnBrk="0" hangingPunct="1">
        <a:lnSpc>
          <a:spcPct val="130000"/>
        </a:lnSpc>
        <a:spcBef>
          <a:spcPts val="500"/>
        </a:spcBef>
        <a:buFont typeface="Arial" panose="020B0604020202020204" pitchFamily="34" charset="0"/>
        <a:buChar char="•"/>
        <a:defRPr lang="en-US" sz="1400" kern="1200" smtClean="0">
          <a:solidFill>
            <a:schemeClr val="tx1"/>
          </a:solidFill>
          <a:latin typeface="+mn-lt"/>
          <a:ea typeface="+mn-ea"/>
          <a:cs typeface="+mn-cs"/>
        </a:defRPr>
      </a:lvl2pPr>
      <a:lvl3pPr marL="685800" indent="-228600" algn="l" defTabSz="914400" rtl="0" eaLnBrk="1" latinLnBrk="0" hangingPunct="1">
        <a:lnSpc>
          <a:spcPct val="130000"/>
        </a:lnSpc>
        <a:spcBef>
          <a:spcPts val="500"/>
        </a:spcBef>
        <a:buFont typeface="Arial" panose="020B0604020202020204" pitchFamily="34" charset="0"/>
        <a:buChar char="•"/>
        <a:defRPr lang="en-US" sz="1400" kern="1200" smtClean="0">
          <a:solidFill>
            <a:schemeClr val="tx1"/>
          </a:solidFill>
          <a:latin typeface="+mn-lt"/>
          <a:ea typeface="+mn-ea"/>
          <a:cs typeface="+mn-cs"/>
        </a:defRPr>
      </a:lvl3pPr>
      <a:lvl4pPr marL="914400" indent="-228600" algn="l" defTabSz="914400" rtl="0" eaLnBrk="1" latinLnBrk="0" hangingPunct="1">
        <a:lnSpc>
          <a:spcPct val="130000"/>
        </a:lnSpc>
        <a:spcBef>
          <a:spcPts val="500"/>
        </a:spcBef>
        <a:buFont typeface="Arial" panose="020B0604020202020204" pitchFamily="34" charset="0"/>
        <a:buChar char="•"/>
        <a:defRPr lang="en-US" sz="1400" kern="1200" smtClean="0">
          <a:solidFill>
            <a:schemeClr val="tx1"/>
          </a:solidFill>
          <a:latin typeface="+mn-lt"/>
          <a:ea typeface="+mn-ea"/>
          <a:cs typeface="+mn-cs"/>
        </a:defRPr>
      </a:lvl4pPr>
      <a:lvl5pPr marL="1143000" indent="-228600" algn="l" defTabSz="914400" rtl="0" eaLnBrk="1" latinLnBrk="0" hangingPunct="1">
        <a:lnSpc>
          <a:spcPct val="130000"/>
        </a:lnSpc>
        <a:spcBef>
          <a:spcPts val="500"/>
        </a:spcBef>
        <a:buFont typeface="Arial" panose="020B0604020202020204" pitchFamily="34" charset="0"/>
        <a:buChar char="•"/>
        <a:defRPr lang="en-US"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1.xml"/></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17.xml"/><Relationship Id="rId1" Type="http://schemas.openxmlformats.org/officeDocument/2006/relationships/slideLayout" Target="../slideLayouts/slideLayout4.xml"/><Relationship Id="rId4" Type="http://schemas.openxmlformats.org/officeDocument/2006/relationships/hyperlink" Target="https://www.google.com/search?sca_esv=2352501012277eb1&amp;cs=0&amp;q=HTTP&amp;sa=X&amp;ved=2ahUKEwiuno7_h6OQAxXfxDgGHeufPbYQxccNegQIVhAB&amp;mstk=AUtExfCrcR0pVmnY9ixs2sufY1KHmgXIcd_EbPxjCjzcyupepLVTexU6B-mMpN7F6g5yoFyOrgU4D1Z6B2j1a8vktSQWDz8JpTXK-IxKySRTDL-HZDFVrUNvXqcwjtIffY6m50U&amp;csui=3"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34.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34.xml"/><Relationship Id="rId1" Type="http://schemas.openxmlformats.org/officeDocument/2006/relationships/slideLayout" Target="../slideLayouts/slideLayout15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35.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37.xml"/><Relationship Id="rId1" Type="http://schemas.openxmlformats.org/officeDocument/2006/relationships/slideLayout" Target="../slideLayouts/slideLayout41.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38.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38.xml"/><Relationship Id="rId1" Type="http://schemas.openxmlformats.org/officeDocument/2006/relationships/slideLayout" Target="../slideLayouts/slideLayout41.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39.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notesSlide" Target="../notesSlides/notesSlide41.xml"/><Relationship Id="rId1" Type="http://schemas.openxmlformats.org/officeDocument/2006/relationships/slideLayout" Target="../slideLayouts/slideLayout2.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42.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notesSlide" Target="../notesSlides/notesSlide43.xml"/><Relationship Id="rId1" Type="http://schemas.openxmlformats.org/officeDocument/2006/relationships/slideLayout" Target="../slideLayouts/slideLayout2.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s>
</file>

<file path=ppt/slides/_rels/slide44.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diagramData" Target="../diagrams/data13.xml"/><Relationship Id="rId7" Type="http://schemas.microsoft.com/office/2007/relationships/diagramDrawing" Target="../diagrams/drawing13.xml"/><Relationship Id="rId2" Type="http://schemas.openxmlformats.org/officeDocument/2006/relationships/notesSlide" Target="../notesSlides/notesSlide47.xml"/><Relationship Id="rId1" Type="http://schemas.openxmlformats.org/officeDocument/2006/relationships/slideLayout" Target="../slideLayouts/slideLayout2.xml"/><Relationship Id="rId6" Type="http://schemas.openxmlformats.org/officeDocument/2006/relationships/diagramColors" Target="../diagrams/colors13.xml"/><Relationship Id="rId5" Type="http://schemas.openxmlformats.org/officeDocument/2006/relationships/diagramQuickStyle" Target="../diagrams/quickStyle13.xml"/><Relationship Id="rId4" Type="http://schemas.openxmlformats.org/officeDocument/2006/relationships/diagramLayout" Target="../diagrams/layout13.xml"/></Relationships>
</file>

<file path=ppt/slides/_rels/slide48.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notesSlide" Target="../notesSlides/notesSlide48.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notesSlide" Target="../notesSlides/notesSlide49.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3" Type="http://schemas.openxmlformats.org/officeDocument/2006/relationships/diagramData" Target="../diagrams/data14.xml"/><Relationship Id="rId7" Type="http://schemas.microsoft.com/office/2007/relationships/diagramDrawing" Target="../diagrams/drawing14.xml"/><Relationship Id="rId2" Type="http://schemas.openxmlformats.org/officeDocument/2006/relationships/notesSlide" Target="../notesSlides/notesSlide50.xml"/><Relationship Id="rId1" Type="http://schemas.openxmlformats.org/officeDocument/2006/relationships/slideLayout" Target="../slideLayouts/slideLayout2.xml"/><Relationship Id="rId6" Type="http://schemas.openxmlformats.org/officeDocument/2006/relationships/diagramColors" Target="../diagrams/colors14.xml"/><Relationship Id="rId5" Type="http://schemas.openxmlformats.org/officeDocument/2006/relationships/diagramQuickStyle" Target="../diagrams/quickStyle14.xml"/><Relationship Id="rId4" Type="http://schemas.openxmlformats.org/officeDocument/2006/relationships/diagramLayout" Target="../diagrams/layout14.xml"/></Relationships>
</file>

<file path=ppt/slides/_rels/slide51.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51.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1981202" y="250218"/>
            <a:ext cx="5095947" cy="311624"/>
          </a:xfrm>
          <a:prstGeom prst="rect">
            <a:avLst/>
          </a:prstGeom>
          <a:noFill/>
          <a:ln/>
        </p:spPr>
        <p:txBody>
          <a:bodyPr wrap="none" lIns="0" tIns="0" rIns="0" bIns="0" rtlCol="0" anchor="ctr">
            <a:spAutoFit/>
          </a:bodyPr>
          <a:lstStyle/>
          <a:p>
            <a:pPr defTabSz="457200"/>
            <a:r>
              <a:rPr lang="en-US" sz="2025" b="1" dirty="0">
                <a:solidFill>
                  <a:srgbClr val="7AE582"/>
                </a:solidFill>
                <a:latin typeface="Segoe UI" pitchFamily="34" charset="0"/>
                <a:ea typeface="Segoe UI" pitchFamily="34" charset="-122"/>
                <a:cs typeface="Segoe UI" pitchFamily="34" charset="-120"/>
              </a:rPr>
              <a:t>									Agenda</a:t>
            </a:r>
            <a:endParaRPr lang="en-US" sz="2025" dirty="0">
              <a:solidFill>
                <a:prstClr val="white"/>
              </a:solidFill>
              <a:latin typeface="Corbel"/>
            </a:endParaRPr>
          </a:p>
        </p:txBody>
      </p:sp>
      <p:sp>
        <p:nvSpPr>
          <p:cNvPr id="4" name="Text 1"/>
          <p:cNvSpPr/>
          <p:nvPr/>
        </p:nvSpPr>
        <p:spPr>
          <a:xfrm>
            <a:off x="150314" y="953452"/>
            <a:ext cx="10822486" cy="4601260"/>
          </a:xfrm>
          <a:prstGeom prst="rect">
            <a:avLst/>
          </a:prstGeom>
          <a:noFill/>
          <a:ln/>
        </p:spPr>
        <p:txBody>
          <a:bodyPr wrap="square" lIns="0" tIns="0" rIns="0" bIns="0" rtlCol="0" anchor="ctr">
            <a:spAutoFit/>
          </a:bodyPr>
          <a:lstStyle/>
          <a:p>
            <a:pPr defTabSz="457200"/>
            <a:r>
              <a:rPr lang="en-US" sz="1350" dirty="0">
                <a:solidFill>
                  <a:srgbClr val="FFFFFF"/>
                </a:solidFill>
                <a:latin typeface="Segoe UI" pitchFamily="34" charset="0"/>
                <a:ea typeface="Segoe UI" pitchFamily="34" charset="-122"/>
                <a:cs typeface="Segoe UI" pitchFamily="34" charset="-120"/>
              </a:rPr>
              <a:t>				</a:t>
            </a:r>
          </a:p>
          <a:p>
            <a:pPr marL="285750" indent="-285750" defTabSz="457200">
              <a:buFont typeface="Arial" panose="020B0604020202020204" pitchFamily="34" charset="0"/>
              <a:buChar char="•"/>
            </a:pPr>
            <a:endParaRPr lang="en-US" sz="1600" dirty="0">
              <a:solidFill>
                <a:srgbClr val="FFFFFF"/>
              </a:solidFill>
              <a:latin typeface="Segoe UI" pitchFamily="34" charset="0"/>
              <a:ea typeface="Segoe UI" pitchFamily="34" charset="-122"/>
              <a:cs typeface="Segoe UI" pitchFamily="34" charset="-120"/>
            </a:endParaRPr>
          </a:p>
          <a:p>
            <a:pPr marL="285750" indent="-285750" defTabSz="457200">
              <a:buFont typeface="Arial" panose="020B0604020202020204" pitchFamily="34" charset="0"/>
              <a:buChar char="•"/>
            </a:pPr>
            <a:r>
              <a:rPr lang="en-US" sz="1600" dirty="0">
                <a:solidFill>
                  <a:srgbClr val="FFFFFF"/>
                </a:solidFill>
                <a:latin typeface="Segoe UI" pitchFamily="34" charset="0"/>
                <a:ea typeface="Segoe UI" pitchFamily="34" charset="-122"/>
                <a:cs typeface="Segoe UI" pitchFamily="34" charset="-120"/>
              </a:rPr>
              <a:t>Class 12 – October 12</a:t>
            </a:r>
            <a:r>
              <a:rPr lang="en-US" sz="1600" baseline="30000" dirty="0">
                <a:solidFill>
                  <a:srgbClr val="FFFFFF"/>
                </a:solidFill>
                <a:latin typeface="Segoe UI" pitchFamily="34" charset="0"/>
                <a:ea typeface="Segoe UI" pitchFamily="34" charset="-122"/>
                <a:cs typeface="Segoe UI" pitchFamily="34" charset="-120"/>
              </a:rPr>
              <a:t>th</a:t>
            </a:r>
            <a:r>
              <a:rPr lang="en-US" sz="1600" dirty="0">
                <a:solidFill>
                  <a:srgbClr val="FFFFFF"/>
                </a:solidFill>
                <a:latin typeface="Segoe UI" pitchFamily="34" charset="0"/>
                <a:ea typeface="Segoe UI" pitchFamily="34" charset="-122"/>
                <a:cs typeface="Segoe UI" pitchFamily="34" charset="-120"/>
              </a:rPr>
              <a:t> (10:30 – 12:30)</a:t>
            </a:r>
          </a:p>
          <a:p>
            <a:pPr marL="285750" indent="-285750" defTabSz="457200">
              <a:buFont typeface="Arial" panose="020B0604020202020204" pitchFamily="34" charset="0"/>
              <a:buChar char="•"/>
            </a:pPr>
            <a:endParaRPr lang="en-US" sz="1600" dirty="0">
              <a:solidFill>
                <a:srgbClr val="FFFFFF"/>
              </a:solidFill>
              <a:latin typeface="Segoe UI" pitchFamily="34" charset="0"/>
              <a:ea typeface="Segoe UI" pitchFamily="34" charset="-122"/>
              <a:cs typeface="Segoe UI" pitchFamily="34" charset="-120"/>
            </a:endParaRPr>
          </a:p>
          <a:p>
            <a:pPr marL="285750" indent="-285750" defTabSz="457200">
              <a:buFont typeface="Arial" panose="020B0604020202020204" pitchFamily="34" charset="0"/>
              <a:buChar char="•"/>
            </a:pPr>
            <a:r>
              <a:rPr lang="en-US" sz="1600" dirty="0">
                <a:solidFill>
                  <a:srgbClr val="FFFFFF"/>
                </a:solidFill>
                <a:latin typeface="Segoe UI" pitchFamily="34" charset="0"/>
                <a:ea typeface="Segoe UI" pitchFamily="34" charset="-122"/>
                <a:cs typeface="Segoe UI" pitchFamily="34" charset="-120"/>
              </a:rPr>
              <a:t>Starter Quiz</a:t>
            </a:r>
          </a:p>
          <a:p>
            <a:pPr defTabSz="457200"/>
            <a:endParaRPr lang="en-US" sz="1600" dirty="0">
              <a:solidFill>
                <a:srgbClr val="FFFFFF"/>
              </a:solidFill>
              <a:latin typeface="Segoe UI" pitchFamily="34" charset="0"/>
              <a:ea typeface="Segoe UI" pitchFamily="34" charset="-122"/>
              <a:cs typeface="Segoe UI" pitchFamily="34" charset="-120"/>
            </a:endParaRPr>
          </a:p>
          <a:p>
            <a:pPr marL="285750" indent="-285750" defTabSz="457200">
              <a:buFont typeface="Arial" panose="020B0604020202020204" pitchFamily="34" charset="0"/>
              <a:buChar char="•"/>
            </a:pPr>
            <a:r>
              <a:rPr lang="en-US" sz="1600" dirty="0">
                <a:solidFill>
                  <a:srgbClr val="FFFFFF"/>
                </a:solidFill>
                <a:latin typeface="Segoe UI" pitchFamily="34" charset="0"/>
                <a:ea typeface="Segoe UI" pitchFamily="34" charset="-122"/>
                <a:cs typeface="Segoe UI" pitchFamily="34" charset="-120"/>
              </a:rPr>
              <a:t>Security Architecture </a:t>
            </a:r>
            <a:endParaRPr lang="en-US" sz="1600" dirty="0">
              <a:solidFill>
                <a:srgbClr val="FFFFFF"/>
              </a:solidFill>
              <a:latin typeface="Segoe UI" pitchFamily="34" charset="0"/>
              <a:cs typeface="Segoe UI" pitchFamily="34" charset="-120"/>
            </a:endParaRPr>
          </a:p>
          <a:p>
            <a:pPr lvl="1" defTabSz="457200"/>
            <a:endParaRPr lang="en-US" sz="1600" dirty="0">
              <a:solidFill>
                <a:srgbClr val="FFFFFF"/>
              </a:solidFill>
              <a:latin typeface="Segoe UI" pitchFamily="34" charset="0"/>
              <a:cs typeface="Segoe UI" pitchFamily="34" charset="-120"/>
            </a:endParaRPr>
          </a:p>
          <a:p>
            <a:pPr marL="285750" indent="-285750" defTabSz="457200">
              <a:buFont typeface="Arial" panose="020B0604020202020204" pitchFamily="34" charset="0"/>
              <a:buChar char="•"/>
            </a:pPr>
            <a:r>
              <a:rPr lang="en-US" sz="1600" dirty="0">
                <a:solidFill>
                  <a:srgbClr val="FFFFFF"/>
                </a:solidFill>
                <a:latin typeface="Segoe UI" pitchFamily="34" charset="0"/>
                <a:cs typeface="Segoe UI" pitchFamily="34" charset="-120"/>
              </a:rPr>
              <a:t>Thought Paper Presentation</a:t>
            </a:r>
          </a:p>
          <a:p>
            <a:pPr marL="742950" lvl="1" indent="-285750" defTabSz="457200">
              <a:buFont typeface="Arial" panose="020B0604020202020204" pitchFamily="34" charset="0"/>
              <a:buChar char="•"/>
            </a:pPr>
            <a:r>
              <a:rPr lang="en-IN" sz="1600" dirty="0">
                <a:solidFill>
                  <a:srgbClr val="FFFFFF"/>
                </a:solidFill>
                <a:latin typeface="Segoe UI" pitchFamily="34" charset="0"/>
                <a:cs typeface="Segoe UI" pitchFamily="34" charset="-120"/>
              </a:rPr>
              <a:t>Consumer Persona’s (Micro and Small Business) – Banking Usage and Needs Analysis (Team 9)  - 30 mins</a:t>
            </a:r>
          </a:p>
          <a:p>
            <a:pPr marL="285750" indent="-285750" defTabSz="457200">
              <a:buFont typeface="Arial" panose="020B0604020202020204" pitchFamily="34" charset="0"/>
              <a:buChar char="•"/>
            </a:pPr>
            <a:endParaRPr lang="en-IN" sz="1600" dirty="0">
              <a:solidFill>
                <a:srgbClr val="FFFFFF"/>
              </a:solidFill>
              <a:latin typeface="Segoe UI" pitchFamily="34" charset="0"/>
              <a:cs typeface="Segoe UI" pitchFamily="34" charset="-120"/>
            </a:endParaRPr>
          </a:p>
          <a:p>
            <a:pPr marL="285750" indent="-285750" defTabSz="457200">
              <a:buFont typeface="Arial" panose="020B0604020202020204" pitchFamily="34" charset="0"/>
              <a:buChar char="•"/>
            </a:pPr>
            <a:r>
              <a:rPr lang="en-US" sz="1600">
                <a:solidFill>
                  <a:srgbClr val="FFFFFF"/>
                </a:solidFill>
                <a:latin typeface="Segoe UI" pitchFamily="34" charset="0"/>
                <a:ea typeface="Segoe UI" pitchFamily="34" charset="-122"/>
                <a:cs typeface="Segoe UI" pitchFamily="34" charset="-120"/>
              </a:rPr>
              <a:t>Security </a:t>
            </a:r>
            <a:r>
              <a:rPr lang="en-US" sz="1600" dirty="0">
                <a:solidFill>
                  <a:srgbClr val="FFFFFF"/>
                </a:solidFill>
                <a:latin typeface="Segoe UI" pitchFamily="34" charset="0"/>
                <a:ea typeface="Segoe UI" pitchFamily="34" charset="-122"/>
                <a:cs typeface="Segoe UI" pitchFamily="34" charset="-120"/>
              </a:rPr>
              <a:t>Architecture (Cont’d) </a:t>
            </a:r>
          </a:p>
          <a:p>
            <a:pPr defTabSz="457200"/>
            <a:endParaRPr lang="en-US" sz="1600" dirty="0">
              <a:solidFill>
                <a:srgbClr val="FFFFFF"/>
              </a:solidFill>
              <a:latin typeface="Segoe UI" pitchFamily="34" charset="0"/>
              <a:cs typeface="Segoe UI" pitchFamily="34" charset="-120"/>
            </a:endParaRPr>
          </a:p>
          <a:p>
            <a:pPr marL="285750" indent="-285750" defTabSz="457200">
              <a:buFont typeface="Arial" panose="020B0604020202020204" pitchFamily="34" charset="0"/>
              <a:buChar char="•"/>
            </a:pPr>
            <a:endParaRPr lang="en-US" sz="1600" dirty="0">
              <a:solidFill>
                <a:srgbClr val="FFFFFF"/>
              </a:solidFill>
              <a:latin typeface="Segoe UI" pitchFamily="34" charset="0"/>
              <a:cs typeface="Segoe UI" pitchFamily="34" charset="-120"/>
            </a:endParaRPr>
          </a:p>
          <a:p>
            <a:pPr defTabSz="457200">
              <a:defRPr/>
            </a:pPr>
            <a:r>
              <a:rPr lang="en-US" sz="1600" dirty="0">
                <a:solidFill>
                  <a:srgbClr val="FFFFFF"/>
                </a:solidFill>
                <a:latin typeface="Segoe UI" pitchFamily="34" charset="0"/>
                <a:ea typeface="Segoe UI" pitchFamily="34" charset="-122"/>
                <a:cs typeface="Segoe UI" pitchFamily="34" charset="-120"/>
              </a:rPr>
              <a:t>Note: </a:t>
            </a:r>
          </a:p>
          <a:p>
            <a:pPr marL="285750" indent="-285750" defTabSz="457200">
              <a:buFont typeface="Arial" pitchFamily="34" charset="0"/>
              <a:buChar char="•"/>
              <a:defRPr/>
            </a:pPr>
            <a:r>
              <a:rPr lang="en-US" sz="1600" dirty="0">
                <a:solidFill>
                  <a:srgbClr val="FFFFFF"/>
                </a:solidFill>
                <a:latin typeface="Segoe UI" pitchFamily="34" charset="0"/>
                <a:ea typeface="Segoe UI" pitchFamily="34" charset="-122"/>
                <a:cs typeface="Segoe UI" pitchFamily="34" charset="-120"/>
              </a:rPr>
              <a:t>Mobile Phones – Do not bring to class or Completely Switch off </a:t>
            </a:r>
          </a:p>
          <a:p>
            <a:pPr marL="285750" indent="-285750" defTabSz="457200">
              <a:buFont typeface="Arial" pitchFamily="34" charset="0"/>
              <a:buChar char="•"/>
              <a:defRPr/>
            </a:pPr>
            <a:r>
              <a:rPr lang="en-US" sz="1600" dirty="0">
                <a:solidFill>
                  <a:srgbClr val="FFFFFF"/>
                </a:solidFill>
                <a:latin typeface="Segoe UI" pitchFamily="34" charset="0"/>
                <a:ea typeface="Segoe UI" pitchFamily="34" charset="-122"/>
                <a:cs typeface="Segoe UI" pitchFamily="34" charset="-120"/>
              </a:rPr>
              <a:t>If students have any specific topic they want to discuss, share the topic and we can try to schedule</a:t>
            </a:r>
          </a:p>
          <a:p>
            <a:pPr marL="285750" indent="-285750" defTabSz="457200">
              <a:buFont typeface="Arial" pitchFamily="34" charset="0"/>
              <a:buChar char="•"/>
              <a:defRPr/>
            </a:pPr>
            <a:r>
              <a:rPr lang="en-US" sz="1600" dirty="0">
                <a:solidFill>
                  <a:srgbClr val="FFFFFF"/>
                </a:solidFill>
                <a:latin typeface="Segoe UI" pitchFamily="34" charset="0"/>
                <a:ea typeface="Segoe UI" pitchFamily="34" charset="-122"/>
                <a:cs typeface="Segoe UI" pitchFamily="34" charset="-120"/>
              </a:rPr>
              <a:t>Please be seated by your teams  </a:t>
            </a:r>
          </a:p>
          <a:p>
            <a:pPr defTabSz="457200"/>
            <a:endParaRPr lang="en-US" sz="1350" dirty="0">
              <a:solidFill>
                <a:prstClr val="white"/>
              </a:solidFill>
              <a:latin typeface="Corbel"/>
            </a:endParaRPr>
          </a:p>
        </p:txBody>
      </p:sp>
    </p:spTree>
    <p:extLst>
      <p:ext uri="{BB962C8B-B14F-4D97-AF65-F5344CB8AC3E}">
        <p14:creationId xmlns:p14="http://schemas.microsoft.com/office/powerpoint/2010/main" val="32068866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BB3F3C-055C-0ED7-F6C1-62AA9EFD7067}"/>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C8749868-6E60-B9B4-83B8-74C46E27C1AC}"/>
              </a:ext>
            </a:extLst>
          </p:cNvPr>
          <p:cNvSpPr/>
          <p:nvPr/>
        </p:nvSpPr>
        <p:spPr>
          <a:xfrm>
            <a:off x="1981200" y="710962"/>
            <a:ext cx="1530868" cy="311624"/>
          </a:xfrm>
          <a:prstGeom prst="rect">
            <a:avLst/>
          </a:prstGeom>
          <a:noFill/>
          <a:ln/>
        </p:spPr>
        <p:txBody>
          <a:bodyPr wrap="none" lIns="0" tIns="0" rIns="0" bIns="0" rtlCol="0" anchor="ctr">
            <a:spAutoFit/>
          </a:bodyPr>
          <a:lstStyle/>
          <a:p>
            <a:pPr defTabSz="457200"/>
            <a:r>
              <a:rPr lang="en-US" sz="2025" b="1" dirty="0">
                <a:solidFill>
                  <a:srgbClr val="7AE582"/>
                </a:solidFill>
                <a:latin typeface="Segoe UI" pitchFamily="34" charset="0"/>
                <a:ea typeface="Segoe UI" pitchFamily="34" charset="-122"/>
                <a:cs typeface="Segoe UI" pitchFamily="34" charset="-120"/>
              </a:rPr>
              <a:t>Starter  Quiz</a:t>
            </a:r>
            <a:endParaRPr lang="en-US" sz="2025" dirty="0">
              <a:solidFill>
                <a:prstClr val="white"/>
              </a:solidFill>
              <a:latin typeface="Corbel"/>
            </a:endParaRPr>
          </a:p>
        </p:txBody>
      </p:sp>
      <p:sp>
        <p:nvSpPr>
          <p:cNvPr id="4" name="Text 1">
            <a:extLst>
              <a:ext uri="{FF2B5EF4-FFF2-40B4-BE49-F238E27FC236}">
                <a16:creationId xmlns:a16="http://schemas.microsoft.com/office/drawing/2014/main" id="{D935D455-8FE0-8207-6D02-2D6CB942A828}"/>
              </a:ext>
            </a:extLst>
          </p:cNvPr>
          <p:cNvSpPr/>
          <p:nvPr/>
        </p:nvSpPr>
        <p:spPr>
          <a:xfrm>
            <a:off x="1250379" y="1805739"/>
            <a:ext cx="9334114" cy="2469907"/>
          </a:xfrm>
          <a:prstGeom prst="rect">
            <a:avLst/>
          </a:prstGeom>
          <a:noFill/>
          <a:ln/>
        </p:spPr>
        <p:txBody>
          <a:bodyPr wrap="square" lIns="0" tIns="0" rIns="0" bIns="0" rtlCol="0" anchor="ctr">
            <a:spAutoFit/>
          </a:bodyPr>
          <a:lstStyle/>
          <a:p>
            <a:pPr defTabSz="457200"/>
            <a:endParaRPr lang="en-US" sz="2400" dirty="0">
              <a:solidFill>
                <a:srgbClr val="FFFFFF"/>
              </a:solidFill>
              <a:latin typeface="Segoe UI" pitchFamily="34" charset="0"/>
              <a:ea typeface="Segoe UI" pitchFamily="34" charset="-122"/>
              <a:cs typeface="Segoe UI" pitchFamily="34" charset="-120"/>
            </a:endParaRPr>
          </a:p>
          <a:p>
            <a:pPr marL="285750" indent="-285750" defTabSz="457200">
              <a:buFont typeface="Arial" panose="020B0604020202020204" pitchFamily="34" charset="0"/>
              <a:buChar char="•"/>
            </a:pPr>
            <a:r>
              <a:rPr lang="en-US" sz="2400" dirty="0">
                <a:solidFill>
                  <a:srgbClr val="FFFFFF"/>
                </a:solidFill>
                <a:latin typeface="Segoe UI" pitchFamily="34" charset="0"/>
                <a:ea typeface="Segoe UI" pitchFamily="34" charset="-122"/>
                <a:cs typeface="Segoe UI" pitchFamily="34" charset="-120"/>
              </a:rPr>
              <a:t>What are the 5 Key Attributes of an Investment Category (i.e. attributes that should </a:t>
            </a:r>
            <a:r>
              <a:rPr lang="en-US" sz="2400">
                <a:solidFill>
                  <a:srgbClr val="FFFFFF"/>
                </a:solidFill>
                <a:latin typeface="Segoe UI" pitchFamily="34" charset="0"/>
                <a:ea typeface="Segoe UI" pitchFamily="34" charset="-122"/>
                <a:cs typeface="Segoe UI" pitchFamily="34" charset="-120"/>
              </a:rPr>
              <a:t>be assessed </a:t>
            </a:r>
            <a:r>
              <a:rPr lang="en-US" sz="2400" dirty="0">
                <a:solidFill>
                  <a:srgbClr val="FFFFFF"/>
                </a:solidFill>
                <a:latin typeface="Segoe UI" pitchFamily="34" charset="0"/>
                <a:ea typeface="Segoe UI" pitchFamily="34" charset="-122"/>
                <a:cs typeface="Segoe UI" pitchFamily="34" charset="-120"/>
              </a:rPr>
              <a:t>when doing an Investment) </a:t>
            </a:r>
            <a:endParaRPr lang="en-US" sz="2400" b="1" dirty="0">
              <a:solidFill>
                <a:srgbClr val="FFFFFF"/>
              </a:solidFill>
              <a:latin typeface="Segoe UI" pitchFamily="34" charset="0"/>
              <a:ea typeface="Segoe UI" pitchFamily="34" charset="-122"/>
              <a:cs typeface="Segoe UI" pitchFamily="34" charset="-120"/>
            </a:endParaRPr>
          </a:p>
          <a:p>
            <a:pPr marL="285750" indent="-285750" defTabSz="457200">
              <a:buFont typeface="Arial" panose="020B0604020202020204" pitchFamily="34" charset="0"/>
              <a:buChar char="•"/>
            </a:pPr>
            <a:endParaRPr lang="en-US" sz="2400" dirty="0">
              <a:solidFill>
                <a:srgbClr val="FFFFFF"/>
              </a:solidFill>
              <a:latin typeface="Segoe UI" pitchFamily="34" charset="0"/>
              <a:ea typeface="Segoe UI" pitchFamily="34" charset="-122"/>
              <a:cs typeface="Segoe UI" pitchFamily="34" charset="-120"/>
            </a:endParaRPr>
          </a:p>
          <a:p>
            <a:pPr marL="285750" indent="-285750" defTabSz="457200">
              <a:buFont typeface="Arial" panose="020B0604020202020204" pitchFamily="34" charset="0"/>
              <a:buChar char="•"/>
            </a:pPr>
            <a:endParaRPr lang="en-US" sz="2400" dirty="0">
              <a:solidFill>
                <a:srgbClr val="FFFFFF"/>
              </a:solidFill>
              <a:latin typeface="Segoe UI" pitchFamily="34" charset="0"/>
              <a:ea typeface="Segoe UI" pitchFamily="34" charset="-122"/>
              <a:cs typeface="Segoe UI" pitchFamily="34" charset="-120"/>
            </a:endParaRPr>
          </a:p>
          <a:p>
            <a:pPr marL="742950" lvl="1" indent="-285750" defTabSz="457200">
              <a:buFont typeface="Arial" panose="020B0604020202020204" pitchFamily="34" charset="0"/>
              <a:buChar char="•"/>
            </a:pPr>
            <a:endParaRPr lang="en-US" sz="1350" dirty="0">
              <a:solidFill>
                <a:srgbClr val="FFFFFF"/>
              </a:solidFill>
              <a:latin typeface="Segoe UI" pitchFamily="34" charset="0"/>
              <a:ea typeface="Segoe UI" pitchFamily="34" charset="-122"/>
              <a:cs typeface="Segoe UI" pitchFamily="34" charset="-120"/>
            </a:endParaRPr>
          </a:p>
          <a:p>
            <a:pPr marL="742950" lvl="1" indent="-285750" defTabSz="457200">
              <a:buFont typeface="Arial" panose="020B0604020202020204" pitchFamily="34" charset="0"/>
              <a:buChar char="•"/>
            </a:pPr>
            <a:endParaRPr lang="en-US" sz="1350" dirty="0">
              <a:solidFill>
                <a:srgbClr val="FFFFFF"/>
              </a:solidFill>
              <a:latin typeface="Segoe UI" pitchFamily="34" charset="0"/>
              <a:ea typeface="Segoe UI" pitchFamily="34" charset="-122"/>
              <a:cs typeface="Segoe UI" pitchFamily="34" charset="-120"/>
            </a:endParaRPr>
          </a:p>
          <a:p>
            <a:pPr defTabSz="457200"/>
            <a:endParaRPr lang="en-US" sz="1350" dirty="0">
              <a:solidFill>
                <a:srgbClr val="FFFFFF"/>
              </a:solidFill>
              <a:latin typeface="Segoe UI" pitchFamily="34" charset="0"/>
              <a:ea typeface="Segoe UI" pitchFamily="34" charset="-122"/>
              <a:cs typeface="Segoe UI" pitchFamily="34" charset="-120"/>
            </a:endParaRPr>
          </a:p>
        </p:txBody>
      </p:sp>
    </p:spTree>
    <p:extLst>
      <p:ext uri="{BB962C8B-B14F-4D97-AF65-F5344CB8AC3E}">
        <p14:creationId xmlns:p14="http://schemas.microsoft.com/office/powerpoint/2010/main" val="37742449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 calcmode="lin" valueType="num">
                                      <p:cBhvr additive="base">
                                        <p:cTn id="13"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C2554CA6-288E-4202-BC52-2E5A8F0C0A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7" name="Oval 16">
            <a:extLst>
              <a:ext uri="{FF2B5EF4-FFF2-40B4-BE49-F238E27FC236}">
                <a16:creationId xmlns:a16="http://schemas.microsoft.com/office/drawing/2014/main" id="{B10BB131-AC8E-4A8E-A5D1-36260F720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EB5A561B-1D80-3A76-EB05-3AE35EE7BDC2}"/>
              </a:ext>
            </a:extLst>
          </p:cNvPr>
          <p:cNvSpPr>
            <a:spLocks noGrp="1"/>
          </p:cNvSpPr>
          <p:nvPr>
            <p:ph type="title"/>
          </p:nvPr>
        </p:nvSpPr>
        <p:spPr>
          <a:xfrm>
            <a:off x="0" y="1396686"/>
            <a:ext cx="4918492" cy="4064628"/>
          </a:xfrm>
        </p:spPr>
        <p:txBody>
          <a:bodyPr vert="horz" lIns="91440" tIns="45720" rIns="91440" bIns="45720" rtlCol="0" anchor="ctr">
            <a:normAutofit/>
          </a:bodyPr>
          <a:lstStyle/>
          <a:p>
            <a:r>
              <a:rPr lang="en-US" b="1" kern="1200" dirty="0">
                <a:solidFill>
                  <a:srgbClr val="FFFFFF"/>
                </a:solidFill>
                <a:latin typeface="+mj-lt"/>
                <a:ea typeface="+mj-ea"/>
                <a:cs typeface="+mj-cs"/>
              </a:rPr>
              <a:t>	5 Key Attributes </a:t>
            </a:r>
          </a:p>
        </p:txBody>
      </p:sp>
      <p:sp>
        <p:nvSpPr>
          <p:cNvPr id="19" name="Arc 18">
            <a:extLst>
              <a:ext uri="{FF2B5EF4-FFF2-40B4-BE49-F238E27FC236}">
                <a16:creationId xmlns:a16="http://schemas.microsoft.com/office/drawing/2014/main" id="{5B7778FC-632E-4DCA-A7CB-0D7731CCF9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1" name="Oval 20">
            <a:extLst>
              <a:ext uri="{FF2B5EF4-FFF2-40B4-BE49-F238E27FC236}">
                <a16:creationId xmlns:a16="http://schemas.microsoft.com/office/drawing/2014/main" id="{FA23A907-97FB-4A8F-880A-DD77401C42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3" name="Rectangle 2">
            <a:extLst>
              <a:ext uri="{FF2B5EF4-FFF2-40B4-BE49-F238E27FC236}">
                <a16:creationId xmlns:a16="http://schemas.microsoft.com/office/drawing/2014/main" id="{D78D72C9-83C7-E206-97FD-6CF525394C4A}"/>
              </a:ext>
            </a:extLst>
          </p:cNvPr>
          <p:cNvSpPr>
            <a:spLocks noChangeArrowheads="1"/>
          </p:cNvSpPr>
          <p:nvPr/>
        </p:nvSpPr>
        <p:spPr bwMode="auto">
          <a:xfrm>
            <a:off x="6324708" y="1575034"/>
            <a:ext cx="5378104" cy="431650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63480" rIns="0" bIns="12696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a:p>
            <a:pPr marL="742950" lvl="1" indent="-285750">
              <a:buFont typeface="Arial" panose="020B0604020202020204" pitchFamily="34" charset="0"/>
              <a:buChar char="•"/>
            </a:pPr>
            <a:r>
              <a:rPr lang="en-US" sz="2800" dirty="0"/>
              <a:t>Risk</a:t>
            </a:r>
          </a:p>
          <a:p>
            <a:pPr marL="742950" lvl="1" indent="-285750">
              <a:buFont typeface="Arial" panose="020B0604020202020204" pitchFamily="34" charset="0"/>
              <a:buChar char="•"/>
            </a:pPr>
            <a:endParaRPr lang="en-US" sz="2800" dirty="0"/>
          </a:p>
          <a:p>
            <a:pPr marL="742950" lvl="1" indent="-285750">
              <a:buFont typeface="Arial" panose="020B0604020202020204" pitchFamily="34" charset="0"/>
              <a:buChar char="•"/>
            </a:pPr>
            <a:r>
              <a:rPr lang="en-US" sz="2800" dirty="0"/>
              <a:t>Return </a:t>
            </a:r>
          </a:p>
          <a:p>
            <a:pPr marL="742950" lvl="1" indent="-285750">
              <a:buFont typeface="Arial" panose="020B0604020202020204" pitchFamily="34" charset="0"/>
              <a:buChar char="•"/>
            </a:pPr>
            <a:endParaRPr lang="en-IN" sz="2800" dirty="0"/>
          </a:p>
          <a:p>
            <a:pPr marL="742950" lvl="1" indent="-285750">
              <a:buFont typeface="Arial" panose="020B0604020202020204" pitchFamily="34" charset="0"/>
              <a:buChar char="•"/>
            </a:pPr>
            <a:r>
              <a:rPr lang="en-IN" sz="2800" dirty="0"/>
              <a:t>Liquidity</a:t>
            </a:r>
          </a:p>
          <a:p>
            <a:pPr marL="742950" lvl="1" indent="-285750">
              <a:buFont typeface="Arial" panose="020B0604020202020204" pitchFamily="34" charset="0"/>
              <a:buChar char="•"/>
            </a:pPr>
            <a:endParaRPr lang="en-IN" sz="2800" dirty="0"/>
          </a:p>
          <a:p>
            <a:pPr marL="742950" lvl="1" indent="-285750">
              <a:buFont typeface="Arial" panose="020B0604020202020204" pitchFamily="34" charset="0"/>
              <a:buChar char="•"/>
            </a:pPr>
            <a:r>
              <a:rPr lang="en-IN" sz="2800" dirty="0"/>
              <a:t>Cash Flow</a:t>
            </a:r>
          </a:p>
          <a:p>
            <a:pPr marL="742950" lvl="1" indent="-285750">
              <a:buFont typeface="Arial" panose="020B0604020202020204" pitchFamily="34" charset="0"/>
              <a:buChar char="•"/>
            </a:pPr>
            <a:endParaRPr lang="en-IN" sz="2800" dirty="0"/>
          </a:p>
          <a:p>
            <a:pPr marL="742950" lvl="1" indent="-285750">
              <a:buFont typeface="Arial" panose="020B0604020202020204" pitchFamily="34" charset="0"/>
              <a:buChar char="•"/>
            </a:pPr>
            <a:r>
              <a:rPr lang="en-IN" sz="2800" dirty="0"/>
              <a:t>Taxation </a:t>
            </a:r>
            <a:endParaRPr lang="en-US" sz="2800" dirty="0"/>
          </a:p>
        </p:txBody>
      </p:sp>
    </p:spTree>
    <p:extLst>
      <p:ext uri="{BB962C8B-B14F-4D97-AF65-F5344CB8AC3E}">
        <p14:creationId xmlns:p14="http://schemas.microsoft.com/office/powerpoint/2010/main" val="1549665942"/>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AB3C5E-176A-6DEF-14B2-EC03B42ECE36}"/>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08C7D53A-B610-CFDE-2BD7-C12B2E641F26}"/>
              </a:ext>
            </a:extLst>
          </p:cNvPr>
          <p:cNvSpPr/>
          <p:nvPr/>
        </p:nvSpPr>
        <p:spPr>
          <a:xfrm>
            <a:off x="1981200" y="710962"/>
            <a:ext cx="1530868" cy="311624"/>
          </a:xfrm>
          <a:prstGeom prst="rect">
            <a:avLst/>
          </a:prstGeom>
          <a:noFill/>
          <a:ln/>
        </p:spPr>
        <p:txBody>
          <a:bodyPr wrap="none" lIns="0" tIns="0" rIns="0" bIns="0" rtlCol="0" anchor="ctr">
            <a:spAutoFit/>
          </a:bodyPr>
          <a:lstStyle/>
          <a:p>
            <a:pPr defTabSz="457200"/>
            <a:r>
              <a:rPr lang="en-US" sz="2025" b="1" dirty="0">
                <a:solidFill>
                  <a:srgbClr val="7AE582"/>
                </a:solidFill>
                <a:latin typeface="Segoe UI" pitchFamily="34" charset="0"/>
                <a:ea typeface="Segoe UI" pitchFamily="34" charset="-122"/>
                <a:cs typeface="Segoe UI" pitchFamily="34" charset="-120"/>
              </a:rPr>
              <a:t>Starter  Quiz</a:t>
            </a:r>
            <a:endParaRPr lang="en-US" sz="2025" dirty="0">
              <a:solidFill>
                <a:prstClr val="white"/>
              </a:solidFill>
              <a:latin typeface="Corbel"/>
            </a:endParaRPr>
          </a:p>
        </p:txBody>
      </p:sp>
      <p:sp>
        <p:nvSpPr>
          <p:cNvPr id="4" name="Text 1">
            <a:extLst>
              <a:ext uri="{FF2B5EF4-FFF2-40B4-BE49-F238E27FC236}">
                <a16:creationId xmlns:a16="http://schemas.microsoft.com/office/drawing/2014/main" id="{4BC1AC00-C715-7DE0-D537-241235E5B034}"/>
              </a:ext>
            </a:extLst>
          </p:cNvPr>
          <p:cNvSpPr/>
          <p:nvPr/>
        </p:nvSpPr>
        <p:spPr>
          <a:xfrm>
            <a:off x="601248" y="2043340"/>
            <a:ext cx="11273425" cy="1523494"/>
          </a:xfrm>
          <a:prstGeom prst="rect">
            <a:avLst/>
          </a:prstGeom>
          <a:noFill/>
          <a:ln/>
        </p:spPr>
        <p:txBody>
          <a:bodyPr wrap="square" lIns="0" tIns="0" rIns="0" bIns="0" rtlCol="0" anchor="ctr">
            <a:spAutoFit/>
          </a:bodyPr>
          <a:lstStyle/>
          <a:p>
            <a:pPr defTabSz="457200"/>
            <a:endParaRPr lang="en-US" sz="2400" dirty="0">
              <a:solidFill>
                <a:srgbClr val="FFFFFF"/>
              </a:solidFill>
              <a:latin typeface="Segoe UI" pitchFamily="34" charset="0"/>
              <a:ea typeface="Segoe UI" pitchFamily="34" charset="-122"/>
              <a:cs typeface="Segoe UI" pitchFamily="34" charset="-120"/>
            </a:endParaRPr>
          </a:p>
          <a:p>
            <a:pPr defTabSz="457200"/>
            <a:endParaRPr lang="en-US" sz="2400" dirty="0">
              <a:solidFill>
                <a:srgbClr val="FFFFFF"/>
              </a:solidFill>
              <a:latin typeface="Segoe UI" pitchFamily="34" charset="0"/>
              <a:ea typeface="Segoe UI" pitchFamily="34" charset="-122"/>
              <a:cs typeface="Segoe UI" pitchFamily="34" charset="-120"/>
            </a:endParaRPr>
          </a:p>
          <a:p>
            <a:pPr marL="285750" indent="-285750" defTabSz="457200">
              <a:buFont typeface="Arial" panose="020B0604020202020204" pitchFamily="34" charset="0"/>
              <a:buChar char="•"/>
            </a:pPr>
            <a:r>
              <a:rPr lang="en-US" sz="2400" b="1" dirty="0">
                <a:solidFill>
                  <a:srgbClr val="FFFFFF"/>
                </a:solidFill>
                <a:latin typeface="Segoe UI" pitchFamily="34" charset="0"/>
                <a:ea typeface="Segoe UI" pitchFamily="34" charset="-122"/>
                <a:cs typeface="Segoe UI" pitchFamily="34" charset="-120"/>
              </a:rPr>
              <a:t>Structural Shift of Wealth from West to East using some Data Metrics </a:t>
            </a:r>
            <a:endParaRPr lang="en-US" sz="1350" dirty="0">
              <a:solidFill>
                <a:srgbClr val="FFFFFF"/>
              </a:solidFill>
              <a:latin typeface="Segoe UI" pitchFamily="34" charset="0"/>
              <a:ea typeface="Segoe UI" pitchFamily="34" charset="-122"/>
              <a:cs typeface="Segoe UI" pitchFamily="34" charset="-120"/>
            </a:endParaRPr>
          </a:p>
          <a:p>
            <a:pPr marL="742950" lvl="1" indent="-285750" defTabSz="457200">
              <a:buFont typeface="Arial" panose="020B0604020202020204" pitchFamily="34" charset="0"/>
              <a:buChar char="•"/>
            </a:pPr>
            <a:endParaRPr lang="en-US" sz="1350" dirty="0">
              <a:solidFill>
                <a:srgbClr val="FFFFFF"/>
              </a:solidFill>
              <a:latin typeface="Segoe UI" pitchFamily="34" charset="0"/>
              <a:ea typeface="Segoe UI" pitchFamily="34" charset="-122"/>
              <a:cs typeface="Segoe UI" pitchFamily="34" charset="-120"/>
            </a:endParaRPr>
          </a:p>
          <a:p>
            <a:pPr defTabSz="457200"/>
            <a:endParaRPr lang="en-US" sz="1350" dirty="0">
              <a:solidFill>
                <a:srgbClr val="FFFFFF"/>
              </a:solidFill>
              <a:latin typeface="Segoe UI" pitchFamily="34" charset="0"/>
              <a:ea typeface="Segoe UI" pitchFamily="34" charset="-122"/>
              <a:cs typeface="Segoe UI" pitchFamily="34" charset="-120"/>
            </a:endParaRPr>
          </a:p>
        </p:txBody>
      </p:sp>
    </p:spTree>
    <p:extLst>
      <p:ext uri="{BB962C8B-B14F-4D97-AF65-F5344CB8AC3E}">
        <p14:creationId xmlns:p14="http://schemas.microsoft.com/office/powerpoint/2010/main" val="18117673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456DBD1-1048-5A22-C973-3E5FA83F57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4BCCB1F-69DA-6D28-EABD-4F446FFCB06A}"/>
              </a:ext>
            </a:extLst>
          </p:cNvPr>
          <p:cNvSpPr>
            <a:spLocks noGrp="1"/>
          </p:cNvSpPr>
          <p:nvPr>
            <p:ph type="ctrTitle"/>
          </p:nvPr>
        </p:nvSpPr>
        <p:spPr>
          <a:xfrm>
            <a:off x="263047" y="1088572"/>
            <a:ext cx="10860065" cy="314344"/>
          </a:xfrm>
        </p:spPr>
        <p:txBody>
          <a:bodyPr>
            <a:normAutofit fontScale="90000"/>
          </a:bodyPr>
          <a:lstStyle/>
          <a:p>
            <a:pPr algn="l"/>
            <a:r>
              <a:rPr lang="en-US" sz="4600" dirty="0"/>
              <a:t>Structural Shift of Wealth from West to East – Some Data Metrics</a:t>
            </a:r>
          </a:p>
        </p:txBody>
      </p:sp>
      <p:graphicFrame>
        <p:nvGraphicFramePr>
          <p:cNvPr id="3" name="Table 2">
            <a:extLst>
              <a:ext uri="{FF2B5EF4-FFF2-40B4-BE49-F238E27FC236}">
                <a16:creationId xmlns:a16="http://schemas.microsoft.com/office/drawing/2014/main" id="{C9CA947D-5661-A79C-E33E-584D03443F17}"/>
              </a:ext>
            </a:extLst>
          </p:cNvPr>
          <p:cNvGraphicFramePr>
            <a:graphicFrameLocks noGrp="1"/>
          </p:cNvGraphicFramePr>
          <p:nvPr>
            <p:extLst>
              <p:ext uri="{D42A27DB-BD31-4B8C-83A1-F6EECF244321}">
                <p14:modId xmlns:p14="http://schemas.microsoft.com/office/powerpoint/2010/main" val="3199464833"/>
              </p:ext>
            </p:extLst>
          </p:nvPr>
        </p:nvGraphicFramePr>
        <p:xfrm>
          <a:off x="263049" y="1759864"/>
          <a:ext cx="7791188" cy="1905238"/>
        </p:xfrm>
        <a:graphic>
          <a:graphicData uri="http://schemas.openxmlformats.org/drawingml/2006/table">
            <a:tbl>
              <a:tblPr firstRow="1" bandRow="1">
                <a:tableStyleId>{5C22544A-7EE6-4342-B048-85BDC9FD1C3A}</a:tableStyleId>
              </a:tblPr>
              <a:tblGrid>
                <a:gridCol w="1942461">
                  <a:extLst>
                    <a:ext uri="{9D8B030D-6E8A-4147-A177-3AD203B41FA5}">
                      <a16:colId xmlns:a16="http://schemas.microsoft.com/office/drawing/2014/main" val="2479363814"/>
                    </a:ext>
                  </a:extLst>
                </a:gridCol>
                <a:gridCol w="1953133">
                  <a:extLst>
                    <a:ext uri="{9D8B030D-6E8A-4147-A177-3AD203B41FA5}">
                      <a16:colId xmlns:a16="http://schemas.microsoft.com/office/drawing/2014/main" val="766170685"/>
                    </a:ext>
                  </a:extLst>
                </a:gridCol>
                <a:gridCol w="1947797">
                  <a:extLst>
                    <a:ext uri="{9D8B030D-6E8A-4147-A177-3AD203B41FA5}">
                      <a16:colId xmlns:a16="http://schemas.microsoft.com/office/drawing/2014/main" val="2432099726"/>
                    </a:ext>
                  </a:extLst>
                </a:gridCol>
                <a:gridCol w="1947797">
                  <a:extLst>
                    <a:ext uri="{9D8B030D-6E8A-4147-A177-3AD203B41FA5}">
                      <a16:colId xmlns:a16="http://schemas.microsoft.com/office/drawing/2014/main" val="2026898978"/>
                    </a:ext>
                  </a:extLst>
                </a:gridCol>
              </a:tblGrid>
              <a:tr h="632579">
                <a:tc>
                  <a:txBody>
                    <a:bodyPr/>
                    <a:lstStyle/>
                    <a:p>
                      <a:r>
                        <a:rPr lang="en-US" dirty="0"/>
                        <a:t>Country / Region</a:t>
                      </a:r>
                    </a:p>
                  </a:txBody>
                  <a:tcPr/>
                </a:tc>
                <a:tc>
                  <a:txBody>
                    <a:bodyPr/>
                    <a:lstStyle/>
                    <a:p>
                      <a:pPr algn="ctr"/>
                      <a:r>
                        <a:rPr lang="en-US" dirty="0"/>
                        <a:t>1980</a:t>
                      </a:r>
                    </a:p>
                    <a:p>
                      <a:pPr algn="ctr"/>
                      <a:r>
                        <a:rPr lang="en-US" dirty="0"/>
                        <a:t>(Nominal GDP)</a:t>
                      </a:r>
                    </a:p>
                  </a:txBody>
                  <a:tcPr/>
                </a:tc>
                <a:tc>
                  <a:txBody>
                    <a:bodyPr/>
                    <a:lstStyle/>
                    <a:p>
                      <a:pPr algn="ctr"/>
                      <a:r>
                        <a:rPr lang="en-US" dirty="0"/>
                        <a:t>2025</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(Nominal GDP)</a:t>
                      </a:r>
                    </a:p>
                  </a:txBody>
                  <a:tcPr/>
                </a:tc>
                <a:tc>
                  <a:txBody>
                    <a:bodyPr/>
                    <a:lstStyle/>
                    <a:p>
                      <a:pPr algn="ctr"/>
                      <a:r>
                        <a:rPr lang="en-US" dirty="0"/>
                        <a:t>2050</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(Nominal GDP)</a:t>
                      </a:r>
                    </a:p>
                  </a:txBody>
                  <a:tcPr/>
                </a:tc>
                <a:extLst>
                  <a:ext uri="{0D108BD9-81ED-4DB2-BD59-A6C34878D82A}">
                    <a16:rowId xmlns:a16="http://schemas.microsoft.com/office/drawing/2014/main" val="2199728830"/>
                  </a:ext>
                </a:extLst>
              </a:tr>
              <a:tr h="632579">
                <a:tc>
                  <a:txBody>
                    <a:bodyPr/>
                    <a:lstStyle/>
                    <a:p>
                      <a:r>
                        <a:rPr lang="en-US" sz="2400" dirty="0"/>
                        <a:t>EU</a:t>
                      </a:r>
                    </a:p>
                  </a:txBody>
                  <a:tcPr/>
                </a:tc>
                <a:tc>
                  <a:txBody>
                    <a:bodyPr/>
                    <a:lstStyle/>
                    <a:p>
                      <a:r>
                        <a:rPr lang="en-US" dirty="0"/>
                        <a:t>$3.3 Trillion</a:t>
                      </a:r>
                    </a:p>
                  </a:txBody>
                  <a:tcPr/>
                </a:tc>
                <a:tc>
                  <a:txBody>
                    <a:bodyPr/>
                    <a:lstStyle/>
                    <a:p>
                      <a:r>
                        <a:rPr lang="en-US" dirty="0"/>
                        <a:t>$19.9 Trillion </a:t>
                      </a:r>
                    </a:p>
                  </a:txBody>
                  <a:tcPr/>
                </a:tc>
                <a:tc>
                  <a:txBody>
                    <a:bodyPr/>
                    <a:lstStyle/>
                    <a:p>
                      <a:r>
                        <a:rPr lang="en-US" dirty="0"/>
                        <a:t>$28 Trillion </a:t>
                      </a:r>
                    </a:p>
                  </a:txBody>
                  <a:tcPr/>
                </a:tc>
                <a:extLst>
                  <a:ext uri="{0D108BD9-81ED-4DB2-BD59-A6C34878D82A}">
                    <a16:rowId xmlns:a16="http://schemas.microsoft.com/office/drawing/2014/main" val="1079641524"/>
                  </a:ext>
                </a:extLst>
              </a:tr>
              <a:tr h="632579">
                <a:tc>
                  <a:txBody>
                    <a:bodyPr/>
                    <a:lstStyle/>
                    <a:p>
                      <a:r>
                        <a:rPr lang="en-US" sz="2400" dirty="0"/>
                        <a:t>China</a:t>
                      </a:r>
                    </a:p>
                  </a:txBody>
                  <a:tcPr/>
                </a:tc>
                <a:tc>
                  <a:txBody>
                    <a:bodyPr/>
                    <a:lstStyle/>
                    <a:p>
                      <a:r>
                        <a:rPr lang="en-US" dirty="0"/>
                        <a:t>$302 Billion</a:t>
                      </a:r>
                    </a:p>
                  </a:txBody>
                  <a:tcPr/>
                </a:tc>
                <a:tc>
                  <a:txBody>
                    <a:bodyPr/>
                    <a:lstStyle/>
                    <a:p>
                      <a:r>
                        <a:rPr lang="en-US" dirty="0"/>
                        <a:t>$19.2 Trillion</a:t>
                      </a:r>
                    </a:p>
                  </a:txBody>
                  <a:tcPr/>
                </a:tc>
                <a:tc>
                  <a:txBody>
                    <a:bodyPr/>
                    <a:lstStyle/>
                    <a:p>
                      <a:r>
                        <a:rPr lang="en-US" dirty="0"/>
                        <a:t>$42 Trillion</a:t>
                      </a:r>
                    </a:p>
                  </a:txBody>
                  <a:tcPr/>
                </a:tc>
                <a:extLst>
                  <a:ext uri="{0D108BD9-81ED-4DB2-BD59-A6C34878D82A}">
                    <a16:rowId xmlns:a16="http://schemas.microsoft.com/office/drawing/2014/main" val="2630484916"/>
                  </a:ext>
                </a:extLst>
              </a:tr>
            </a:tbl>
          </a:graphicData>
        </a:graphic>
      </p:graphicFrame>
      <p:pic>
        <p:nvPicPr>
          <p:cNvPr id="1026" name="Picture 2" descr="share of world gdp ppps 2050">
            <a:extLst>
              <a:ext uri="{FF2B5EF4-FFF2-40B4-BE49-F238E27FC236}">
                <a16:creationId xmlns:a16="http://schemas.microsoft.com/office/drawing/2014/main" id="{53F82815-F555-E9FB-9315-0F5134EF85B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11710" y="1245744"/>
            <a:ext cx="4022816" cy="4993805"/>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6" name="Table 5">
            <a:extLst>
              <a:ext uri="{FF2B5EF4-FFF2-40B4-BE49-F238E27FC236}">
                <a16:creationId xmlns:a16="http://schemas.microsoft.com/office/drawing/2014/main" id="{1700335B-E51A-3ECA-C3C1-96C0BB42F627}"/>
              </a:ext>
            </a:extLst>
          </p:cNvPr>
          <p:cNvGraphicFramePr>
            <a:graphicFrameLocks noGrp="1"/>
          </p:cNvGraphicFramePr>
          <p:nvPr>
            <p:extLst>
              <p:ext uri="{D42A27DB-BD31-4B8C-83A1-F6EECF244321}">
                <p14:modId xmlns:p14="http://schemas.microsoft.com/office/powerpoint/2010/main" val="3904923302"/>
              </p:ext>
            </p:extLst>
          </p:nvPr>
        </p:nvGraphicFramePr>
        <p:xfrm>
          <a:off x="263049" y="3864190"/>
          <a:ext cx="7791188" cy="1905238"/>
        </p:xfrm>
        <a:graphic>
          <a:graphicData uri="http://schemas.openxmlformats.org/drawingml/2006/table">
            <a:tbl>
              <a:tblPr firstRow="1" bandRow="1">
                <a:tableStyleId>{5C22544A-7EE6-4342-B048-85BDC9FD1C3A}</a:tableStyleId>
              </a:tblPr>
              <a:tblGrid>
                <a:gridCol w="1942461">
                  <a:extLst>
                    <a:ext uri="{9D8B030D-6E8A-4147-A177-3AD203B41FA5}">
                      <a16:colId xmlns:a16="http://schemas.microsoft.com/office/drawing/2014/main" val="2479363814"/>
                    </a:ext>
                  </a:extLst>
                </a:gridCol>
                <a:gridCol w="1953133">
                  <a:extLst>
                    <a:ext uri="{9D8B030D-6E8A-4147-A177-3AD203B41FA5}">
                      <a16:colId xmlns:a16="http://schemas.microsoft.com/office/drawing/2014/main" val="766170685"/>
                    </a:ext>
                  </a:extLst>
                </a:gridCol>
                <a:gridCol w="1947797">
                  <a:extLst>
                    <a:ext uri="{9D8B030D-6E8A-4147-A177-3AD203B41FA5}">
                      <a16:colId xmlns:a16="http://schemas.microsoft.com/office/drawing/2014/main" val="2432099726"/>
                    </a:ext>
                  </a:extLst>
                </a:gridCol>
                <a:gridCol w="1947797">
                  <a:extLst>
                    <a:ext uri="{9D8B030D-6E8A-4147-A177-3AD203B41FA5}">
                      <a16:colId xmlns:a16="http://schemas.microsoft.com/office/drawing/2014/main" val="2026898978"/>
                    </a:ext>
                  </a:extLst>
                </a:gridCol>
              </a:tblGrid>
              <a:tr h="0">
                <a:tc>
                  <a:txBody>
                    <a:bodyPr/>
                    <a:lstStyle/>
                    <a:p>
                      <a:r>
                        <a:rPr lang="en-US" dirty="0"/>
                        <a:t>Country / Region</a:t>
                      </a:r>
                    </a:p>
                  </a:txBody>
                  <a:tcPr/>
                </a:tc>
                <a:tc>
                  <a:txBody>
                    <a:bodyPr/>
                    <a:lstStyle/>
                    <a:p>
                      <a:pPr algn="ctr"/>
                      <a:r>
                        <a:rPr lang="en-US"/>
                        <a:t>1990</a:t>
                      </a:r>
                      <a:endParaRPr lang="en-US" dirty="0"/>
                    </a:p>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(Nominal GDP)</a:t>
                      </a:r>
                    </a:p>
                  </a:txBody>
                  <a:tcPr/>
                </a:tc>
                <a:tc>
                  <a:txBody>
                    <a:bodyPr/>
                    <a:lstStyle/>
                    <a:p>
                      <a:pPr algn="ctr"/>
                      <a:r>
                        <a:rPr lang="en-US" dirty="0"/>
                        <a:t>2025</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(Nominal GDP)</a:t>
                      </a:r>
                    </a:p>
                  </a:txBody>
                  <a:tcPr/>
                </a:tc>
                <a:tc>
                  <a:txBody>
                    <a:bodyPr/>
                    <a:lstStyle/>
                    <a:p>
                      <a:pPr algn="ctr"/>
                      <a:r>
                        <a:rPr lang="en-US" dirty="0"/>
                        <a:t>2050</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(Nominal GDP)</a:t>
                      </a:r>
                    </a:p>
                  </a:txBody>
                  <a:tcPr/>
                </a:tc>
                <a:extLst>
                  <a:ext uri="{0D108BD9-81ED-4DB2-BD59-A6C34878D82A}">
                    <a16:rowId xmlns:a16="http://schemas.microsoft.com/office/drawing/2014/main" val="2199728830"/>
                  </a:ext>
                </a:extLst>
              </a:tr>
              <a:tr h="632579">
                <a:tc>
                  <a:txBody>
                    <a:bodyPr/>
                    <a:lstStyle/>
                    <a:p>
                      <a:r>
                        <a:rPr lang="en-US" sz="2400" dirty="0"/>
                        <a:t>UK</a:t>
                      </a:r>
                    </a:p>
                  </a:txBody>
                  <a:tcPr/>
                </a:tc>
                <a:tc>
                  <a:txBody>
                    <a:bodyPr/>
                    <a:lstStyle/>
                    <a:p>
                      <a:r>
                        <a:rPr lang="en-US" dirty="0"/>
                        <a:t>$1.15 Trillion</a:t>
                      </a:r>
                    </a:p>
                  </a:txBody>
                  <a:tcPr/>
                </a:tc>
                <a:tc>
                  <a:txBody>
                    <a:bodyPr/>
                    <a:lstStyle/>
                    <a:p>
                      <a:r>
                        <a:rPr lang="en-US" dirty="0"/>
                        <a:t>$3.8 Trillion</a:t>
                      </a:r>
                    </a:p>
                  </a:txBody>
                  <a:tcPr/>
                </a:tc>
                <a:tc>
                  <a:txBody>
                    <a:bodyPr/>
                    <a:lstStyle/>
                    <a:p>
                      <a:r>
                        <a:rPr lang="en-US" dirty="0"/>
                        <a:t>$5.3 Trillion</a:t>
                      </a:r>
                    </a:p>
                  </a:txBody>
                  <a:tcPr/>
                </a:tc>
                <a:extLst>
                  <a:ext uri="{0D108BD9-81ED-4DB2-BD59-A6C34878D82A}">
                    <a16:rowId xmlns:a16="http://schemas.microsoft.com/office/drawing/2014/main" val="1079641524"/>
                  </a:ext>
                </a:extLst>
              </a:tr>
              <a:tr h="632579">
                <a:tc>
                  <a:txBody>
                    <a:bodyPr/>
                    <a:lstStyle/>
                    <a:p>
                      <a:r>
                        <a:rPr lang="en-US" sz="2400" dirty="0"/>
                        <a:t>India</a:t>
                      </a:r>
                    </a:p>
                  </a:txBody>
                  <a:tcPr/>
                </a:tc>
                <a:tc>
                  <a:txBody>
                    <a:bodyPr/>
                    <a:lstStyle/>
                    <a:p>
                      <a:r>
                        <a:rPr lang="en-US" dirty="0"/>
                        <a:t>$320 Billion</a:t>
                      </a:r>
                    </a:p>
                  </a:txBody>
                  <a:tcPr/>
                </a:tc>
                <a:tc>
                  <a:txBody>
                    <a:bodyPr/>
                    <a:lstStyle/>
                    <a:p>
                      <a:r>
                        <a:rPr lang="en-US" dirty="0"/>
                        <a:t>$4.2 Trillion</a:t>
                      </a:r>
                    </a:p>
                  </a:txBody>
                  <a:tcPr/>
                </a:tc>
                <a:tc>
                  <a:txBody>
                    <a:bodyPr/>
                    <a:lstStyle/>
                    <a:p>
                      <a:r>
                        <a:rPr lang="en-US" dirty="0"/>
                        <a:t>$25 to $30 Trillion</a:t>
                      </a:r>
                    </a:p>
                  </a:txBody>
                  <a:tcPr/>
                </a:tc>
                <a:extLst>
                  <a:ext uri="{0D108BD9-81ED-4DB2-BD59-A6C34878D82A}">
                    <a16:rowId xmlns:a16="http://schemas.microsoft.com/office/drawing/2014/main" val="2630484916"/>
                  </a:ext>
                </a:extLst>
              </a:tr>
            </a:tbl>
          </a:graphicData>
        </a:graphic>
      </p:graphicFrame>
      <p:sp>
        <p:nvSpPr>
          <p:cNvPr id="4" name="TextBox 3">
            <a:extLst>
              <a:ext uri="{FF2B5EF4-FFF2-40B4-BE49-F238E27FC236}">
                <a16:creationId xmlns:a16="http://schemas.microsoft.com/office/drawing/2014/main" id="{D042C860-B321-07ED-2089-3384BC9D480C}"/>
              </a:ext>
            </a:extLst>
          </p:cNvPr>
          <p:cNvSpPr txBox="1"/>
          <p:nvPr/>
        </p:nvSpPr>
        <p:spPr>
          <a:xfrm>
            <a:off x="57474" y="6105583"/>
            <a:ext cx="7456080" cy="369332"/>
          </a:xfrm>
          <a:prstGeom prst="rect">
            <a:avLst/>
          </a:prstGeom>
          <a:noFill/>
        </p:spPr>
        <p:txBody>
          <a:bodyPr wrap="none" rtlCol="0">
            <a:spAutoFit/>
          </a:bodyPr>
          <a:lstStyle/>
          <a:p>
            <a:r>
              <a:rPr lang="en-US" dirty="0"/>
              <a:t>Note:  In 1600 China (29%) and India (23%) constituted 50% of World GDP</a:t>
            </a:r>
          </a:p>
        </p:txBody>
      </p:sp>
    </p:spTree>
    <p:extLst>
      <p:ext uri="{BB962C8B-B14F-4D97-AF65-F5344CB8AC3E}">
        <p14:creationId xmlns:p14="http://schemas.microsoft.com/office/powerpoint/2010/main" val="3878094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6B2F57-8862-BB3E-6F1D-69FF45D8DC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F33195-A8A3-0D8D-D5C9-4E496411BC2E}"/>
              </a:ext>
            </a:extLst>
          </p:cNvPr>
          <p:cNvSpPr>
            <a:spLocks noGrp="1"/>
          </p:cNvSpPr>
          <p:nvPr>
            <p:ph type="ctrTitle"/>
          </p:nvPr>
        </p:nvSpPr>
        <p:spPr>
          <a:xfrm>
            <a:off x="263047" y="1088571"/>
            <a:ext cx="10860065" cy="2774393"/>
          </a:xfrm>
        </p:spPr>
        <p:txBody>
          <a:bodyPr>
            <a:normAutofit/>
          </a:bodyPr>
          <a:lstStyle/>
          <a:p>
            <a:pPr algn="l"/>
            <a:r>
              <a:rPr lang="en-US" sz="4600" dirty="0"/>
              <a:t>Core Banking Platform Engineering – Security  Architecture </a:t>
            </a:r>
          </a:p>
        </p:txBody>
      </p:sp>
    </p:spTree>
    <p:extLst>
      <p:ext uri="{BB962C8B-B14F-4D97-AF65-F5344CB8AC3E}">
        <p14:creationId xmlns:p14="http://schemas.microsoft.com/office/powerpoint/2010/main" val="22068198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AE61C4-72CC-0F11-86C4-D8AFBCEC19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016E38-742B-DAA0-D186-D6B502911ADE}"/>
              </a:ext>
            </a:extLst>
          </p:cNvPr>
          <p:cNvSpPr>
            <a:spLocks noGrp="1"/>
          </p:cNvSpPr>
          <p:nvPr>
            <p:ph type="ctrTitle"/>
          </p:nvPr>
        </p:nvSpPr>
        <p:spPr>
          <a:xfrm>
            <a:off x="162838" y="-409070"/>
            <a:ext cx="10860065" cy="1354004"/>
          </a:xfrm>
        </p:spPr>
        <p:txBody>
          <a:bodyPr>
            <a:normAutofit/>
          </a:bodyPr>
          <a:lstStyle/>
          <a:p>
            <a:pPr algn="l"/>
            <a:r>
              <a:rPr lang="en-US" sz="4600" dirty="0"/>
              <a:t>Security Architecture – Topics Covered</a:t>
            </a:r>
          </a:p>
        </p:txBody>
      </p:sp>
      <p:sp>
        <p:nvSpPr>
          <p:cNvPr id="3" name="TextBox 2">
            <a:extLst>
              <a:ext uri="{FF2B5EF4-FFF2-40B4-BE49-F238E27FC236}">
                <a16:creationId xmlns:a16="http://schemas.microsoft.com/office/drawing/2014/main" id="{4CB27F8D-1591-2D16-90A0-A87EFE6239E2}"/>
              </a:ext>
            </a:extLst>
          </p:cNvPr>
          <p:cNvSpPr txBox="1"/>
          <p:nvPr/>
        </p:nvSpPr>
        <p:spPr>
          <a:xfrm>
            <a:off x="432147" y="1205157"/>
            <a:ext cx="8323546" cy="2862322"/>
          </a:xfrm>
          <a:prstGeom prst="rect">
            <a:avLst/>
          </a:prstGeom>
          <a:noFill/>
        </p:spPr>
        <p:txBody>
          <a:bodyPr wrap="square" rtlCol="0">
            <a:spAutoFit/>
          </a:bodyPr>
          <a:lstStyle/>
          <a:p>
            <a:pPr marL="285750" indent="-285750">
              <a:buFont typeface="Arial" panose="020B0604020202020204" pitchFamily="34" charset="0"/>
              <a:buChar char="•"/>
            </a:pPr>
            <a:r>
              <a:rPr lang="en-US" b="1" dirty="0"/>
              <a:t>Authentication</a:t>
            </a:r>
          </a:p>
          <a:p>
            <a:pPr marL="285750" indent="-285750">
              <a:buFont typeface="Arial" panose="020B0604020202020204" pitchFamily="34" charset="0"/>
              <a:buChar char="•"/>
            </a:pPr>
            <a:r>
              <a:rPr lang="en-US" b="1" dirty="0"/>
              <a:t>Authorization</a:t>
            </a:r>
          </a:p>
          <a:p>
            <a:pPr marL="285750" indent="-285750">
              <a:buFont typeface="Arial" panose="020B0604020202020204" pitchFamily="34" charset="0"/>
              <a:buChar char="•"/>
            </a:pPr>
            <a:r>
              <a:rPr lang="en-US" b="1" dirty="0"/>
              <a:t>Encryption</a:t>
            </a:r>
          </a:p>
          <a:p>
            <a:pPr marL="285750" indent="-285750">
              <a:buFont typeface="Arial" panose="020B0604020202020204" pitchFamily="34" charset="0"/>
              <a:buChar char="•"/>
            </a:pPr>
            <a:r>
              <a:rPr lang="en-US" b="1" dirty="0"/>
              <a:t>Masking</a:t>
            </a:r>
          </a:p>
          <a:p>
            <a:pPr marL="285750" indent="-285750">
              <a:buFont typeface="Arial" panose="020B0604020202020204" pitchFamily="34" charset="0"/>
              <a:buChar char="•"/>
            </a:pPr>
            <a:r>
              <a:rPr lang="en-US" b="1" dirty="0"/>
              <a:t>Security Scanning and Testing</a:t>
            </a:r>
          </a:p>
          <a:p>
            <a:pPr marL="285750" indent="-285750">
              <a:buFont typeface="Arial" panose="020B0604020202020204" pitchFamily="34" charset="0"/>
              <a:buChar char="•"/>
            </a:pPr>
            <a:r>
              <a:rPr lang="en-US" b="1" dirty="0"/>
              <a:t>Industry Standards</a:t>
            </a:r>
          </a:p>
          <a:p>
            <a:pPr marL="1200150" lvl="2" indent="-285750">
              <a:buFont typeface="Arial" panose="020B0604020202020204" pitchFamily="34" charset="0"/>
              <a:buChar char="•"/>
            </a:pPr>
            <a:endParaRPr lang="en-US" b="1" dirty="0"/>
          </a:p>
          <a:p>
            <a:pPr marL="742950" lvl="1" indent="-285750">
              <a:buFont typeface="Arial" panose="020B0604020202020204" pitchFamily="34" charset="0"/>
              <a:buChar char="•"/>
            </a:pPr>
            <a:endParaRPr lang="en-US" dirty="0"/>
          </a:p>
          <a:p>
            <a:pPr marL="742950" lvl="1" indent="-285750">
              <a:buFont typeface="Arial" panose="020B0604020202020204" pitchFamily="34" charset="0"/>
              <a:buChar char="•"/>
            </a:pPr>
            <a:endParaRPr lang="en-US" dirty="0"/>
          </a:p>
          <a:p>
            <a:pPr marL="742950" lvl="1" indent="-285750">
              <a:buFont typeface="Arial" panose="020B0604020202020204" pitchFamily="34" charset="0"/>
              <a:buChar char="•"/>
            </a:pPr>
            <a:endParaRPr lang="en-US" dirty="0"/>
          </a:p>
        </p:txBody>
      </p:sp>
    </p:spTree>
    <p:extLst>
      <p:ext uri="{BB962C8B-B14F-4D97-AF65-F5344CB8AC3E}">
        <p14:creationId xmlns:p14="http://schemas.microsoft.com/office/powerpoint/2010/main" val="16185391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25FC56-4B58-8C37-5706-02CD1FFD16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801F91-B032-B765-3E2D-FB37A38FE70C}"/>
              </a:ext>
            </a:extLst>
          </p:cNvPr>
          <p:cNvSpPr>
            <a:spLocks noGrp="1"/>
          </p:cNvSpPr>
          <p:nvPr>
            <p:ph type="ctrTitle"/>
          </p:nvPr>
        </p:nvSpPr>
        <p:spPr>
          <a:xfrm>
            <a:off x="1269838" y="488407"/>
            <a:ext cx="9652323" cy="2774393"/>
          </a:xfrm>
        </p:spPr>
        <p:txBody>
          <a:bodyPr>
            <a:normAutofit/>
          </a:bodyPr>
          <a:lstStyle/>
          <a:p>
            <a:pPr algn="l"/>
            <a:r>
              <a:rPr lang="en-US" sz="4600" dirty="0"/>
              <a:t>Authentication </a:t>
            </a:r>
          </a:p>
        </p:txBody>
      </p:sp>
    </p:spTree>
    <p:extLst>
      <p:ext uri="{BB962C8B-B14F-4D97-AF65-F5344CB8AC3E}">
        <p14:creationId xmlns:p14="http://schemas.microsoft.com/office/powerpoint/2010/main" val="24804285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320073-E689-871A-3817-0AC59B83F572}"/>
              </a:ext>
            </a:extLst>
          </p:cNvPr>
          <p:cNvSpPr>
            <a:spLocks noGrp="1"/>
          </p:cNvSpPr>
          <p:nvPr>
            <p:ph type="title"/>
          </p:nvPr>
        </p:nvSpPr>
        <p:spPr>
          <a:xfrm>
            <a:off x="614677" y="603504"/>
            <a:ext cx="10872216" cy="1527048"/>
          </a:xfrm>
        </p:spPr>
        <p:txBody>
          <a:bodyPr vert="horz" lIns="91440" tIns="45720" rIns="91440" bIns="45720" rtlCol="0" anchor="b">
            <a:normAutofit/>
          </a:bodyPr>
          <a:lstStyle/>
          <a:p>
            <a:r>
              <a:rPr lang="en-US" sz="3600" b="1" kern="1200" dirty="0">
                <a:solidFill>
                  <a:schemeClr val="tx1"/>
                </a:solidFill>
                <a:latin typeface="+mj-lt"/>
                <a:ea typeface="+mj-ea"/>
                <a:cs typeface="+mj-cs"/>
              </a:rPr>
              <a:t>Authentication Overview</a:t>
            </a:r>
          </a:p>
        </p:txBody>
      </p:sp>
      <p:pic>
        <p:nvPicPr>
          <p:cNvPr id="5" name="Content Placeholder 4" descr="Digital security concept 3d">
            <a:extLst>
              <a:ext uri="{FF2B5EF4-FFF2-40B4-BE49-F238E27FC236}">
                <a16:creationId xmlns:a16="http://schemas.microsoft.com/office/drawing/2014/main" id="{462ACCB3-DB43-45DA-9927-9CE454B7B9C5}"/>
              </a:ext>
            </a:extLst>
          </p:cNvPr>
          <p:cNvPicPr>
            <a:picLocks noGrp="1" noChangeAspect="1"/>
          </p:cNvPicPr>
          <p:nvPr>
            <p:ph sz="half" idx="1"/>
          </p:nvPr>
        </p:nvPicPr>
        <p:blipFill>
          <a:blip r:embed="rId3"/>
          <a:stretch>
            <a:fillRect/>
          </a:stretch>
        </p:blipFill>
        <p:spPr>
          <a:xfrm>
            <a:off x="614678" y="2441274"/>
            <a:ext cx="5090588" cy="3817941"/>
          </a:xfrm>
          <a:prstGeom prst="rect">
            <a:avLst/>
          </a:prstGeom>
        </p:spPr>
      </p:pic>
      <p:sp>
        <p:nvSpPr>
          <p:cNvPr id="4" name="Content Placeholder 3">
            <a:extLst>
              <a:ext uri="{FF2B5EF4-FFF2-40B4-BE49-F238E27FC236}">
                <a16:creationId xmlns:a16="http://schemas.microsoft.com/office/drawing/2014/main" id="{C26DE7EE-CF5A-E6B4-1CFA-80F4704AD1E5}"/>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2441273"/>
            <a:ext cx="5385816" cy="3817942"/>
          </a:xfrm>
        </p:spPr>
        <p:txBody>
          <a:bodyPr>
            <a:normAutofit/>
          </a:bodyPr>
          <a:lstStyle/>
          <a:p>
            <a:pPr marL="0" indent="0">
              <a:spcBef>
                <a:spcPts val="2500"/>
              </a:spcBef>
              <a:buFont typeface="Arial" panose="020B0604020202020204" pitchFamily="34" charset="0"/>
              <a:buNone/>
            </a:pPr>
            <a:r>
              <a:rPr lang="en-US" sz="1400" b="1" dirty="0"/>
              <a:t>Identity Verification</a:t>
            </a:r>
          </a:p>
          <a:p>
            <a:pPr marL="0" lvl="1" indent="0">
              <a:buFont typeface="Arial" panose="020B0604020202020204" pitchFamily="34" charset="0"/>
              <a:buNone/>
            </a:pPr>
            <a:r>
              <a:rPr lang="en-US" sz="1400" dirty="0"/>
              <a:t>Authentication ensures users are who they claim to be before accessing sensitive systems or data.</a:t>
            </a:r>
          </a:p>
          <a:p>
            <a:pPr marL="0" indent="0">
              <a:spcBef>
                <a:spcPts val="2500"/>
              </a:spcBef>
              <a:buFont typeface="Arial" panose="020B0604020202020204" pitchFamily="34" charset="0"/>
              <a:buNone/>
            </a:pPr>
            <a:r>
              <a:rPr lang="en-US" sz="1400" b="1" dirty="0"/>
              <a:t>Common Authentication Methods</a:t>
            </a:r>
          </a:p>
          <a:p>
            <a:pPr marL="0" lvl="1" indent="0">
              <a:buFont typeface="Arial" panose="020B0604020202020204" pitchFamily="34" charset="0"/>
              <a:buNone/>
            </a:pPr>
            <a:r>
              <a:rPr lang="en-US" sz="1400" dirty="0"/>
              <a:t>Passwords, biometrics, and multi-factor authentication are widely used to confirm user identities securely.</a:t>
            </a:r>
          </a:p>
          <a:p>
            <a:pPr marL="0" indent="0">
              <a:spcBef>
                <a:spcPts val="2500"/>
              </a:spcBef>
              <a:buFont typeface="Arial" panose="020B0604020202020204" pitchFamily="34" charset="0"/>
              <a:buNone/>
            </a:pPr>
            <a:r>
              <a:rPr lang="en-US" sz="1400" b="1" dirty="0"/>
              <a:t>Importance</a:t>
            </a:r>
          </a:p>
          <a:p>
            <a:pPr marL="0" lvl="1" indent="0">
              <a:buFont typeface="Arial" panose="020B0604020202020204" pitchFamily="34" charset="0"/>
              <a:buNone/>
            </a:pPr>
            <a:r>
              <a:rPr lang="en-US" sz="1400" dirty="0"/>
              <a:t>Strong authentication is essential for protecting sensitive data and preventing unauthorized access in digital environments.</a:t>
            </a:r>
          </a:p>
        </p:txBody>
      </p:sp>
    </p:spTree>
    <p:extLst>
      <p:ext uri="{BB962C8B-B14F-4D97-AF65-F5344CB8AC3E}">
        <p14:creationId xmlns:p14="http://schemas.microsoft.com/office/powerpoint/2010/main" val="3013059403"/>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A95D65-0509-48C9-01CD-D4D4C5CF3D47}"/>
              </a:ext>
            </a:extLst>
          </p:cNvPr>
          <p:cNvSpPr>
            <a:spLocks noGrp="1"/>
          </p:cNvSpPr>
          <p:nvPr>
            <p:ph type="title"/>
          </p:nvPr>
        </p:nvSpPr>
        <p:spPr>
          <a:xfrm>
            <a:off x="612648" y="4012141"/>
            <a:ext cx="4781603" cy="2332799"/>
          </a:xfrm>
        </p:spPr>
        <p:txBody>
          <a:bodyPr vert="horz" lIns="91440" tIns="45720" rIns="91440" bIns="45720" rtlCol="0" anchor="t">
            <a:normAutofit/>
          </a:bodyPr>
          <a:lstStyle/>
          <a:p>
            <a:r>
              <a:rPr lang="en-US" sz="3600" b="1" kern="1200" dirty="0">
                <a:solidFill>
                  <a:schemeClr val="tx1"/>
                </a:solidFill>
                <a:latin typeface="+mj-lt"/>
                <a:ea typeface="+mj-ea"/>
                <a:cs typeface="+mj-cs"/>
              </a:rPr>
              <a:t>Authentication – Single Factor and Multi Factor</a:t>
            </a:r>
          </a:p>
        </p:txBody>
      </p:sp>
      <p:pic>
        <p:nvPicPr>
          <p:cNvPr id="5" name="Content Placeholder 4" descr="Close up mobile security smartphone fingerprint scanning">
            <a:extLst>
              <a:ext uri="{FF2B5EF4-FFF2-40B4-BE49-F238E27FC236}">
                <a16:creationId xmlns:a16="http://schemas.microsoft.com/office/drawing/2014/main" id="{FBCC362D-C042-4583-84E8-4223C45CCD78}"/>
              </a:ext>
            </a:extLst>
          </p:cNvPr>
          <p:cNvPicPr>
            <a:picLocks noGrp="1" noChangeAspect="1"/>
          </p:cNvPicPr>
          <p:nvPr>
            <p:ph sz="half" idx="1"/>
          </p:nvPr>
        </p:nvPicPr>
        <p:blipFill>
          <a:blip r:embed="rId3"/>
          <a:srcRect t="1295" r="3" b="3"/>
          <a:stretch>
            <a:fillRect/>
          </a:stretch>
        </p:blipFill>
        <p:spPr>
          <a:xfrm>
            <a:off x="713615" y="681318"/>
            <a:ext cx="4680637" cy="3083858"/>
          </a:xfrm>
          <a:prstGeom prst="rect">
            <a:avLst/>
          </a:prstGeom>
        </p:spPr>
      </p:pic>
      <p:sp>
        <p:nvSpPr>
          <p:cNvPr id="4" name="Content Placeholder 3">
            <a:extLst>
              <a:ext uri="{FF2B5EF4-FFF2-40B4-BE49-F238E27FC236}">
                <a16:creationId xmlns:a16="http://schemas.microsoft.com/office/drawing/2014/main" id="{D3596CC4-629B-1B1E-D349-5468587E956A}"/>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30550" y="548639"/>
            <a:ext cx="5548802" cy="5796301"/>
          </a:xfrm>
        </p:spPr>
        <p:txBody>
          <a:bodyPr>
            <a:normAutofit/>
          </a:bodyPr>
          <a:lstStyle/>
          <a:p>
            <a:pPr marL="0" indent="0">
              <a:spcBef>
                <a:spcPts val="2500"/>
              </a:spcBef>
              <a:buFont typeface="Arial" panose="020B0604020202020204" pitchFamily="34" charset="0"/>
              <a:buNone/>
            </a:pPr>
            <a:r>
              <a:rPr lang="en-US" sz="1400" b="1" dirty="0"/>
              <a:t>Single Factor Authentication</a:t>
            </a:r>
          </a:p>
          <a:p>
            <a:pPr marL="0" lvl="1" indent="0">
              <a:buFont typeface="Arial" panose="020B0604020202020204" pitchFamily="34" charset="0"/>
              <a:buNone/>
            </a:pPr>
            <a:r>
              <a:rPr lang="en-US" sz="1400" dirty="0"/>
              <a:t>Single factor authentication relies on one credential, usually a password, for identity verification. This method is simple but less secure.</a:t>
            </a:r>
          </a:p>
          <a:p>
            <a:pPr marL="0" indent="0">
              <a:spcBef>
                <a:spcPts val="2500"/>
              </a:spcBef>
              <a:buFont typeface="Arial" panose="020B0604020202020204" pitchFamily="34" charset="0"/>
              <a:buNone/>
            </a:pPr>
            <a:r>
              <a:rPr lang="en-US" sz="1400" b="1" dirty="0"/>
              <a:t>Multi Factor Authentication</a:t>
            </a:r>
          </a:p>
          <a:p>
            <a:pPr marL="0" lvl="1" indent="0">
              <a:buFont typeface="Arial" panose="020B0604020202020204" pitchFamily="34" charset="0"/>
              <a:buNone/>
            </a:pPr>
            <a:r>
              <a:rPr lang="en-US" sz="1400" dirty="0"/>
              <a:t>Multi factor authentication uses two or more factors, such as passwords, biometrics, or tokens, to enhance security and prevent unauthorized access.</a:t>
            </a:r>
          </a:p>
          <a:p>
            <a:pPr marL="0" indent="0">
              <a:spcBef>
                <a:spcPts val="2500"/>
              </a:spcBef>
              <a:buFont typeface="Arial" panose="020B0604020202020204" pitchFamily="34" charset="0"/>
              <a:buNone/>
            </a:pPr>
            <a:r>
              <a:rPr lang="en-US" sz="1400" b="1" dirty="0"/>
              <a:t>Security Comparison</a:t>
            </a:r>
          </a:p>
          <a:p>
            <a:pPr marL="0" lvl="1" indent="0">
              <a:buFont typeface="Arial" panose="020B0604020202020204" pitchFamily="34" charset="0"/>
              <a:buNone/>
            </a:pPr>
            <a:r>
              <a:rPr lang="en-US" sz="1400" dirty="0"/>
              <a:t>While single factor authentication is straightforward, multi factor offers stronger protection, especially for sensitive accounts and data.</a:t>
            </a:r>
          </a:p>
        </p:txBody>
      </p:sp>
    </p:spTree>
    <p:extLst>
      <p:ext uri="{BB962C8B-B14F-4D97-AF65-F5344CB8AC3E}">
        <p14:creationId xmlns:p14="http://schemas.microsoft.com/office/powerpoint/2010/main" val="89963021"/>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3E2F2D-1144-F1FB-9F58-2A84C494881A}"/>
              </a:ext>
            </a:extLst>
          </p:cNvPr>
          <p:cNvSpPr>
            <a:spLocks noGrp="1"/>
          </p:cNvSpPr>
          <p:nvPr>
            <p:ph type="title"/>
          </p:nvPr>
        </p:nvSpPr>
        <p:spPr>
          <a:xfrm>
            <a:off x="5568534" y="603504"/>
            <a:ext cx="5916169" cy="1527048"/>
          </a:xfrm>
        </p:spPr>
        <p:txBody>
          <a:bodyPr vert="horz" lIns="91440" tIns="45720" rIns="91440" bIns="45720" rtlCol="0" anchor="b">
            <a:normAutofit/>
          </a:bodyPr>
          <a:lstStyle/>
          <a:p>
            <a:r>
              <a:rPr lang="en-US" sz="3600" b="1" kern="1200" dirty="0">
                <a:solidFill>
                  <a:schemeClr val="tx1"/>
                </a:solidFill>
                <a:latin typeface="+mj-lt"/>
                <a:ea typeface="+mj-ea"/>
                <a:cs typeface="+mj-cs"/>
              </a:rPr>
              <a:t>Authentication Approaches</a:t>
            </a:r>
          </a:p>
        </p:txBody>
      </p:sp>
      <p:pic>
        <p:nvPicPr>
          <p:cNvPr id="5" name="Content Placeholder 4" descr="hand holding the phone and entering the PIN code of fingerprint">
            <a:extLst>
              <a:ext uri="{FF2B5EF4-FFF2-40B4-BE49-F238E27FC236}">
                <a16:creationId xmlns:a16="http://schemas.microsoft.com/office/drawing/2014/main" id="{AE7803FB-7098-43F5-BB53-3B99799FDA5B}"/>
              </a:ext>
            </a:extLst>
          </p:cNvPr>
          <p:cNvPicPr>
            <a:picLocks noGrp="1" noChangeAspect="1"/>
          </p:cNvPicPr>
          <p:nvPr>
            <p:ph sz="half" idx="1"/>
          </p:nvPr>
        </p:nvPicPr>
        <p:blipFill>
          <a:blip r:embed="rId3"/>
          <a:srcRect r="2" b="6775"/>
          <a:stretch>
            <a:fillRect/>
          </a:stretch>
        </p:blipFill>
        <p:spPr>
          <a:xfrm>
            <a:off x="20" y="10"/>
            <a:ext cx="4910308" cy="6857990"/>
          </a:xfrm>
          <a:prstGeom prst="rect">
            <a:avLst/>
          </a:prstGeom>
        </p:spPr>
      </p:pic>
      <p:sp>
        <p:nvSpPr>
          <p:cNvPr id="4" name="Content Placeholder 3">
            <a:extLst>
              <a:ext uri="{FF2B5EF4-FFF2-40B4-BE49-F238E27FC236}">
                <a16:creationId xmlns:a16="http://schemas.microsoft.com/office/drawing/2014/main" id="{72FCAC23-F2D6-4D0E-EDC5-5B0DE52AE9EA}"/>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68533" y="2214282"/>
            <a:ext cx="5916169" cy="4095078"/>
          </a:xfrm>
        </p:spPr>
        <p:txBody>
          <a:bodyPr>
            <a:normAutofit/>
          </a:bodyPr>
          <a:lstStyle/>
          <a:p>
            <a:pPr marL="0" indent="0">
              <a:spcBef>
                <a:spcPts val="2500"/>
              </a:spcBef>
              <a:buFont typeface="Arial" panose="020B0604020202020204" pitchFamily="34" charset="0"/>
              <a:buNone/>
            </a:pPr>
            <a:r>
              <a:rPr lang="en-US" sz="1400" b="1" dirty="0"/>
              <a:t>Multi-Factor Authentication</a:t>
            </a:r>
          </a:p>
          <a:p>
            <a:pPr marL="0" lvl="1" indent="0">
              <a:buFont typeface="Arial" panose="020B0604020202020204" pitchFamily="34" charset="0"/>
              <a:buNone/>
            </a:pPr>
            <a:r>
              <a:rPr lang="en-US" sz="1400" dirty="0"/>
              <a:t>Multi-factor authentication uses a combination of factors such as passwords, devices, or biometrics to enhance security.</a:t>
            </a:r>
          </a:p>
          <a:p>
            <a:pPr marL="0" indent="0">
              <a:spcBef>
                <a:spcPts val="2500"/>
              </a:spcBef>
              <a:buFont typeface="Arial" panose="020B0604020202020204" pitchFamily="34" charset="0"/>
              <a:buNone/>
            </a:pPr>
            <a:r>
              <a:rPr lang="en-US" sz="1400" b="1" dirty="0"/>
              <a:t>Biometric Authentication</a:t>
            </a:r>
          </a:p>
          <a:p>
            <a:pPr marL="0" lvl="1" indent="0">
              <a:buFont typeface="Arial" panose="020B0604020202020204" pitchFamily="34" charset="0"/>
              <a:buNone/>
            </a:pPr>
            <a:r>
              <a:rPr lang="en-US" sz="1400" dirty="0"/>
              <a:t>Biometric authentication verifies identity with physical traits like fingerprints or facial recognition, offering enhanced convenience and security.</a:t>
            </a:r>
          </a:p>
          <a:p>
            <a:pPr marL="0" indent="0">
              <a:spcBef>
                <a:spcPts val="2500"/>
              </a:spcBef>
              <a:buFont typeface="Arial" panose="020B0604020202020204" pitchFamily="34" charset="0"/>
              <a:buNone/>
            </a:pPr>
            <a:r>
              <a:rPr lang="en-US" sz="1400" b="1" dirty="0"/>
              <a:t>Passwordless Authentication</a:t>
            </a:r>
          </a:p>
          <a:p>
            <a:pPr marL="0" lvl="1" indent="0">
              <a:buFont typeface="Arial" panose="020B0604020202020204" pitchFamily="34" charset="0"/>
              <a:buNone/>
            </a:pPr>
            <a:r>
              <a:rPr lang="en-US" sz="1400" dirty="0"/>
              <a:t>Passwordless authentication uses methods like one-time codes or push notifications for secure and user-friendly login experiences.</a:t>
            </a:r>
          </a:p>
        </p:txBody>
      </p:sp>
    </p:spTree>
    <p:extLst>
      <p:ext uri="{BB962C8B-B14F-4D97-AF65-F5344CB8AC3E}">
        <p14:creationId xmlns:p14="http://schemas.microsoft.com/office/powerpoint/2010/main" val="1490915126"/>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E4DD02-828B-C742-9593-50A5CEFDD5F0}"/>
              </a:ext>
            </a:extLst>
          </p:cNvPr>
          <p:cNvSpPr>
            <a:spLocks noGrp="1"/>
          </p:cNvSpPr>
          <p:nvPr>
            <p:ph type="title"/>
          </p:nvPr>
        </p:nvSpPr>
        <p:spPr>
          <a:xfrm>
            <a:off x="220893" y="-440762"/>
            <a:ext cx="5334197" cy="1708242"/>
          </a:xfrm>
        </p:spPr>
        <p:txBody>
          <a:bodyPr vert="horz" lIns="91440" tIns="45720" rIns="91440" bIns="45720" rtlCol="0" anchor="ctr">
            <a:normAutofit/>
          </a:bodyPr>
          <a:lstStyle/>
          <a:p>
            <a:r>
              <a:rPr lang="en-US" sz="4000" b="1" dirty="0"/>
              <a:t>JWT Token</a:t>
            </a:r>
          </a:p>
        </p:txBody>
      </p:sp>
      <p:pic>
        <p:nvPicPr>
          <p:cNvPr id="5" name="Content Placeholder 4" descr="Abstract Digital concept which shows network security optimisation and internet technology  ">
            <a:extLst>
              <a:ext uri="{FF2B5EF4-FFF2-40B4-BE49-F238E27FC236}">
                <a16:creationId xmlns:a16="http://schemas.microsoft.com/office/drawing/2014/main" id="{8B04E1F1-3D5A-4A8D-B7B5-0E68A7DE79D1}"/>
              </a:ext>
            </a:extLst>
          </p:cNvPr>
          <p:cNvPicPr>
            <a:picLocks noGrp="1" noChangeAspect="1"/>
          </p:cNvPicPr>
          <p:nvPr>
            <p:ph sz="half" idx="1"/>
          </p:nvPr>
        </p:nvPicPr>
        <p:blipFill>
          <a:blip r:embed="rId3"/>
          <a:srcRect l="10475" r="31281" b="-1"/>
          <a:stretch>
            <a:fillRect/>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sp>
        <p:nvSpPr>
          <p:cNvPr id="4" name="Content Placeholder 3">
            <a:extLst>
              <a:ext uri="{FF2B5EF4-FFF2-40B4-BE49-F238E27FC236}">
                <a16:creationId xmlns:a16="http://schemas.microsoft.com/office/drawing/2014/main" id="{7DCD21F8-E2BE-F868-F224-D29DD247AD7B}"/>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220894" y="826718"/>
            <a:ext cx="6330218" cy="6031282"/>
          </a:xfrm>
        </p:spPr>
        <p:txBody>
          <a:bodyPr>
            <a:normAutofit/>
          </a:bodyPr>
          <a:lstStyle/>
          <a:p>
            <a:pPr marL="0" indent="0">
              <a:spcBef>
                <a:spcPts val="2500"/>
              </a:spcBef>
              <a:buFont typeface="Arial" panose="020B0604020202020204" pitchFamily="34" charset="0"/>
              <a:buNone/>
            </a:pPr>
            <a:r>
              <a:rPr lang="en-US" sz="1400" b="1" dirty="0"/>
              <a:t>Secure Information Transmission</a:t>
            </a:r>
          </a:p>
          <a:p>
            <a:pPr marL="0" lvl="1" indent="0">
              <a:buFont typeface="Arial" panose="020B0604020202020204" pitchFamily="34" charset="0"/>
              <a:buNone/>
            </a:pPr>
            <a:r>
              <a:rPr lang="en-US" sz="1400" dirty="0"/>
              <a:t>JWT (JSON Web Token) enables secure data exchange between parties by encapsulating information in a digitally signed JSON object.</a:t>
            </a:r>
          </a:p>
          <a:p>
            <a:pPr marL="0" indent="0">
              <a:spcBef>
                <a:spcPts val="2500"/>
              </a:spcBef>
              <a:buFont typeface="Arial" panose="020B0604020202020204" pitchFamily="34" charset="0"/>
              <a:buNone/>
            </a:pPr>
            <a:r>
              <a:rPr lang="en-US" sz="1400" b="1" dirty="0"/>
              <a:t>User Authentication Process </a:t>
            </a:r>
          </a:p>
          <a:p>
            <a:pPr marL="0" marR="0" lvl="1" indent="0" fontAlgn="auto">
              <a:spcAft>
                <a:spcPts val="0"/>
              </a:spcAft>
              <a:buClrTx/>
              <a:buSzTx/>
              <a:buNone/>
              <a:tabLst/>
              <a:defRPr/>
            </a:pPr>
            <a:r>
              <a:rPr lang="en-US" sz="1400" dirty="0"/>
              <a:t>After authentication, a JWT is generated and sent to the client, who uses it in future requests</a:t>
            </a:r>
          </a:p>
          <a:p>
            <a:pPr marL="0" lvl="1" indent="0">
              <a:buNone/>
            </a:pPr>
            <a:endParaRPr lang="en-US" sz="1400" dirty="0"/>
          </a:p>
          <a:p>
            <a:pPr marL="0" lvl="1" indent="0">
              <a:buNone/>
            </a:pPr>
            <a:r>
              <a:rPr lang="en-US" sz="1400" b="1" dirty="0"/>
              <a:t>Stateless Identify Verification</a:t>
            </a:r>
            <a:endParaRPr lang="en-US" sz="1400" dirty="0"/>
          </a:p>
          <a:p>
            <a:pPr marL="0" marR="0" lvl="0" indent="0" defTabSz="914400" eaLnBrk="1" fontAlgn="auto" latinLnBrk="0" hangingPunct="1">
              <a:lnSpc>
                <a:spcPct val="100000"/>
              </a:lnSpc>
              <a:spcBef>
                <a:spcPts val="0"/>
              </a:spcBef>
              <a:spcAft>
                <a:spcPts val="0"/>
              </a:spcAft>
              <a:buClrTx/>
              <a:buSzTx/>
              <a:buFontTx/>
              <a:buNone/>
              <a:tabLst/>
              <a:defRPr/>
            </a:pPr>
            <a:r>
              <a:rPr lang="en-US" sz="1400" dirty="0"/>
              <a:t>JWTs enable stateless authentication, allowing servers to verify user identity without storing session data.</a:t>
            </a:r>
          </a:p>
          <a:p>
            <a:pPr marL="0" lvl="1" indent="0">
              <a:buNone/>
            </a:pPr>
            <a:endParaRPr lang="en-US" sz="1400" b="1" dirty="0"/>
          </a:p>
          <a:p>
            <a:pPr marL="0" lvl="1" indent="0">
              <a:buNone/>
            </a:pPr>
            <a:r>
              <a:rPr lang="en-US" sz="1400" b="1" dirty="0"/>
              <a:t>JWT Structure: Header, Payload, Signature </a:t>
            </a:r>
            <a:endParaRPr lang="en-US" sz="1400" dirty="0"/>
          </a:p>
          <a:p>
            <a:pPr marL="457200" lvl="1" indent="0">
              <a:spcBef>
                <a:spcPts val="2500"/>
              </a:spcBef>
              <a:buNone/>
            </a:pPr>
            <a:r>
              <a:rPr lang="en-US" sz="1400" b="1" dirty="0"/>
              <a:t>Header: Token Information</a:t>
            </a:r>
          </a:p>
          <a:p>
            <a:pPr marL="457200" lvl="2" indent="0">
              <a:buNone/>
            </a:pPr>
            <a:r>
              <a:rPr lang="en-US" sz="1400" dirty="0"/>
              <a:t>The header identifies the type of token and the cryptographic algorithm used for signing, ensuring clear protocol and security.</a:t>
            </a:r>
          </a:p>
          <a:p>
            <a:pPr marL="457200" lvl="1" indent="0">
              <a:spcBef>
                <a:spcPts val="2500"/>
              </a:spcBef>
              <a:buNone/>
            </a:pPr>
            <a:r>
              <a:rPr lang="en-US" sz="1400" b="1" dirty="0"/>
              <a:t>Payload: Claims and Data</a:t>
            </a:r>
          </a:p>
          <a:p>
            <a:pPr marL="457200" lvl="2" indent="0">
              <a:buNone/>
            </a:pPr>
            <a:r>
              <a:rPr lang="en-US" sz="1400" dirty="0"/>
              <a:t>The payload contains the claims, which are statements about the user and additional data being securely transmitted.</a:t>
            </a:r>
          </a:p>
          <a:p>
            <a:pPr marL="457200" lvl="1" indent="0">
              <a:spcBef>
                <a:spcPts val="2500"/>
              </a:spcBef>
              <a:buNone/>
            </a:pPr>
            <a:r>
              <a:rPr lang="en-US" sz="1400" b="1" dirty="0"/>
              <a:t>Signature: Integrity Verification</a:t>
            </a:r>
          </a:p>
          <a:p>
            <a:pPr marL="457200" lvl="2" indent="0">
              <a:buNone/>
            </a:pPr>
            <a:r>
              <a:rPr lang="en-US" sz="1400" dirty="0"/>
              <a:t>The signature verifies the token's authenticity and integrity, ensuring it has not been tampered with during transmission.</a:t>
            </a:r>
          </a:p>
          <a:p>
            <a:pPr marL="0" marR="0" lvl="0" indent="0" defTabSz="914400" eaLnBrk="1" fontAlgn="auto" latinLnBrk="0" hangingPunct="1">
              <a:lnSpc>
                <a:spcPct val="100000"/>
              </a:lnSpc>
              <a:spcBef>
                <a:spcPts val="0"/>
              </a:spcBef>
              <a:spcAft>
                <a:spcPts val="0"/>
              </a:spcAft>
              <a:buClrTx/>
              <a:buSzTx/>
              <a:buFontTx/>
              <a:buNone/>
              <a:tabLst/>
              <a:defRPr/>
            </a:pPr>
            <a:endParaRPr lang="en-US" sz="1400" dirty="0"/>
          </a:p>
          <a:p>
            <a:pPr marL="0" lvl="1" indent="0">
              <a:buNone/>
            </a:pPr>
            <a:endParaRPr lang="en-US" sz="1400" dirty="0"/>
          </a:p>
          <a:p>
            <a:pPr marL="0" lvl="1" indent="0">
              <a:buFont typeface="Arial" panose="020B0604020202020204" pitchFamily="34" charset="0"/>
              <a:buNone/>
            </a:pPr>
            <a:endParaRPr lang="en-US" sz="1400" dirty="0"/>
          </a:p>
        </p:txBody>
      </p:sp>
    </p:spTree>
    <p:extLst>
      <p:ext uri="{BB962C8B-B14F-4D97-AF65-F5344CB8AC3E}">
        <p14:creationId xmlns:p14="http://schemas.microsoft.com/office/powerpoint/2010/main" val="2977663935"/>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C8E5D5-0F0A-ED29-2685-7161732A70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3F37D2-1AD5-DBF9-6260-BBBDC15FFE84}"/>
              </a:ext>
            </a:extLst>
          </p:cNvPr>
          <p:cNvSpPr>
            <a:spLocks noGrp="1"/>
          </p:cNvSpPr>
          <p:nvPr>
            <p:ph type="ctrTitle"/>
          </p:nvPr>
        </p:nvSpPr>
        <p:spPr>
          <a:xfrm>
            <a:off x="1269838" y="488407"/>
            <a:ext cx="9652323" cy="2774393"/>
          </a:xfrm>
        </p:spPr>
        <p:txBody>
          <a:bodyPr>
            <a:normAutofit/>
          </a:bodyPr>
          <a:lstStyle/>
          <a:p>
            <a:pPr algn="l"/>
            <a:r>
              <a:rPr lang="en-US" sz="4600" dirty="0"/>
              <a:t>Authorization</a:t>
            </a:r>
          </a:p>
        </p:txBody>
      </p:sp>
    </p:spTree>
    <p:extLst>
      <p:ext uri="{BB962C8B-B14F-4D97-AF65-F5344CB8AC3E}">
        <p14:creationId xmlns:p14="http://schemas.microsoft.com/office/powerpoint/2010/main" val="18227067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8F214B-E5D8-3354-AA95-6AA475F0B0B3}"/>
              </a:ext>
            </a:extLst>
          </p:cNvPr>
          <p:cNvSpPr>
            <a:spLocks noGrp="1"/>
          </p:cNvSpPr>
          <p:nvPr>
            <p:ph type="title"/>
          </p:nvPr>
        </p:nvSpPr>
        <p:spPr>
          <a:xfrm>
            <a:off x="614679" y="548639"/>
            <a:ext cx="3977640" cy="5719640"/>
          </a:xfrm>
        </p:spPr>
        <p:txBody>
          <a:bodyPr anchor="t">
            <a:normAutofit/>
          </a:bodyPr>
          <a:lstStyle/>
          <a:p>
            <a:r>
              <a:rPr lang="en-US" dirty="0"/>
              <a:t>Role Based Authorization</a:t>
            </a:r>
          </a:p>
        </p:txBody>
      </p:sp>
      <p:graphicFrame>
        <p:nvGraphicFramePr>
          <p:cNvPr id="4" name="Content Placeholder 4">
            <a:extLst>
              <a:ext uri="{FF2B5EF4-FFF2-40B4-BE49-F238E27FC236}">
                <a16:creationId xmlns:a16="http://schemas.microsoft.com/office/drawing/2014/main" id="{44BE1072-DA66-4BDD-9D9D-61C3D0BA9BCF}"/>
              </a:ext>
            </a:extLst>
          </p:cNvPr>
          <p:cNvGraphicFramePr>
            <a:graphicFrameLocks noGrp="1"/>
          </p:cNvGraphicFramePr>
          <p:nvPr>
            <p:ph idx="1"/>
            <p:extLst>
              <p:ext uri="{D42A27DB-BD31-4B8C-83A1-F6EECF244321}">
                <p14:modId xmlns:p14="http://schemas.microsoft.com/office/powerpoint/2010/main" val="3163654812"/>
              </p:ext>
              <p:ext uri="{E7BDC344-281C-4309-B0C6-D0EE65EED2A8}">
                <p202:designPr xmlns:p202="http://schemas.microsoft.com/office/powerpoint/2020/02/main">
                  <p202:designTagLst>
                    <p202:designTag name="ARCH:1:CLS" val="InformationBlock"/>
                    <p202:designTag name="ARCH:1:VSVAR" val="VisualTitledTextBox"/>
                  </p202:designTagLst>
                </p202:designPr>
              </p:ext>
            </p:extLst>
          </p:nvPr>
        </p:nvGraphicFramePr>
        <p:xfrm>
          <a:off x="5387542" y="548639"/>
          <a:ext cx="6189780" cy="58613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094918668"/>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6634F-EC4F-BF6B-E8A4-0BC0F00A8F86}"/>
              </a:ext>
            </a:extLst>
          </p:cNvPr>
          <p:cNvSpPr>
            <a:spLocks noGrp="1"/>
          </p:cNvSpPr>
          <p:nvPr>
            <p:ph type="title"/>
          </p:nvPr>
        </p:nvSpPr>
        <p:spPr>
          <a:xfrm>
            <a:off x="614679" y="548639"/>
            <a:ext cx="3977640" cy="5719640"/>
          </a:xfrm>
        </p:spPr>
        <p:txBody>
          <a:bodyPr anchor="t">
            <a:normAutofit/>
          </a:bodyPr>
          <a:lstStyle/>
          <a:p>
            <a:r>
              <a:rPr lang="en-US" dirty="0"/>
              <a:t>Maker-Checker Authorization</a:t>
            </a:r>
          </a:p>
        </p:txBody>
      </p:sp>
      <p:graphicFrame>
        <p:nvGraphicFramePr>
          <p:cNvPr id="4" name="Content Placeholder 4">
            <a:extLst>
              <a:ext uri="{FF2B5EF4-FFF2-40B4-BE49-F238E27FC236}">
                <a16:creationId xmlns:a16="http://schemas.microsoft.com/office/drawing/2014/main" id="{A4F07C39-22FB-4CC2-8CA7-83F5B43E4A9E}"/>
              </a:ext>
            </a:extLst>
          </p:cNvPr>
          <p:cNvGraphicFramePr>
            <a:graphicFrameLocks noGrp="1"/>
          </p:cNvGraphicFramePr>
          <p:nvPr>
            <p:ph idx="1"/>
            <p:extLst>
              <p:ext uri="{D42A27DB-BD31-4B8C-83A1-F6EECF244321}">
                <p14:modId xmlns:p14="http://schemas.microsoft.com/office/powerpoint/2010/main" val="1759337231"/>
              </p:ext>
              <p:ext uri="{E7BDC344-281C-4309-B0C6-D0EE65EED2A8}">
                <p202:designPr xmlns:p202="http://schemas.microsoft.com/office/powerpoint/2020/02/main">
                  <p202:designTagLst>
                    <p202:designTag name="ARCH:1:CLS" val="InformationBlock"/>
                    <p202:designTag name="ARCH:1:VSVAR" val="VisualTitledTextBox"/>
                  </p202:designTagLst>
                </p202:designPr>
              </p:ext>
            </p:extLst>
          </p:nvPr>
        </p:nvGraphicFramePr>
        <p:xfrm>
          <a:off x="5387542" y="548639"/>
          <a:ext cx="6189780" cy="58613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241947342"/>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3A1856-3AB9-93EC-2FEF-722D6DDFA471}"/>
              </a:ext>
            </a:extLst>
          </p:cNvPr>
          <p:cNvSpPr>
            <a:spLocks noGrp="1"/>
          </p:cNvSpPr>
          <p:nvPr>
            <p:ph type="title"/>
          </p:nvPr>
        </p:nvSpPr>
        <p:spPr>
          <a:xfrm>
            <a:off x="614679" y="548639"/>
            <a:ext cx="3977640" cy="5719640"/>
          </a:xfrm>
        </p:spPr>
        <p:txBody>
          <a:bodyPr anchor="t">
            <a:normAutofit/>
          </a:bodyPr>
          <a:lstStyle/>
          <a:p>
            <a:r>
              <a:rPr lang="en-US" dirty="0"/>
              <a:t>Value Based Authorization</a:t>
            </a:r>
          </a:p>
        </p:txBody>
      </p:sp>
      <p:graphicFrame>
        <p:nvGraphicFramePr>
          <p:cNvPr id="4" name="Content Placeholder 4">
            <a:extLst>
              <a:ext uri="{FF2B5EF4-FFF2-40B4-BE49-F238E27FC236}">
                <a16:creationId xmlns:a16="http://schemas.microsoft.com/office/drawing/2014/main" id="{2DE27AF6-F43A-4197-900A-1E3452F6705C}"/>
              </a:ext>
            </a:extLst>
          </p:cNvPr>
          <p:cNvGraphicFramePr>
            <a:graphicFrameLocks noGrp="1"/>
          </p:cNvGraphicFramePr>
          <p:nvPr>
            <p:ph idx="1"/>
            <p:extLst>
              <p:ext uri="{D42A27DB-BD31-4B8C-83A1-F6EECF244321}">
                <p14:modId xmlns:p14="http://schemas.microsoft.com/office/powerpoint/2010/main" val="1132352443"/>
              </p:ext>
              <p:ext uri="{E7BDC344-281C-4309-B0C6-D0EE65EED2A8}">
                <p202:designPr xmlns:p202="http://schemas.microsoft.com/office/powerpoint/2020/02/main">
                  <p202:designTagLst>
                    <p202:designTag name="ARCH:1:CLS" val="InformationBlock"/>
                    <p202:designTag name="ARCH:1:VSVAR" val="VisualTitledTextBox"/>
                  </p202:designTagLst>
                </p202:designPr>
              </p:ext>
            </p:extLst>
          </p:nvPr>
        </p:nvGraphicFramePr>
        <p:xfrm>
          <a:off x="5387542" y="548639"/>
          <a:ext cx="6189780" cy="58613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504185059"/>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84D372-6EC2-1BF6-E1F2-FDD71D8FA296}"/>
              </a:ext>
            </a:extLst>
          </p:cNvPr>
          <p:cNvSpPr>
            <a:spLocks noGrp="1"/>
          </p:cNvSpPr>
          <p:nvPr>
            <p:ph type="title"/>
          </p:nvPr>
        </p:nvSpPr>
        <p:spPr>
          <a:xfrm>
            <a:off x="224341" y="-764966"/>
            <a:ext cx="6035040" cy="1529932"/>
          </a:xfrm>
        </p:spPr>
        <p:txBody>
          <a:bodyPr vert="horz" lIns="91440" tIns="45720" rIns="91440" bIns="45720" rtlCol="0" anchor="b">
            <a:normAutofit/>
          </a:bodyPr>
          <a:lstStyle/>
          <a:p>
            <a:r>
              <a:rPr lang="en-US" sz="3600" b="1" kern="1200" dirty="0">
                <a:solidFill>
                  <a:schemeClr val="tx1"/>
                </a:solidFill>
                <a:latin typeface="+mj-lt"/>
                <a:ea typeface="+mj-ea"/>
                <a:cs typeface="+mj-cs"/>
              </a:rPr>
              <a:t>OAuth2 Protocol</a:t>
            </a:r>
          </a:p>
        </p:txBody>
      </p:sp>
      <p:pic>
        <p:nvPicPr>
          <p:cNvPr id="5" name="Content Placeholder 4" descr="Digital concept which shows abstract network and concept of security optimisation and internet technology  ">
            <a:extLst>
              <a:ext uri="{FF2B5EF4-FFF2-40B4-BE49-F238E27FC236}">
                <a16:creationId xmlns:a16="http://schemas.microsoft.com/office/drawing/2014/main" id="{66AA1A68-B123-4F2A-952A-05047FF49BDD}"/>
              </a:ext>
            </a:extLst>
          </p:cNvPr>
          <p:cNvPicPr>
            <a:picLocks noGrp="1" noChangeAspect="1"/>
          </p:cNvPicPr>
          <p:nvPr>
            <p:ph sz="half" idx="1"/>
          </p:nvPr>
        </p:nvPicPr>
        <p:blipFill>
          <a:blip r:embed="rId3"/>
          <a:srcRect l="25249" r="28817"/>
          <a:stretch>
            <a:fillRect/>
          </a:stretch>
        </p:blipFill>
        <p:spPr>
          <a:xfrm>
            <a:off x="7345680" y="10"/>
            <a:ext cx="4846320" cy="6857990"/>
          </a:xfrm>
          <a:prstGeom prst="rect">
            <a:avLst/>
          </a:prstGeom>
        </p:spPr>
      </p:pic>
      <p:sp>
        <p:nvSpPr>
          <p:cNvPr id="4" name="Content Placeholder 3">
            <a:extLst>
              <a:ext uri="{FF2B5EF4-FFF2-40B4-BE49-F238E27FC236}">
                <a16:creationId xmlns:a16="http://schemas.microsoft.com/office/drawing/2014/main" id="{D6CCBA2C-96E6-3A98-AF7C-085DA25DCED9}"/>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224341" y="1380744"/>
            <a:ext cx="6035041" cy="4096512"/>
          </a:xfrm>
        </p:spPr>
        <p:txBody>
          <a:bodyPr>
            <a:normAutofit/>
          </a:bodyPr>
          <a:lstStyle/>
          <a:p>
            <a:pPr marL="0" indent="0">
              <a:spcBef>
                <a:spcPts val="2500"/>
              </a:spcBef>
              <a:buFont typeface="Arial" panose="020B0604020202020204" pitchFamily="34" charset="0"/>
              <a:buNone/>
            </a:pPr>
            <a:r>
              <a:rPr lang="en-US" sz="1400" b="1" dirty="0"/>
              <a:t>Secure Authorization Standard</a:t>
            </a:r>
          </a:p>
          <a:p>
            <a:pPr marL="0" lvl="1" indent="0">
              <a:buNone/>
            </a:pPr>
            <a:r>
              <a:rPr lang="en-US" sz="1400" dirty="0"/>
              <a:t>OAuth2 ('Open Authorization’) is an industry-standard protocol for authorization. </a:t>
            </a:r>
          </a:p>
          <a:p>
            <a:pPr marL="0" lvl="1" indent="0">
              <a:buFont typeface="Arial" panose="020B0604020202020204" pitchFamily="34" charset="0"/>
              <a:buNone/>
            </a:pPr>
            <a:r>
              <a:rPr lang="en-US" sz="1400" dirty="0"/>
              <a:t>OAuth2 is designed to work with </a:t>
            </a:r>
            <a:r>
              <a:rPr lang="en-US" sz="1400" dirty="0">
                <a:hlinkClick r:id="rId4">
                  <a:extLst>
                    <a:ext uri="{A12FA001-AC4F-418D-AE19-62706E023703}">
                      <ahyp:hlinkClr xmlns:ahyp="http://schemas.microsoft.com/office/drawing/2018/hyperlinkcolor" val="tx"/>
                    </a:ext>
                  </a:extLst>
                </a:hlinkClick>
              </a:rPr>
              <a:t>HTTP</a:t>
            </a:r>
            <a:r>
              <a:rPr lang="en-US" sz="1400" dirty="0"/>
              <a:t>, making it ideal for securing API access. </a:t>
            </a:r>
          </a:p>
          <a:p>
            <a:pPr marL="0" indent="0">
              <a:spcBef>
                <a:spcPts val="2500"/>
              </a:spcBef>
              <a:buFont typeface="Arial" panose="020B0604020202020204" pitchFamily="34" charset="0"/>
              <a:buNone/>
            </a:pPr>
            <a:r>
              <a:rPr lang="en-US" sz="1400" b="1" dirty="0"/>
              <a:t>Access Tokens and Permissions</a:t>
            </a:r>
          </a:p>
          <a:p>
            <a:pPr marL="0" lvl="1" indent="0">
              <a:buFont typeface="Arial" panose="020B0604020202020204" pitchFamily="34" charset="0"/>
              <a:buNone/>
            </a:pPr>
            <a:r>
              <a:rPr lang="en-US" sz="1400" dirty="0"/>
              <a:t>OAuth2 uses access tokens to provide limited and controlled permissions, ensuring third-party apps only access necessary user data.</a:t>
            </a:r>
          </a:p>
          <a:p>
            <a:pPr marL="0" indent="0">
              <a:spcBef>
                <a:spcPts val="2500"/>
              </a:spcBef>
              <a:buFont typeface="Arial" panose="020B0604020202020204" pitchFamily="34" charset="0"/>
              <a:buNone/>
            </a:pPr>
            <a:r>
              <a:rPr lang="en-US" sz="1400" b="1" dirty="0"/>
              <a:t>Enhanced Privacy and Security</a:t>
            </a:r>
          </a:p>
          <a:p>
            <a:pPr marL="0" lvl="1" indent="0">
              <a:buFont typeface="Arial" panose="020B0604020202020204" pitchFamily="34" charset="0"/>
              <a:buNone/>
            </a:pPr>
            <a:r>
              <a:rPr lang="en-US" sz="1400" dirty="0"/>
              <a:t>By separating credentials from authorization, OAuth2 protects user privacy and strengthens platform security across various services.</a:t>
            </a:r>
          </a:p>
        </p:txBody>
      </p:sp>
    </p:spTree>
    <p:extLst>
      <p:ext uri="{BB962C8B-B14F-4D97-AF65-F5344CB8AC3E}">
        <p14:creationId xmlns:p14="http://schemas.microsoft.com/office/powerpoint/2010/main" val="4102412806"/>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6B2AF6-224A-335C-3848-1116C9EE0B78}"/>
              </a:ext>
            </a:extLst>
          </p:cNvPr>
          <p:cNvSpPr>
            <a:spLocks noGrp="1"/>
          </p:cNvSpPr>
          <p:nvPr>
            <p:ph type="title"/>
          </p:nvPr>
        </p:nvSpPr>
        <p:spPr>
          <a:xfrm>
            <a:off x="612648" y="600074"/>
            <a:ext cx="6035040" cy="1529932"/>
          </a:xfrm>
        </p:spPr>
        <p:txBody>
          <a:bodyPr vert="horz" lIns="91440" tIns="45720" rIns="91440" bIns="45720" rtlCol="0" anchor="b">
            <a:normAutofit/>
          </a:bodyPr>
          <a:lstStyle/>
          <a:p>
            <a:r>
              <a:rPr lang="en-US" sz="3600" b="1" kern="1200" dirty="0">
                <a:solidFill>
                  <a:schemeClr val="tx1"/>
                </a:solidFill>
                <a:latin typeface="+mj-lt"/>
                <a:ea typeface="+mj-ea"/>
                <a:cs typeface="+mj-cs"/>
              </a:rPr>
              <a:t>JWT vs OAuth: Key Differences</a:t>
            </a:r>
          </a:p>
        </p:txBody>
      </p:sp>
      <p:pic>
        <p:nvPicPr>
          <p:cNvPr id="5" name="Content Placeholder 4" descr="Abstract Digital concept which shows network security optimisation and internet technology  ">
            <a:extLst>
              <a:ext uri="{FF2B5EF4-FFF2-40B4-BE49-F238E27FC236}">
                <a16:creationId xmlns:a16="http://schemas.microsoft.com/office/drawing/2014/main" id="{EBBA260C-B771-4586-B295-83D90C1C5BB4}"/>
              </a:ext>
            </a:extLst>
          </p:cNvPr>
          <p:cNvPicPr>
            <a:picLocks noGrp="1" noChangeAspect="1"/>
          </p:cNvPicPr>
          <p:nvPr>
            <p:ph sz="half" idx="1"/>
          </p:nvPr>
        </p:nvPicPr>
        <p:blipFill>
          <a:blip r:embed="rId3"/>
          <a:srcRect l="13097" r="33903"/>
          <a:stretch>
            <a:fillRect/>
          </a:stretch>
        </p:blipFill>
        <p:spPr>
          <a:xfrm>
            <a:off x="7345680" y="10"/>
            <a:ext cx="4846320" cy="6857990"/>
          </a:xfrm>
          <a:prstGeom prst="rect">
            <a:avLst/>
          </a:prstGeom>
        </p:spPr>
      </p:pic>
      <p:sp>
        <p:nvSpPr>
          <p:cNvPr id="4" name="Content Placeholder 3">
            <a:extLst>
              <a:ext uri="{FF2B5EF4-FFF2-40B4-BE49-F238E27FC236}">
                <a16:creationId xmlns:a16="http://schemas.microsoft.com/office/drawing/2014/main" id="{6B8947A0-11CD-15A2-0B30-5826019B6339}"/>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2212848"/>
            <a:ext cx="6035041" cy="4096512"/>
          </a:xfrm>
        </p:spPr>
        <p:txBody>
          <a:bodyPr>
            <a:normAutofit/>
          </a:bodyPr>
          <a:lstStyle/>
          <a:p>
            <a:pPr marL="0" indent="0">
              <a:spcBef>
                <a:spcPts val="2500"/>
              </a:spcBef>
              <a:buFont typeface="Arial" panose="020B0604020202020204" pitchFamily="34" charset="0"/>
              <a:buNone/>
            </a:pPr>
            <a:r>
              <a:rPr lang="en-US" sz="1400" b="1" dirty="0"/>
              <a:t>JWT: Authentication Token </a:t>
            </a:r>
          </a:p>
          <a:p>
            <a:pPr marL="0" lvl="1" indent="0">
              <a:buFont typeface="Arial" panose="020B0604020202020204" pitchFamily="34" charset="0"/>
              <a:buNone/>
            </a:pPr>
            <a:r>
              <a:rPr lang="en-US" sz="1400" dirty="0"/>
              <a:t>JWT is a compact, secure token format used for transmitting information between parties. It ensures data authenticity and integrity.</a:t>
            </a:r>
          </a:p>
          <a:p>
            <a:pPr marL="0" indent="0">
              <a:spcBef>
                <a:spcPts val="2500"/>
              </a:spcBef>
              <a:buFont typeface="Arial" panose="020B0604020202020204" pitchFamily="34" charset="0"/>
              <a:buNone/>
            </a:pPr>
            <a:r>
              <a:rPr lang="en-US" sz="1400" b="1" dirty="0"/>
              <a:t>OAuth: Delegated Access Control</a:t>
            </a:r>
          </a:p>
          <a:p>
            <a:pPr marL="0" lvl="1" indent="0">
              <a:buFont typeface="Arial" panose="020B0604020202020204" pitchFamily="34" charset="0"/>
              <a:buNone/>
            </a:pPr>
            <a:r>
              <a:rPr lang="en-US" sz="1400" dirty="0"/>
              <a:t>OAuth is an authorization protocol allowing users to grant access to resources without sharing their credentials.</a:t>
            </a:r>
          </a:p>
        </p:txBody>
      </p:sp>
    </p:spTree>
    <p:extLst>
      <p:ext uri="{BB962C8B-B14F-4D97-AF65-F5344CB8AC3E}">
        <p14:creationId xmlns:p14="http://schemas.microsoft.com/office/powerpoint/2010/main" val="3828115921"/>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BCE34E-A7F6-6233-DB7C-555C8F6B9A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034E8F-1E85-D529-A7D9-AFDB34D14440}"/>
              </a:ext>
            </a:extLst>
          </p:cNvPr>
          <p:cNvSpPr>
            <a:spLocks noGrp="1"/>
          </p:cNvSpPr>
          <p:nvPr>
            <p:ph type="ctrTitle"/>
          </p:nvPr>
        </p:nvSpPr>
        <p:spPr>
          <a:xfrm>
            <a:off x="1269838" y="488407"/>
            <a:ext cx="9652323" cy="2774393"/>
          </a:xfrm>
        </p:spPr>
        <p:txBody>
          <a:bodyPr>
            <a:normAutofit/>
          </a:bodyPr>
          <a:lstStyle/>
          <a:p>
            <a:pPr algn="l"/>
            <a:r>
              <a:rPr lang="en-US" sz="4600" dirty="0"/>
              <a:t>Encryption</a:t>
            </a:r>
          </a:p>
        </p:txBody>
      </p:sp>
    </p:spTree>
    <p:extLst>
      <p:ext uri="{BB962C8B-B14F-4D97-AF65-F5344CB8AC3E}">
        <p14:creationId xmlns:p14="http://schemas.microsoft.com/office/powerpoint/2010/main" val="1456147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A0A5D9-832D-B513-1CDD-7C2231AFEB42}"/>
              </a:ext>
            </a:extLst>
          </p:cNvPr>
          <p:cNvSpPr>
            <a:spLocks noGrp="1"/>
          </p:cNvSpPr>
          <p:nvPr>
            <p:ph type="title"/>
          </p:nvPr>
        </p:nvSpPr>
        <p:spPr>
          <a:xfrm>
            <a:off x="614679" y="548639"/>
            <a:ext cx="3977640" cy="5719640"/>
          </a:xfrm>
        </p:spPr>
        <p:txBody>
          <a:bodyPr anchor="t">
            <a:normAutofit/>
          </a:bodyPr>
          <a:lstStyle/>
          <a:p>
            <a:r>
              <a:rPr lang="en-US" dirty="0"/>
              <a:t>Encryption Overview</a:t>
            </a:r>
          </a:p>
        </p:txBody>
      </p:sp>
      <p:graphicFrame>
        <p:nvGraphicFramePr>
          <p:cNvPr id="4" name="Content Placeholder 4">
            <a:extLst>
              <a:ext uri="{FF2B5EF4-FFF2-40B4-BE49-F238E27FC236}">
                <a16:creationId xmlns:a16="http://schemas.microsoft.com/office/drawing/2014/main" id="{2B09859D-14E6-4BB5-A708-867BF8EDC496}"/>
              </a:ext>
            </a:extLst>
          </p:cNvPr>
          <p:cNvGraphicFramePr>
            <a:graphicFrameLocks noGrp="1"/>
          </p:cNvGraphicFramePr>
          <p:nvPr>
            <p:ph idx="1"/>
            <p:extLst>
              <p:ext uri="{D42A27DB-BD31-4B8C-83A1-F6EECF244321}">
                <p14:modId xmlns:p14="http://schemas.microsoft.com/office/powerpoint/2010/main" val="852854934"/>
              </p:ext>
              <p:ext uri="{E7BDC344-281C-4309-B0C6-D0EE65EED2A8}">
                <p202:designPr xmlns:p202="http://schemas.microsoft.com/office/powerpoint/2020/02/main">
                  <p202:designTagLst>
                    <p202:designTag name="ARCH:1:CLS" val="InformationBlock"/>
                    <p202:designTag name="ARCH:1:VSVAR" val="VisualTitledTextBox"/>
                  </p202:designTagLst>
                </p202:designPr>
              </p:ext>
            </p:extLst>
          </p:nvPr>
        </p:nvGraphicFramePr>
        <p:xfrm>
          <a:off x="5387542" y="548639"/>
          <a:ext cx="6189780" cy="58613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614729652"/>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74A6D-112E-4F5E-23D1-5B25C099C0E1}"/>
              </a:ext>
            </a:extLst>
          </p:cNvPr>
          <p:cNvSpPr>
            <a:spLocks noGrp="1"/>
          </p:cNvSpPr>
          <p:nvPr>
            <p:ph type="title"/>
          </p:nvPr>
        </p:nvSpPr>
        <p:spPr>
          <a:xfrm>
            <a:off x="612648" y="600074"/>
            <a:ext cx="6035040" cy="1529932"/>
          </a:xfrm>
        </p:spPr>
        <p:txBody>
          <a:bodyPr vert="horz" lIns="91440" tIns="45720" rIns="91440" bIns="45720" rtlCol="0" anchor="b">
            <a:normAutofit/>
          </a:bodyPr>
          <a:lstStyle/>
          <a:p>
            <a:r>
              <a:rPr lang="en-US" sz="3600" b="1" kern="1200" dirty="0">
                <a:solidFill>
                  <a:schemeClr val="tx1"/>
                </a:solidFill>
                <a:latin typeface="+mj-lt"/>
                <a:ea typeface="+mj-ea"/>
                <a:cs typeface="+mj-cs"/>
              </a:rPr>
              <a:t>Encryption Types</a:t>
            </a:r>
          </a:p>
        </p:txBody>
      </p:sp>
      <p:pic>
        <p:nvPicPr>
          <p:cNvPr id="5" name="Content Placeholder 4" descr="Internet Cyber Security digital concept">
            <a:extLst>
              <a:ext uri="{FF2B5EF4-FFF2-40B4-BE49-F238E27FC236}">
                <a16:creationId xmlns:a16="http://schemas.microsoft.com/office/drawing/2014/main" id="{D22DAEBB-36A2-4DCC-842D-F33E068E9F51}"/>
              </a:ext>
            </a:extLst>
          </p:cNvPr>
          <p:cNvPicPr>
            <a:picLocks noGrp="1" noChangeAspect="1"/>
          </p:cNvPicPr>
          <p:nvPr>
            <p:ph sz="half" idx="1"/>
          </p:nvPr>
        </p:nvPicPr>
        <p:blipFill>
          <a:blip r:embed="rId3"/>
          <a:srcRect l="33201" r="26343" b="1"/>
          <a:stretch>
            <a:fillRect/>
          </a:stretch>
        </p:blipFill>
        <p:spPr>
          <a:xfrm>
            <a:off x="7345680" y="10"/>
            <a:ext cx="4846320" cy="6857990"/>
          </a:xfrm>
          <a:prstGeom prst="rect">
            <a:avLst/>
          </a:prstGeom>
        </p:spPr>
      </p:pic>
      <p:sp>
        <p:nvSpPr>
          <p:cNvPr id="4" name="Content Placeholder 3">
            <a:extLst>
              <a:ext uri="{FF2B5EF4-FFF2-40B4-BE49-F238E27FC236}">
                <a16:creationId xmlns:a16="http://schemas.microsoft.com/office/drawing/2014/main" id="{A83AC49A-5472-D04B-AA2E-2F30C16E3BBD}"/>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2212848"/>
            <a:ext cx="6035041" cy="4096512"/>
          </a:xfrm>
        </p:spPr>
        <p:txBody>
          <a:bodyPr>
            <a:normAutofit/>
          </a:bodyPr>
          <a:lstStyle/>
          <a:p>
            <a:pPr marL="0" indent="0">
              <a:spcBef>
                <a:spcPts val="2500"/>
              </a:spcBef>
              <a:buFont typeface="Arial" panose="020B0604020202020204" pitchFamily="34" charset="0"/>
              <a:buNone/>
            </a:pPr>
            <a:r>
              <a:rPr lang="en-US" sz="1400" b="1" dirty="0"/>
              <a:t>Symmetric Encryption</a:t>
            </a:r>
          </a:p>
          <a:p>
            <a:pPr marL="0" lvl="1" indent="0">
              <a:buNone/>
            </a:pPr>
            <a:r>
              <a:rPr lang="en-US" sz="1400" dirty="0"/>
              <a:t>Symmetric encryption uses one key for both encrypting and decrypting data. offering faster performance but risks if the key is exposed.</a:t>
            </a:r>
          </a:p>
          <a:p>
            <a:pPr marL="0" lvl="1" indent="0">
              <a:buNone/>
            </a:pPr>
            <a:r>
              <a:rPr lang="en-US" sz="1400" dirty="0"/>
              <a:t>AES is an example of Symmetric Encryption.</a:t>
            </a:r>
          </a:p>
          <a:p>
            <a:pPr marL="0" lvl="1" indent="0">
              <a:buFont typeface="Arial" panose="020B0604020202020204" pitchFamily="34" charset="0"/>
              <a:buNone/>
            </a:pPr>
            <a:endParaRPr lang="en-US" sz="1400" dirty="0"/>
          </a:p>
          <a:p>
            <a:pPr marL="0" indent="0">
              <a:spcBef>
                <a:spcPts val="2500"/>
              </a:spcBef>
              <a:buFont typeface="Arial" panose="020B0604020202020204" pitchFamily="34" charset="0"/>
              <a:buNone/>
            </a:pPr>
            <a:r>
              <a:rPr lang="en-US" sz="1400" b="1" dirty="0"/>
              <a:t>Asymmetric Encryption</a:t>
            </a:r>
          </a:p>
          <a:p>
            <a:pPr marL="0" lvl="1" indent="0">
              <a:buNone/>
            </a:pPr>
            <a:r>
              <a:rPr lang="en-US" sz="1400" dirty="0"/>
              <a:t>Asymmetric encryption relies on a public key for encrypting data and a private key for decrypting it securely. Enables secure communication over open networks and improves security by avoiding key sharing.</a:t>
            </a:r>
          </a:p>
          <a:p>
            <a:pPr marL="0" lvl="1" indent="0">
              <a:buNone/>
            </a:pPr>
            <a:r>
              <a:rPr lang="en-US" sz="1400" dirty="0"/>
              <a:t>Algorithms like RSA and ECC use complex mathematics to generate secure key pairs for encryption.</a:t>
            </a:r>
          </a:p>
          <a:p>
            <a:pPr marL="0" lvl="1" indent="0">
              <a:buNone/>
            </a:pPr>
            <a:r>
              <a:rPr lang="en-US" sz="1400" dirty="0"/>
              <a:t>Only the intended recipient with the private key can access encrypted information, preventing unauthorized data exposure.</a:t>
            </a:r>
          </a:p>
          <a:p>
            <a:pPr marL="0" lvl="1" indent="0">
              <a:buNone/>
            </a:pPr>
            <a:endParaRPr lang="en-US" sz="1400" dirty="0"/>
          </a:p>
          <a:p>
            <a:pPr marL="0" lvl="1" indent="0">
              <a:buFont typeface="Arial" panose="020B0604020202020204" pitchFamily="34" charset="0"/>
              <a:buNone/>
            </a:pPr>
            <a:endParaRPr lang="en-US" sz="1400" dirty="0"/>
          </a:p>
        </p:txBody>
      </p:sp>
    </p:spTree>
    <p:extLst>
      <p:ext uri="{BB962C8B-B14F-4D97-AF65-F5344CB8AC3E}">
        <p14:creationId xmlns:p14="http://schemas.microsoft.com/office/powerpoint/2010/main" val="2720645993"/>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96B8BD-C726-0D61-9484-712231733EC7}"/>
              </a:ext>
            </a:extLst>
          </p:cNvPr>
          <p:cNvSpPr>
            <a:spLocks noGrp="1"/>
          </p:cNvSpPr>
          <p:nvPr>
            <p:ph type="title"/>
          </p:nvPr>
        </p:nvSpPr>
        <p:spPr>
          <a:xfrm>
            <a:off x="5568534" y="603504"/>
            <a:ext cx="5916169" cy="1527048"/>
          </a:xfrm>
        </p:spPr>
        <p:txBody>
          <a:bodyPr vert="horz" lIns="91440" tIns="45720" rIns="91440" bIns="45720" rtlCol="0" anchor="b">
            <a:normAutofit/>
          </a:bodyPr>
          <a:lstStyle/>
          <a:p>
            <a:r>
              <a:rPr lang="en-US" sz="3600" b="1" kern="1200" dirty="0">
                <a:solidFill>
                  <a:schemeClr val="tx1"/>
                </a:solidFill>
                <a:latin typeface="+mj-lt"/>
                <a:ea typeface="+mj-ea"/>
                <a:cs typeface="+mj-cs"/>
              </a:rPr>
              <a:t>Encryption: Rest and Motion</a:t>
            </a:r>
          </a:p>
        </p:txBody>
      </p:sp>
      <p:pic>
        <p:nvPicPr>
          <p:cNvPr id="5" name="Content Placeholder 4" descr="Internet Cyber Security digital concept">
            <a:extLst>
              <a:ext uri="{FF2B5EF4-FFF2-40B4-BE49-F238E27FC236}">
                <a16:creationId xmlns:a16="http://schemas.microsoft.com/office/drawing/2014/main" id="{EEC4DC1A-FE84-4F5F-B113-BCE4F4E9163C}"/>
              </a:ext>
            </a:extLst>
          </p:cNvPr>
          <p:cNvPicPr>
            <a:picLocks noGrp="1" noChangeAspect="1"/>
          </p:cNvPicPr>
          <p:nvPr>
            <p:ph sz="half" idx="1"/>
          </p:nvPr>
        </p:nvPicPr>
        <p:blipFill>
          <a:blip r:embed="rId3"/>
          <a:srcRect l="30990" r="28735"/>
          <a:stretch>
            <a:fillRect/>
          </a:stretch>
        </p:blipFill>
        <p:spPr>
          <a:xfrm>
            <a:off x="20" y="10"/>
            <a:ext cx="4910308" cy="6857990"/>
          </a:xfrm>
          <a:prstGeom prst="rect">
            <a:avLst/>
          </a:prstGeom>
        </p:spPr>
      </p:pic>
      <p:sp>
        <p:nvSpPr>
          <p:cNvPr id="4" name="Content Placeholder 3">
            <a:extLst>
              <a:ext uri="{FF2B5EF4-FFF2-40B4-BE49-F238E27FC236}">
                <a16:creationId xmlns:a16="http://schemas.microsoft.com/office/drawing/2014/main" id="{1FE510E3-5700-72F8-FB37-82871D8EB709}"/>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68533" y="2214282"/>
            <a:ext cx="5916169" cy="4095078"/>
          </a:xfrm>
        </p:spPr>
        <p:txBody>
          <a:bodyPr>
            <a:normAutofit/>
          </a:bodyPr>
          <a:lstStyle/>
          <a:p>
            <a:pPr marL="0" indent="0">
              <a:spcBef>
                <a:spcPts val="2500"/>
              </a:spcBef>
              <a:buFont typeface="Arial" panose="020B0604020202020204" pitchFamily="34" charset="0"/>
              <a:buNone/>
            </a:pPr>
            <a:r>
              <a:rPr lang="en-US" sz="1400" b="1" dirty="0"/>
              <a:t>Encryption at Rest</a:t>
            </a:r>
          </a:p>
          <a:p>
            <a:pPr marL="0" lvl="1" indent="0">
              <a:buFont typeface="Arial" panose="020B0604020202020204" pitchFamily="34" charset="0"/>
              <a:buNone/>
            </a:pPr>
            <a:r>
              <a:rPr lang="en-US" sz="1400" dirty="0"/>
              <a:t>Encryption at rest protects sensitive information stored on databases, files (Disks) from unauthorized access and ensures data remains confidential.</a:t>
            </a:r>
          </a:p>
          <a:p>
            <a:pPr marL="0" indent="0">
              <a:spcBef>
                <a:spcPts val="2500"/>
              </a:spcBef>
              <a:buFont typeface="Arial" panose="020B0604020202020204" pitchFamily="34" charset="0"/>
              <a:buNone/>
            </a:pPr>
            <a:r>
              <a:rPr lang="en-US" sz="1400" b="1" dirty="0"/>
              <a:t>Encryption in Motion</a:t>
            </a:r>
          </a:p>
          <a:p>
            <a:pPr marL="0" lvl="1" indent="0">
              <a:buFont typeface="Arial" panose="020B0604020202020204" pitchFamily="34" charset="0"/>
              <a:buNone/>
            </a:pPr>
            <a:r>
              <a:rPr lang="en-US" sz="1400" dirty="0"/>
              <a:t>Encryption in motion safeguards data as it moves across networks, preventing interception or tampering during transmission.</a:t>
            </a:r>
          </a:p>
          <a:p>
            <a:pPr marL="0" indent="0">
              <a:spcBef>
                <a:spcPts val="2500"/>
              </a:spcBef>
              <a:buFont typeface="Arial" panose="020B0604020202020204" pitchFamily="34" charset="0"/>
              <a:buNone/>
            </a:pPr>
            <a:r>
              <a:rPr lang="en-US" sz="1400" b="1" dirty="0"/>
              <a:t>Comprehensive Data Security</a:t>
            </a:r>
          </a:p>
          <a:p>
            <a:pPr marL="0" lvl="1" indent="0">
              <a:buFont typeface="Arial" panose="020B0604020202020204" pitchFamily="34" charset="0"/>
              <a:buNone/>
            </a:pPr>
            <a:r>
              <a:rPr lang="en-US" sz="1400" dirty="0"/>
              <a:t>Using both encryption methods is essential for data security and regulatory compliance.</a:t>
            </a:r>
          </a:p>
        </p:txBody>
      </p:sp>
    </p:spTree>
    <p:extLst>
      <p:ext uri="{BB962C8B-B14F-4D97-AF65-F5344CB8AC3E}">
        <p14:creationId xmlns:p14="http://schemas.microsoft.com/office/powerpoint/2010/main" val="2653669725"/>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47039-18FD-2610-6DA3-5BA5B87D2629}"/>
              </a:ext>
            </a:extLst>
          </p:cNvPr>
          <p:cNvSpPr>
            <a:spLocks noGrp="1"/>
          </p:cNvSpPr>
          <p:nvPr>
            <p:ph type="title"/>
          </p:nvPr>
        </p:nvSpPr>
        <p:spPr>
          <a:xfrm>
            <a:off x="5380644" y="-214884"/>
            <a:ext cx="6919915" cy="1527048"/>
          </a:xfrm>
        </p:spPr>
        <p:txBody>
          <a:bodyPr vert="horz" lIns="91440" tIns="45720" rIns="91440" bIns="45720" rtlCol="0" anchor="b">
            <a:normAutofit/>
          </a:bodyPr>
          <a:lstStyle/>
          <a:p>
            <a:r>
              <a:rPr lang="en-US" sz="3600" b="1" kern="1200" dirty="0">
                <a:solidFill>
                  <a:schemeClr val="tx1"/>
                </a:solidFill>
                <a:latin typeface="+mj-lt"/>
                <a:ea typeface="+mj-ea"/>
                <a:cs typeface="+mj-cs"/>
              </a:rPr>
              <a:t>Data in Motion – API Encryption</a:t>
            </a:r>
          </a:p>
        </p:txBody>
      </p:sp>
      <p:pic>
        <p:nvPicPr>
          <p:cNvPr id="5" name="Content Placeholder 4" descr="Digital concept which shows abstract network and concept of security optimisation and internet technology  ">
            <a:extLst>
              <a:ext uri="{FF2B5EF4-FFF2-40B4-BE49-F238E27FC236}">
                <a16:creationId xmlns:a16="http://schemas.microsoft.com/office/drawing/2014/main" id="{AF764CCC-8A6E-4B05-8D2C-7C5B3E95E5DF}"/>
              </a:ext>
            </a:extLst>
          </p:cNvPr>
          <p:cNvPicPr>
            <a:picLocks noGrp="1" noChangeAspect="1"/>
          </p:cNvPicPr>
          <p:nvPr>
            <p:ph sz="half" idx="1"/>
          </p:nvPr>
        </p:nvPicPr>
        <p:blipFill>
          <a:blip r:embed="rId3"/>
          <a:srcRect l="24946" r="28514"/>
          <a:stretch>
            <a:fillRect/>
          </a:stretch>
        </p:blipFill>
        <p:spPr>
          <a:xfrm>
            <a:off x="20" y="10"/>
            <a:ext cx="4910308" cy="6857990"/>
          </a:xfrm>
          <a:prstGeom prst="rect">
            <a:avLst/>
          </a:prstGeom>
        </p:spPr>
      </p:pic>
      <p:sp>
        <p:nvSpPr>
          <p:cNvPr id="4" name="Content Placeholder 3">
            <a:extLst>
              <a:ext uri="{FF2B5EF4-FFF2-40B4-BE49-F238E27FC236}">
                <a16:creationId xmlns:a16="http://schemas.microsoft.com/office/drawing/2014/main" id="{7E3C69BD-85CB-AE9C-460A-251021807238}"/>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706319" y="1688188"/>
            <a:ext cx="5916169" cy="4095078"/>
          </a:xfrm>
        </p:spPr>
        <p:txBody>
          <a:bodyPr>
            <a:normAutofit lnSpcReduction="10000"/>
          </a:bodyPr>
          <a:lstStyle/>
          <a:p>
            <a:pPr marL="0" indent="0">
              <a:spcBef>
                <a:spcPts val="2500"/>
              </a:spcBef>
              <a:buNone/>
            </a:pPr>
            <a:endParaRPr lang="en-US" sz="1400" b="1" dirty="0"/>
          </a:p>
          <a:p>
            <a:pPr marL="0" indent="0">
              <a:spcBef>
                <a:spcPts val="2500"/>
              </a:spcBef>
              <a:buNone/>
            </a:pPr>
            <a:r>
              <a:rPr lang="en-US" sz="1400" b="1" dirty="0"/>
              <a:t>Protecting Data in Motion</a:t>
            </a:r>
          </a:p>
          <a:p>
            <a:pPr marL="0" lvl="0" indent="0">
              <a:buNone/>
            </a:pPr>
            <a:r>
              <a:rPr lang="en-US" sz="1400" dirty="0"/>
              <a:t>Encryption secures sensitive information as it travels between clients and servers, shielding it from interception and theft.</a:t>
            </a:r>
          </a:p>
          <a:p>
            <a:pPr marL="0" indent="0">
              <a:spcBef>
                <a:spcPts val="2500"/>
              </a:spcBef>
              <a:buNone/>
            </a:pPr>
            <a:r>
              <a:rPr lang="en-US" sz="1400" b="1" dirty="0"/>
              <a:t>API Gateway</a:t>
            </a:r>
          </a:p>
          <a:p>
            <a:pPr marL="0" lvl="0" indent="0">
              <a:lnSpc>
                <a:spcPct val="100000"/>
              </a:lnSpc>
              <a:spcBef>
                <a:spcPts val="0"/>
              </a:spcBef>
              <a:buNone/>
              <a:defRPr/>
            </a:pPr>
            <a:r>
              <a:rPr lang="en-US" sz="1400" dirty="0"/>
              <a:t>The API Gateway manages encryption, authentication, and rate limiting for both external and internal clients.</a:t>
            </a:r>
          </a:p>
          <a:p>
            <a:pPr marL="0" indent="0">
              <a:spcBef>
                <a:spcPts val="2500"/>
              </a:spcBef>
              <a:buFont typeface="Arial" panose="020B0604020202020204" pitchFamily="34" charset="0"/>
              <a:buNone/>
            </a:pPr>
            <a:r>
              <a:rPr lang="en-US" sz="1400" b="1" dirty="0"/>
              <a:t>Protecting API Headers</a:t>
            </a:r>
          </a:p>
          <a:p>
            <a:pPr marL="0" lvl="1" indent="0">
              <a:buFont typeface="Arial" panose="020B0604020202020204" pitchFamily="34" charset="0"/>
              <a:buNone/>
            </a:pPr>
            <a:r>
              <a:rPr lang="en-US" sz="1400" dirty="0"/>
              <a:t>Encrypting API headers shields sensitive metadata such as authentication tokens from interception.</a:t>
            </a:r>
          </a:p>
          <a:p>
            <a:pPr marL="0" indent="0">
              <a:spcBef>
                <a:spcPts val="2500"/>
              </a:spcBef>
              <a:buFont typeface="Arial" panose="020B0604020202020204" pitchFamily="34" charset="0"/>
              <a:buNone/>
            </a:pPr>
            <a:r>
              <a:rPr lang="en-US" sz="1400" b="1" dirty="0"/>
              <a:t>Securing Data Payloads</a:t>
            </a:r>
          </a:p>
          <a:p>
            <a:pPr marL="0" lvl="1" indent="0">
              <a:buFont typeface="Arial" panose="020B0604020202020204" pitchFamily="34" charset="0"/>
              <a:buNone/>
            </a:pPr>
            <a:r>
              <a:rPr lang="en-US" sz="1400" dirty="0"/>
              <a:t>Encrypting the payload prevents unauthorized access and preserves data integrity throughout API communications.</a:t>
            </a:r>
          </a:p>
        </p:txBody>
      </p:sp>
    </p:spTree>
    <p:extLst>
      <p:ext uri="{BB962C8B-B14F-4D97-AF65-F5344CB8AC3E}">
        <p14:creationId xmlns:p14="http://schemas.microsoft.com/office/powerpoint/2010/main" val="237917879"/>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B1C1849-6EC5-CD2B-14AE-45AD3B740A37}"/>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5A258D0-163C-251A-ECF1-DD0C50C28B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04F8EA04-A10C-47FD-8499-74DDFD617FFA}"/>
              </a:ext>
            </a:extLst>
          </p:cNvPr>
          <p:cNvSpPr>
            <a:spLocks noGrp="1"/>
          </p:cNvSpPr>
          <p:nvPr>
            <p:ph type="title"/>
          </p:nvPr>
        </p:nvSpPr>
        <p:spPr>
          <a:xfrm>
            <a:off x="5380644" y="-214884"/>
            <a:ext cx="6919915" cy="1527048"/>
          </a:xfrm>
        </p:spPr>
        <p:txBody>
          <a:bodyPr vert="horz" lIns="91440" tIns="45720" rIns="91440" bIns="45720" rtlCol="0" anchor="b">
            <a:normAutofit/>
          </a:bodyPr>
          <a:lstStyle/>
          <a:p>
            <a:r>
              <a:rPr lang="en-US" sz="3600" b="1" kern="1200" dirty="0">
                <a:solidFill>
                  <a:schemeClr val="tx1"/>
                </a:solidFill>
                <a:latin typeface="+mj-lt"/>
                <a:ea typeface="+mj-ea"/>
                <a:cs typeface="+mj-cs"/>
              </a:rPr>
              <a:t>Data in Motion – Event Encryption </a:t>
            </a:r>
          </a:p>
        </p:txBody>
      </p:sp>
      <p:pic>
        <p:nvPicPr>
          <p:cNvPr id="5" name="Content Placeholder 4" descr="Digital concept which shows abstract network and concept of security optimisation and internet technology  ">
            <a:extLst>
              <a:ext uri="{FF2B5EF4-FFF2-40B4-BE49-F238E27FC236}">
                <a16:creationId xmlns:a16="http://schemas.microsoft.com/office/drawing/2014/main" id="{F02FF7EF-8C34-DC26-8919-B0A0B9934A41}"/>
              </a:ext>
            </a:extLst>
          </p:cNvPr>
          <p:cNvPicPr>
            <a:picLocks noGrp="1" noChangeAspect="1"/>
          </p:cNvPicPr>
          <p:nvPr>
            <p:ph sz="half" idx="1"/>
          </p:nvPr>
        </p:nvPicPr>
        <p:blipFill>
          <a:blip r:embed="rId3"/>
          <a:srcRect l="24946" r="28514"/>
          <a:stretch>
            <a:fillRect/>
          </a:stretch>
        </p:blipFill>
        <p:spPr>
          <a:xfrm>
            <a:off x="20" y="10"/>
            <a:ext cx="4910308" cy="6857990"/>
          </a:xfrm>
          <a:prstGeom prst="rect">
            <a:avLst/>
          </a:prstGeom>
        </p:spPr>
      </p:pic>
      <p:sp>
        <p:nvSpPr>
          <p:cNvPr id="4" name="Content Placeholder 3">
            <a:extLst>
              <a:ext uri="{FF2B5EF4-FFF2-40B4-BE49-F238E27FC236}">
                <a16:creationId xmlns:a16="http://schemas.microsoft.com/office/drawing/2014/main" id="{418534A1-12FA-5089-8FA9-B4CF279386DD}"/>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706319" y="1688188"/>
            <a:ext cx="5916169" cy="4095078"/>
          </a:xfrm>
        </p:spPr>
        <p:txBody>
          <a:bodyPr>
            <a:normAutofit lnSpcReduction="10000"/>
          </a:bodyPr>
          <a:lstStyle/>
          <a:p>
            <a:pPr marL="0" indent="0">
              <a:spcBef>
                <a:spcPts val="2500"/>
              </a:spcBef>
              <a:buNone/>
            </a:pPr>
            <a:endParaRPr lang="en-US" sz="1400" b="1" dirty="0"/>
          </a:p>
          <a:p>
            <a:pPr marL="0" indent="0">
              <a:spcBef>
                <a:spcPts val="2500"/>
              </a:spcBef>
              <a:buNone/>
            </a:pPr>
            <a:r>
              <a:rPr lang="en-US" sz="1400" b="1" dirty="0"/>
              <a:t>Protecting Transmitted Data</a:t>
            </a:r>
          </a:p>
          <a:p>
            <a:pPr marL="0" lvl="1" indent="0">
              <a:buNone/>
            </a:pPr>
            <a:r>
              <a:rPr lang="en-US" sz="1400" dirty="0"/>
              <a:t>Encryption secures event data as it travels across networks, maintaining confidentiality and preventing unauthorized access.</a:t>
            </a:r>
          </a:p>
          <a:p>
            <a:pPr marL="0" indent="0">
              <a:spcBef>
                <a:spcPts val="2500"/>
              </a:spcBef>
              <a:buNone/>
            </a:pPr>
            <a:r>
              <a:rPr lang="en-US" sz="1400" b="1" dirty="0"/>
              <a:t>Ensuring Confidentiality and Integrity</a:t>
            </a:r>
          </a:p>
          <a:p>
            <a:pPr marL="0" lvl="1" indent="0">
              <a:buNone/>
            </a:pPr>
            <a:r>
              <a:rPr lang="en-US" sz="1400" dirty="0"/>
              <a:t>Readable events are converted to unreadable formats, making them accessible only to authorized recipients and preventing tampering.</a:t>
            </a:r>
          </a:p>
          <a:p>
            <a:pPr marL="0" indent="0">
              <a:spcBef>
                <a:spcPts val="2500"/>
              </a:spcBef>
              <a:buNone/>
            </a:pPr>
            <a:r>
              <a:rPr lang="en-US" sz="1400" b="1" dirty="0"/>
              <a:t>Event Header Encryption</a:t>
            </a:r>
          </a:p>
          <a:p>
            <a:pPr marL="0" lvl="1" indent="0">
              <a:buNone/>
            </a:pPr>
            <a:r>
              <a:rPr lang="en-US" sz="1400" dirty="0"/>
              <a:t>Event headers often hold metadata and may be partially encrypted to hide crucial information from unauthorized access.</a:t>
            </a:r>
          </a:p>
          <a:p>
            <a:pPr marL="0" indent="0">
              <a:spcBef>
                <a:spcPts val="2500"/>
              </a:spcBef>
              <a:buNone/>
            </a:pPr>
            <a:r>
              <a:rPr lang="en-US" sz="1400" b="1" dirty="0"/>
              <a:t>Event Payload Encryption</a:t>
            </a:r>
          </a:p>
          <a:p>
            <a:pPr marL="0" lvl="1" indent="0">
              <a:buNone/>
            </a:pPr>
            <a:r>
              <a:rPr lang="en-US" sz="1400" dirty="0"/>
              <a:t>Event payloads contain core data and are fully encrypted, ensuring confidentiality and protection from data breaches.</a:t>
            </a:r>
          </a:p>
          <a:p>
            <a:pPr marL="0" lvl="1" indent="0">
              <a:buFont typeface="Arial" panose="020B0604020202020204" pitchFamily="34" charset="0"/>
              <a:buNone/>
            </a:pPr>
            <a:r>
              <a:rPr lang="en-US" sz="1400" dirty="0"/>
              <a:t>.</a:t>
            </a:r>
          </a:p>
        </p:txBody>
      </p:sp>
    </p:spTree>
    <p:extLst>
      <p:ext uri="{BB962C8B-B14F-4D97-AF65-F5344CB8AC3E}">
        <p14:creationId xmlns:p14="http://schemas.microsoft.com/office/powerpoint/2010/main" val="1238968708"/>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CFAA5-2E20-5136-8B50-8EFD64D94549}"/>
              </a:ext>
            </a:extLst>
          </p:cNvPr>
          <p:cNvSpPr>
            <a:spLocks noGrp="1"/>
          </p:cNvSpPr>
          <p:nvPr>
            <p:ph type="title"/>
          </p:nvPr>
        </p:nvSpPr>
        <p:spPr>
          <a:xfrm>
            <a:off x="614679" y="548639"/>
            <a:ext cx="3977640" cy="5719640"/>
          </a:xfrm>
        </p:spPr>
        <p:txBody>
          <a:bodyPr anchor="t">
            <a:normAutofit/>
          </a:bodyPr>
          <a:lstStyle/>
          <a:p>
            <a:r>
              <a:rPr lang="en-US" dirty="0"/>
              <a:t>Data at REST -  TDE Encryption for Database</a:t>
            </a:r>
          </a:p>
        </p:txBody>
      </p:sp>
      <p:graphicFrame>
        <p:nvGraphicFramePr>
          <p:cNvPr id="4" name="Content Placeholder 4">
            <a:extLst>
              <a:ext uri="{FF2B5EF4-FFF2-40B4-BE49-F238E27FC236}">
                <a16:creationId xmlns:a16="http://schemas.microsoft.com/office/drawing/2014/main" id="{63FD92DA-C50D-40D6-B36C-3E7F9E60D4D6}"/>
              </a:ext>
            </a:extLst>
          </p:cNvPr>
          <p:cNvGraphicFramePr>
            <a:graphicFrameLocks noGrp="1"/>
          </p:cNvGraphicFramePr>
          <p:nvPr>
            <p:ph idx="1"/>
            <p:extLst>
              <p:ext uri="{D42A27DB-BD31-4B8C-83A1-F6EECF244321}">
                <p14:modId xmlns:p14="http://schemas.microsoft.com/office/powerpoint/2010/main" val="1499595345"/>
              </p:ext>
              <p:ext uri="{E7BDC344-281C-4309-B0C6-D0EE65EED2A8}">
                <p202:designPr xmlns:p202="http://schemas.microsoft.com/office/powerpoint/2020/02/main">
                  <p202:designTagLst>
                    <p202:designTag name="ARCH:1:CLS" val="InformationBlock"/>
                    <p202:designTag name="ARCH:1:VSVAR" val="VisualTitledTextBox"/>
                  </p202:designTagLst>
                </p202:designPr>
              </p:ext>
            </p:extLst>
          </p:nvPr>
        </p:nvGraphicFramePr>
        <p:xfrm>
          <a:off x="5387542" y="548639"/>
          <a:ext cx="6189780" cy="58613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94097987"/>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B2F8EF-64C2-DE58-E224-3F20377FCAEE}"/>
              </a:ext>
            </a:extLst>
          </p:cNvPr>
          <p:cNvSpPr>
            <a:spLocks noGrp="1"/>
          </p:cNvSpPr>
          <p:nvPr>
            <p:ph type="title"/>
          </p:nvPr>
        </p:nvSpPr>
        <p:spPr>
          <a:xfrm>
            <a:off x="612648" y="600074"/>
            <a:ext cx="6035040" cy="1529932"/>
          </a:xfrm>
        </p:spPr>
        <p:txBody>
          <a:bodyPr vert="horz" lIns="91440" tIns="45720" rIns="91440" bIns="45720" rtlCol="0" anchor="b">
            <a:normAutofit/>
          </a:bodyPr>
          <a:lstStyle/>
          <a:p>
            <a:r>
              <a:rPr lang="en-US" sz="3600" b="1" kern="1200" dirty="0">
                <a:solidFill>
                  <a:schemeClr val="tx1"/>
                </a:solidFill>
                <a:latin typeface="+mj-lt"/>
                <a:ea typeface="+mj-ea"/>
                <a:cs typeface="+mj-cs"/>
              </a:rPr>
              <a:t>TDE Challenges</a:t>
            </a:r>
          </a:p>
        </p:txBody>
      </p:sp>
      <p:pic>
        <p:nvPicPr>
          <p:cNvPr id="5" name="Content Placeholder 4" descr="Man walking in the blue lights.">
            <a:extLst>
              <a:ext uri="{FF2B5EF4-FFF2-40B4-BE49-F238E27FC236}">
                <a16:creationId xmlns:a16="http://schemas.microsoft.com/office/drawing/2014/main" id="{68CE68B1-2A2D-46D5-88A0-280BAD27E8F1}"/>
              </a:ext>
            </a:extLst>
          </p:cNvPr>
          <p:cNvPicPr>
            <a:picLocks noGrp="1" noChangeAspect="1"/>
          </p:cNvPicPr>
          <p:nvPr>
            <p:ph sz="half" idx="1"/>
          </p:nvPr>
        </p:nvPicPr>
        <p:blipFill>
          <a:blip r:embed="rId3"/>
          <a:srcRect l="36513" r="20734" b="1"/>
          <a:stretch>
            <a:fillRect/>
          </a:stretch>
        </p:blipFill>
        <p:spPr>
          <a:xfrm>
            <a:off x="7345680" y="10"/>
            <a:ext cx="4846320" cy="6857990"/>
          </a:xfrm>
          <a:prstGeom prst="rect">
            <a:avLst/>
          </a:prstGeom>
        </p:spPr>
      </p:pic>
      <p:sp>
        <p:nvSpPr>
          <p:cNvPr id="4" name="Content Placeholder 3">
            <a:extLst>
              <a:ext uri="{FF2B5EF4-FFF2-40B4-BE49-F238E27FC236}">
                <a16:creationId xmlns:a16="http://schemas.microsoft.com/office/drawing/2014/main" id="{279D4333-5B73-D62D-3738-7E9DFF84C424}"/>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2212848"/>
            <a:ext cx="6035041" cy="4096512"/>
          </a:xfrm>
        </p:spPr>
        <p:txBody>
          <a:bodyPr>
            <a:normAutofit/>
          </a:bodyPr>
          <a:lstStyle/>
          <a:p>
            <a:pPr marL="0" indent="0">
              <a:spcBef>
                <a:spcPts val="2500"/>
              </a:spcBef>
              <a:buFont typeface="Arial" panose="020B0604020202020204" pitchFamily="34" charset="0"/>
              <a:buNone/>
            </a:pPr>
            <a:r>
              <a:rPr lang="en-US" sz="1400" b="1" dirty="0"/>
              <a:t>Managing Performance Overhead</a:t>
            </a:r>
          </a:p>
          <a:p>
            <a:pPr marL="0" lvl="1" indent="0">
              <a:buFont typeface="Arial" panose="020B0604020202020204" pitchFamily="34" charset="0"/>
              <a:buNone/>
            </a:pPr>
            <a:r>
              <a:rPr lang="en-US" sz="1400" dirty="0"/>
              <a:t>TDE introduces real-time encryption and decryption, which may affect system performance and require optimization.</a:t>
            </a:r>
          </a:p>
          <a:p>
            <a:pPr marL="0" indent="0">
              <a:spcBef>
                <a:spcPts val="2500"/>
              </a:spcBef>
              <a:buFont typeface="Arial" panose="020B0604020202020204" pitchFamily="34" charset="0"/>
              <a:buNone/>
            </a:pPr>
            <a:r>
              <a:rPr lang="en-US" sz="1400" b="1" dirty="0"/>
              <a:t>Secure Key Management</a:t>
            </a:r>
          </a:p>
          <a:p>
            <a:pPr marL="0" lvl="1" indent="0">
              <a:buFont typeface="Arial" panose="020B0604020202020204" pitchFamily="34" charset="0"/>
              <a:buNone/>
            </a:pPr>
            <a:r>
              <a:rPr lang="en-US" sz="1400" dirty="0"/>
              <a:t>Handling encryption keys securely demands robust policies and specialized tools to protect sensitive data.</a:t>
            </a:r>
          </a:p>
          <a:p>
            <a:pPr marL="0" indent="0">
              <a:spcBef>
                <a:spcPts val="2500"/>
              </a:spcBef>
              <a:buFont typeface="Arial" panose="020B0604020202020204" pitchFamily="34" charset="0"/>
              <a:buNone/>
            </a:pPr>
            <a:r>
              <a:rPr lang="en-US" sz="1400" b="1" dirty="0"/>
              <a:t>Addressing Compatibility Issues</a:t>
            </a:r>
          </a:p>
          <a:p>
            <a:pPr marL="0" lvl="1" indent="0">
              <a:buFont typeface="Arial" panose="020B0604020202020204" pitchFamily="34" charset="0"/>
              <a:buNone/>
            </a:pPr>
            <a:r>
              <a:rPr lang="en-US" sz="1400" dirty="0"/>
              <a:t>Backup, restore, and migration can encounter compatibility issues, requiring thorough planning and testing.</a:t>
            </a:r>
          </a:p>
        </p:txBody>
      </p:sp>
    </p:spTree>
    <p:extLst>
      <p:ext uri="{BB962C8B-B14F-4D97-AF65-F5344CB8AC3E}">
        <p14:creationId xmlns:p14="http://schemas.microsoft.com/office/powerpoint/2010/main" val="2462498560"/>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6506EB-1F01-91C0-6EFD-4C42C5E63321}"/>
              </a:ext>
            </a:extLst>
          </p:cNvPr>
          <p:cNvSpPr>
            <a:spLocks noGrp="1"/>
          </p:cNvSpPr>
          <p:nvPr>
            <p:ph type="title"/>
          </p:nvPr>
        </p:nvSpPr>
        <p:spPr>
          <a:xfrm>
            <a:off x="5568534" y="603504"/>
            <a:ext cx="5916169" cy="1527048"/>
          </a:xfrm>
        </p:spPr>
        <p:txBody>
          <a:bodyPr vert="horz" lIns="91440" tIns="45720" rIns="91440" bIns="45720" rtlCol="0" anchor="b">
            <a:normAutofit/>
          </a:bodyPr>
          <a:lstStyle/>
          <a:p>
            <a:r>
              <a:rPr lang="en-US" sz="3600" b="1" kern="1200" dirty="0">
                <a:solidFill>
                  <a:schemeClr val="tx1"/>
                </a:solidFill>
                <a:latin typeface="+mj-lt"/>
                <a:ea typeface="+mj-ea"/>
                <a:cs typeface="+mj-cs"/>
              </a:rPr>
              <a:t>Column Level Encryption</a:t>
            </a:r>
          </a:p>
        </p:txBody>
      </p:sp>
      <p:pic>
        <p:nvPicPr>
          <p:cNvPr id="5" name="Content Placeholder 4" descr="Data storage or cloud computing concept. Data base with blue combination padlock">
            <a:extLst>
              <a:ext uri="{FF2B5EF4-FFF2-40B4-BE49-F238E27FC236}">
                <a16:creationId xmlns:a16="http://schemas.microsoft.com/office/drawing/2014/main" id="{C0384CB3-308C-4B18-A1A9-DB38B1961C5B}"/>
              </a:ext>
            </a:extLst>
          </p:cNvPr>
          <p:cNvPicPr>
            <a:picLocks noGrp="1" noChangeAspect="1"/>
          </p:cNvPicPr>
          <p:nvPr>
            <p:ph sz="half" idx="1"/>
          </p:nvPr>
        </p:nvPicPr>
        <p:blipFill>
          <a:blip r:embed="rId3"/>
          <a:srcRect l="15891" r="19669"/>
          <a:stretch>
            <a:fillRect/>
          </a:stretch>
        </p:blipFill>
        <p:spPr>
          <a:xfrm>
            <a:off x="20" y="10"/>
            <a:ext cx="4910308" cy="6857990"/>
          </a:xfrm>
          <a:prstGeom prst="rect">
            <a:avLst/>
          </a:prstGeom>
        </p:spPr>
      </p:pic>
      <p:sp>
        <p:nvSpPr>
          <p:cNvPr id="4" name="Content Placeholder 3">
            <a:extLst>
              <a:ext uri="{FF2B5EF4-FFF2-40B4-BE49-F238E27FC236}">
                <a16:creationId xmlns:a16="http://schemas.microsoft.com/office/drawing/2014/main" id="{17055728-E20B-FB26-6731-6533DBF1C28D}"/>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68533" y="2214282"/>
            <a:ext cx="5916169" cy="4095078"/>
          </a:xfrm>
        </p:spPr>
        <p:txBody>
          <a:bodyPr>
            <a:normAutofit/>
          </a:bodyPr>
          <a:lstStyle/>
          <a:p>
            <a:pPr marL="0" indent="0">
              <a:spcBef>
                <a:spcPts val="2500"/>
              </a:spcBef>
              <a:buFont typeface="Arial" panose="020B0604020202020204" pitchFamily="34" charset="0"/>
              <a:buNone/>
            </a:pPr>
            <a:r>
              <a:rPr lang="en-US" sz="1400" b="1" dirty="0"/>
              <a:t>Protecting Sensitive Fields</a:t>
            </a:r>
          </a:p>
          <a:p>
            <a:pPr marL="0" lvl="1" indent="0">
              <a:buFont typeface="Arial" panose="020B0604020202020204" pitchFamily="34" charset="0"/>
              <a:buNone/>
            </a:pPr>
            <a:r>
              <a:rPr lang="en-US" sz="1400" dirty="0"/>
              <a:t>Column encryption secures confidential data by encrypting only specific fields, reducing unnecessary exposure and enhancing privacy.</a:t>
            </a:r>
          </a:p>
          <a:p>
            <a:pPr marL="0" indent="0">
              <a:spcBef>
                <a:spcPts val="2500"/>
              </a:spcBef>
              <a:buFont typeface="Arial" panose="020B0604020202020204" pitchFamily="34" charset="0"/>
              <a:buNone/>
            </a:pPr>
            <a:r>
              <a:rPr lang="en-US" sz="1400" b="1" dirty="0"/>
              <a:t>Granular Access Control</a:t>
            </a:r>
          </a:p>
          <a:p>
            <a:pPr marL="0" lvl="1" indent="0">
              <a:buFont typeface="Arial" panose="020B0604020202020204" pitchFamily="34" charset="0"/>
              <a:buNone/>
            </a:pPr>
            <a:r>
              <a:rPr lang="en-US" sz="1400" dirty="0"/>
              <a:t>Authorized users are granted access to encrypted columns, providing precise control over who can view sensitive information.</a:t>
            </a:r>
          </a:p>
        </p:txBody>
      </p:sp>
    </p:spTree>
    <p:extLst>
      <p:ext uri="{BB962C8B-B14F-4D97-AF65-F5344CB8AC3E}">
        <p14:creationId xmlns:p14="http://schemas.microsoft.com/office/powerpoint/2010/main" val="263262271"/>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5F7128-8E20-52CF-69DD-97A12CCE80C9}"/>
              </a:ext>
            </a:extLst>
          </p:cNvPr>
          <p:cNvSpPr>
            <a:spLocks noGrp="1"/>
          </p:cNvSpPr>
          <p:nvPr>
            <p:ph type="title"/>
          </p:nvPr>
        </p:nvSpPr>
        <p:spPr>
          <a:xfrm>
            <a:off x="5568534" y="603504"/>
            <a:ext cx="5916169" cy="1527048"/>
          </a:xfrm>
        </p:spPr>
        <p:txBody>
          <a:bodyPr vert="horz" lIns="91440" tIns="45720" rIns="91440" bIns="45720" rtlCol="0" anchor="b">
            <a:normAutofit/>
          </a:bodyPr>
          <a:lstStyle/>
          <a:p>
            <a:r>
              <a:rPr lang="en-US" sz="3600" b="1" kern="1200" dirty="0">
                <a:solidFill>
                  <a:schemeClr val="tx1"/>
                </a:solidFill>
                <a:latin typeface="+mj-lt"/>
                <a:ea typeface="+mj-ea"/>
                <a:cs typeface="+mj-cs"/>
              </a:rPr>
              <a:t>TDE vs Column Encryption</a:t>
            </a:r>
          </a:p>
        </p:txBody>
      </p:sp>
      <p:pic>
        <p:nvPicPr>
          <p:cNvPr id="5" name="Content Placeholder 4" descr="Safe storage concept isolated on white background">
            <a:extLst>
              <a:ext uri="{FF2B5EF4-FFF2-40B4-BE49-F238E27FC236}">
                <a16:creationId xmlns:a16="http://schemas.microsoft.com/office/drawing/2014/main" id="{D3F23C02-7C29-418A-82A8-D2E3849542A1}"/>
              </a:ext>
            </a:extLst>
          </p:cNvPr>
          <p:cNvPicPr>
            <a:picLocks noGrp="1" noChangeAspect="1"/>
          </p:cNvPicPr>
          <p:nvPr>
            <p:ph sz="half" idx="1"/>
          </p:nvPr>
        </p:nvPicPr>
        <p:blipFill>
          <a:blip r:embed="rId3"/>
          <a:srcRect r="28400"/>
          <a:stretch>
            <a:fillRect/>
          </a:stretch>
        </p:blipFill>
        <p:spPr>
          <a:xfrm>
            <a:off x="20" y="10"/>
            <a:ext cx="4910308" cy="6857990"/>
          </a:xfrm>
          <a:prstGeom prst="rect">
            <a:avLst/>
          </a:prstGeom>
        </p:spPr>
      </p:pic>
      <p:sp>
        <p:nvSpPr>
          <p:cNvPr id="4" name="Content Placeholder 3">
            <a:extLst>
              <a:ext uri="{FF2B5EF4-FFF2-40B4-BE49-F238E27FC236}">
                <a16:creationId xmlns:a16="http://schemas.microsoft.com/office/drawing/2014/main" id="{B4C2F789-CDF2-4904-596B-49092FC36888}"/>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68533" y="2214282"/>
            <a:ext cx="5916169" cy="4095078"/>
          </a:xfrm>
        </p:spPr>
        <p:txBody>
          <a:bodyPr>
            <a:normAutofit/>
          </a:bodyPr>
          <a:lstStyle/>
          <a:p>
            <a:pPr marL="0" indent="0">
              <a:spcBef>
                <a:spcPts val="2500"/>
              </a:spcBef>
              <a:buFont typeface="Arial" panose="020B0604020202020204" pitchFamily="34" charset="0"/>
              <a:buNone/>
            </a:pPr>
            <a:r>
              <a:rPr lang="en-US" sz="1400" b="1" dirty="0"/>
              <a:t>Transparent Data Encryption</a:t>
            </a:r>
          </a:p>
          <a:p>
            <a:pPr marL="0" lvl="1" indent="0">
              <a:buFont typeface="Arial" panose="020B0604020202020204" pitchFamily="34" charset="0"/>
              <a:buNone/>
            </a:pPr>
            <a:r>
              <a:rPr lang="en-US" sz="1400" dirty="0"/>
              <a:t>TDE encrypts the entire database at rest, safeguarding backups and logs with minimal application changes.</a:t>
            </a:r>
          </a:p>
          <a:p>
            <a:pPr marL="0" indent="0">
              <a:spcBef>
                <a:spcPts val="2500"/>
              </a:spcBef>
              <a:buFont typeface="Arial" panose="020B0604020202020204" pitchFamily="34" charset="0"/>
              <a:buNone/>
            </a:pPr>
            <a:r>
              <a:rPr lang="en-US" sz="1400" b="1" dirty="0"/>
              <a:t>Column Level Encryption</a:t>
            </a:r>
          </a:p>
          <a:p>
            <a:pPr marL="0" lvl="1" indent="0">
              <a:buFont typeface="Arial" panose="020B0604020202020204" pitchFamily="34" charset="0"/>
              <a:buNone/>
            </a:pPr>
            <a:r>
              <a:rPr lang="en-US" sz="1400" dirty="0"/>
              <a:t>Column Encryption secures specific sensitive fields, offering detailed protection during processing and data transfer.</a:t>
            </a:r>
          </a:p>
          <a:p>
            <a:pPr marL="0" indent="0">
              <a:spcBef>
                <a:spcPts val="2500"/>
              </a:spcBef>
              <a:buFont typeface="Arial" panose="020B0604020202020204" pitchFamily="34" charset="0"/>
              <a:buNone/>
            </a:pPr>
            <a:r>
              <a:rPr lang="en-US" sz="1400" b="1" dirty="0"/>
              <a:t>Choosing the Right Approach</a:t>
            </a:r>
          </a:p>
          <a:p>
            <a:pPr marL="0" lvl="1" indent="0">
              <a:buFont typeface="Arial" panose="020B0604020202020204" pitchFamily="34" charset="0"/>
              <a:buNone/>
            </a:pPr>
            <a:r>
              <a:rPr lang="en-US" sz="1400" dirty="0"/>
              <a:t>The choice depends on compliance, performance needs, and application complexity, balancing security and efficiency.</a:t>
            </a:r>
          </a:p>
        </p:txBody>
      </p:sp>
    </p:spTree>
    <p:extLst>
      <p:ext uri="{BB962C8B-B14F-4D97-AF65-F5344CB8AC3E}">
        <p14:creationId xmlns:p14="http://schemas.microsoft.com/office/powerpoint/2010/main" val="2107602525"/>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961111-7B54-FB78-3AA9-593C5A13CDB4}"/>
              </a:ext>
            </a:extLst>
          </p:cNvPr>
          <p:cNvSpPr>
            <a:spLocks noGrp="1"/>
          </p:cNvSpPr>
          <p:nvPr>
            <p:ph type="title"/>
          </p:nvPr>
        </p:nvSpPr>
        <p:spPr>
          <a:xfrm>
            <a:off x="612648" y="600074"/>
            <a:ext cx="6035040" cy="1529932"/>
          </a:xfrm>
        </p:spPr>
        <p:txBody>
          <a:bodyPr vert="horz" lIns="91440" tIns="45720" rIns="91440" bIns="45720" rtlCol="0" anchor="b">
            <a:normAutofit/>
          </a:bodyPr>
          <a:lstStyle/>
          <a:p>
            <a:r>
              <a:rPr lang="en-US" sz="3600" b="1" kern="1200" dirty="0">
                <a:solidFill>
                  <a:schemeClr val="tx1"/>
                </a:solidFill>
                <a:latin typeface="+mj-lt"/>
                <a:ea typeface="+mj-ea"/>
                <a:cs typeface="+mj-cs"/>
              </a:rPr>
              <a:t>Data at REST - File Encryption</a:t>
            </a:r>
          </a:p>
        </p:txBody>
      </p:sp>
      <p:pic>
        <p:nvPicPr>
          <p:cNvPr id="5" name="Content Placeholder 4" descr="Modern background">
            <a:extLst>
              <a:ext uri="{FF2B5EF4-FFF2-40B4-BE49-F238E27FC236}">
                <a16:creationId xmlns:a16="http://schemas.microsoft.com/office/drawing/2014/main" id="{51E6CD83-0DF2-4BD3-BA78-2A0C60DB75DB}"/>
              </a:ext>
            </a:extLst>
          </p:cNvPr>
          <p:cNvPicPr>
            <a:picLocks noGrp="1" noChangeAspect="1"/>
          </p:cNvPicPr>
          <p:nvPr>
            <p:ph sz="half" idx="1"/>
          </p:nvPr>
        </p:nvPicPr>
        <p:blipFill>
          <a:blip r:embed="rId3"/>
          <a:srcRect l="22098" r="30731" b="-1"/>
          <a:stretch>
            <a:fillRect/>
          </a:stretch>
        </p:blipFill>
        <p:spPr>
          <a:xfrm>
            <a:off x="7345680" y="10"/>
            <a:ext cx="4846320" cy="6857990"/>
          </a:xfrm>
          <a:prstGeom prst="rect">
            <a:avLst/>
          </a:prstGeom>
        </p:spPr>
      </p:pic>
      <p:sp>
        <p:nvSpPr>
          <p:cNvPr id="4" name="Content Placeholder 3">
            <a:extLst>
              <a:ext uri="{FF2B5EF4-FFF2-40B4-BE49-F238E27FC236}">
                <a16:creationId xmlns:a16="http://schemas.microsoft.com/office/drawing/2014/main" id="{D488911A-5D36-0F78-4ED5-BE4DE944ED0B}"/>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2212848"/>
            <a:ext cx="6035041" cy="4096512"/>
          </a:xfrm>
        </p:spPr>
        <p:txBody>
          <a:bodyPr>
            <a:normAutofit/>
          </a:bodyPr>
          <a:lstStyle/>
          <a:p>
            <a:pPr marL="0" indent="0">
              <a:spcBef>
                <a:spcPts val="2500"/>
              </a:spcBef>
              <a:buFont typeface="Arial" panose="020B0604020202020204" pitchFamily="34" charset="0"/>
              <a:buNone/>
            </a:pPr>
            <a:r>
              <a:rPr lang="en-US" sz="1400" b="1" dirty="0"/>
              <a:t>What is File Encryption </a:t>
            </a:r>
          </a:p>
          <a:p>
            <a:pPr marL="0" lvl="1" indent="0">
              <a:buNone/>
            </a:pPr>
            <a:r>
              <a:rPr lang="en-US" sz="1400" dirty="0"/>
              <a:t>File encryption is the process of converting data into unreadable format using a mathematical algorithm (a cipher) to prevent unauthorized access. To access the original information, the "ciphertext" must be decrypted with a unique "key". This process protects sensitive information when files are at rest (or even in transit i.e. when exchanging Files across Networks).</a:t>
            </a:r>
          </a:p>
          <a:p>
            <a:pPr marL="0" indent="0">
              <a:spcBef>
                <a:spcPts val="2500"/>
              </a:spcBef>
              <a:buFont typeface="Arial" panose="020B0604020202020204" pitchFamily="34" charset="0"/>
              <a:buNone/>
            </a:pPr>
            <a:r>
              <a:rPr lang="en-US" sz="1400" b="1" dirty="0"/>
              <a:t>Privacy and Security Benefits</a:t>
            </a:r>
          </a:p>
          <a:p>
            <a:pPr marL="0" lvl="1" indent="0">
              <a:buFont typeface="Arial" panose="020B0604020202020204" pitchFamily="34" charset="0"/>
              <a:buNone/>
            </a:pPr>
            <a:r>
              <a:rPr lang="en-US" sz="1400" dirty="0"/>
              <a:t>File encryption secures sensitive information, preventing unauthorized access and data breaches.</a:t>
            </a:r>
          </a:p>
          <a:p>
            <a:pPr marL="0" indent="0">
              <a:spcBef>
                <a:spcPts val="2500"/>
              </a:spcBef>
              <a:buFont typeface="Arial" panose="020B0604020202020204" pitchFamily="34" charset="0"/>
              <a:buNone/>
            </a:pPr>
            <a:r>
              <a:rPr lang="en-US" sz="1400" b="1" dirty="0"/>
              <a:t>Major File Encryption Tools</a:t>
            </a:r>
          </a:p>
          <a:p>
            <a:pPr marL="0" lvl="1" indent="0">
              <a:buFont typeface="Arial" panose="020B0604020202020204" pitchFamily="34" charset="0"/>
              <a:buNone/>
            </a:pPr>
            <a:r>
              <a:rPr lang="en-US" sz="1100" b="0" i="0" dirty="0">
                <a:solidFill>
                  <a:srgbClr val="001D35"/>
                </a:solidFill>
                <a:effectLst/>
                <a:latin typeface="Google Sans"/>
              </a:rPr>
              <a:t>Enterprise file encryption tools include solutions like </a:t>
            </a:r>
            <a:r>
              <a:rPr lang="en-US" sz="1100" dirty="0"/>
              <a:t>Symantec Encryption &amp;  VeraCrypt,  they </a:t>
            </a:r>
            <a:r>
              <a:rPr lang="en-US" sz="1100" b="0" i="0" dirty="0">
                <a:solidFill>
                  <a:srgbClr val="001D35"/>
                </a:solidFill>
                <a:effectLst/>
                <a:latin typeface="Google Sans"/>
              </a:rPr>
              <a:t>offer AES 256 encryption. .</a:t>
            </a:r>
            <a:endParaRPr lang="en-US" sz="1400" dirty="0"/>
          </a:p>
        </p:txBody>
      </p:sp>
    </p:spTree>
    <p:extLst>
      <p:ext uri="{BB962C8B-B14F-4D97-AF65-F5344CB8AC3E}">
        <p14:creationId xmlns:p14="http://schemas.microsoft.com/office/powerpoint/2010/main" val="996580091"/>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3850D6-558B-C9EA-200C-FBBA5ADC7D1A}"/>
              </a:ext>
            </a:extLst>
          </p:cNvPr>
          <p:cNvSpPr>
            <a:spLocks noGrp="1"/>
          </p:cNvSpPr>
          <p:nvPr>
            <p:ph type="title"/>
          </p:nvPr>
        </p:nvSpPr>
        <p:spPr>
          <a:xfrm>
            <a:off x="612648" y="600074"/>
            <a:ext cx="6035040" cy="1529932"/>
          </a:xfrm>
        </p:spPr>
        <p:txBody>
          <a:bodyPr vert="horz" lIns="91440" tIns="45720" rIns="91440" bIns="45720" rtlCol="0" anchor="b">
            <a:normAutofit/>
          </a:bodyPr>
          <a:lstStyle/>
          <a:p>
            <a:r>
              <a:rPr lang="en-US" sz="3600" b="1" kern="1200" dirty="0">
                <a:solidFill>
                  <a:schemeClr val="tx1"/>
                </a:solidFill>
                <a:latin typeface="+mj-lt"/>
                <a:ea typeface="+mj-ea"/>
                <a:cs typeface="+mj-cs"/>
              </a:rPr>
              <a:t>Encryption General Challenges</a:t>
            </a:r>
          </a:p>
        </p:txBody>
      </p:sp>
      <p:pic>
        <p:nvPicPr>
          <p:cNvPr id="5" name="Content Placeholder 4" descr="Digital padlock art">
            <a:extLst>
              <a:ext uri="{FF2B5EF4-FFF2-40B4-BE49-F238E27FC236}">
                <a16:creationId xmlns:a16="http://schemas.microsoft.com/office/drawing/2014/main" id="{467E630A-432A-46CD-A1E7-C5889FFBE8A6}"/>
              </a:ext>
            </a:extLst>
          </p:cNvPr>
          <p:cNvPicPr>
            <a:picLocks noGrp="1" noChangeAspect="1"/>
          </p:cNvPicPr>
          <p:nvPr>
            <p:ph sz="half" idx="1"/>
          </p:nvPr>
        </p:nvPicPr>
        <p:blipFill>
          <a:blip r:embed="rId3"/>
          <a:srcRect l="6563" r="41496" b="-2"/>
          <a:stretch>
            <a:fillRect/>
          </a:stretch>
        </p:blipFill>
        <p:spPr>
          <a:xfrm>
            <a:off x="7345680" y="10"/>
            <a:ext cx="4846320" cy="6857990"/>
          </a:xfrm>
          <a:prstGeom prst="rect">
            <a:avLst/>
          </a:prstGeom>
        </p:spPr>
      </p:pic>
      <p:sp>
        <p:nvSpPr>
          <p:cNvPr id="4" name="Content Placeholder 3">
            <a:extLst>
              <a:ext uri="{FF2B5EF4-FFF2-40B4-BE49-F238E27FC236}">
                <a16:creationId xmlns:a16="http://schemas.microsoft.com/office/drawing/2014/main" id="{6EC822BC-A177-EEE8-59EB-C0B89F7BFC50}"/>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2212848"/>
            <a:ext cx="6035041" cy="4096512"/>
          </a:xfrm>
        </p:spPr>
        <p:txBody>
          <a:bodyPr>
            <a:normAutofit/>
          </a:bodyPr>
          <a:lstStyle/>
          <a:p>
            <a:pPr marL="0" indent="0">
              <a:spcBef>
                <a:spcPts val="2500"/>
              </a:spcBef>
              <a:buFont typeface="Arial" panose="020B0604020202020204" pitchFamily="34" charset="0"/>
              <a:buNone/>
            </a:pPr>
            <a:r>
              <a:rPr lang="en-US" sz="1400" b="1" dirty="0"/>
              <a:t>Balancing Security and Performance</a:t>
            </a:r>
          </a:p>
          <a:p>
            <a:pPr marL="0" marR="0" lvl="0" indent="0" defTabSz="914400" eaLnBrk="1" fontAlgn="auto" latinLnBrk="0" hangingPunct="1">
              <a:lnSpc>
                <a:spcPct val="100000"/>
              </a:lnSpc>
              <a:spcBef>
                <a:spcPts val="0"/>
              </a:spcBef>
              <a:spcAft>
                <a:spcPts val="0"/>
              </a:spcAft>
              <a:buClrTx/>
              <a:buSzTx/>
              <a:buFontTx/>
              <a:buNone/>
              <a:tabLst/>
              <a:defRPr/>
            </a:pPr>
            <a:r>
              <a:rPr lang="en-US" sz="1400" dirty="0"/>
              <a:t>Encryption can introduce latency, impacting performance especially in real-time processing systems.</a:t>
            </a:r>
          </a:p>
          <a:p>
            <a:pPr marL="0" indent="0">
              <a:spcBef>
                <a:spcPts val="2500"/>
              </a:spcBef>
              <a:buFont typeface="Arial" panose="020B0604020202020204" pitchFamily="34" charset="0"/>
              <a:buNone/>
            </a:pPr>
            <a:r>
              <a:rPr lang="en-US" sz="1400" b="1" dirty="0"/>
              <a:t>Key Management Complexity </a:t>
            </a:r>
          </a:p>
          <a:p>
            <a:pPr marL="0" marR="0" lvl="0" indent="0" defTabSz="914400" eaLnBrk="1" fontAlgn="auto" latinLnBrk="0" hangingPunct="1">
              <a:lnSpc>
                <a:spcPct val="100000"/>
              </a:lnSpc>
              <a:spcBef>
                <a:spcPts val="0"/>
              </a:spcBef>
              <a:spcAft>
                <a:spcPts val="0"/>
              </a:spcAft>
              <a:buClrTx/>
              <a:buSzTx/>
              <a:buFontTx/>
              <a:buNone/>
              <a:tabLst/>
              <a:defRPr/>
            </a:pPr>
            <a:r>
              <a:rPr lang="en-US" sz="1400" dirty="0"/>
              <a:t>Securely storing, rotating, and distributing encryption keys demands robust infrastructure and strict policies.</a:t>
            </a:r>
          </a:p>
          <a:p>
            <a:pPr marL="0" indent="0">
              <a:spcBef>
                <a:spcPts val="2500"/>
              </a:spcBef>
              <a:buFont typeface="Arial" panose="020B0604020202020204" pitchFamily="34" charset="0"/>
              <a:buNone/>
            </a:pPr>
            <a:r>
              <a:rPr lang="en-US" sz="1400" b="1" dirty="0"/>
              <a:t>Legacy System Integration</a:t>
            </a:r>
          </a:p>
          <a:p>
            <a:pPr marL="0" marR="0" lvl="0" indent="0" defTabSz="914400" eaLnBrk="1" fontAlgn="auto" latinLnBrk="0" hangingPunct="1">
              <a:lnSpc>
                <a:spcPct val="100000"/>
              </a:lnSpc>
              <a:spcBef>
                <a:spcPts val="0"/>
              </a:spcBef>
              <a:spcAft>
                <a:spcPts val="0"/>
              </a:spcAft>
              <a:buClrTx/>
              <a:buSzTx/>
              <a:buFontTx/>
              <a:buNone/>
              <a:tabLst/>
              <a:defRPr/>
            </a:pPr>
            <a:r>
              <a:rPr lang="en-US" sz="1400" dirty="0"/>
              <a:t>Integrating encryption with outdated architectures (specially with Corebanking where many banks run on Older Platforms) poses compatibility and support challenges</a:t>
            </a:r>
          </a:p>
        </p:txBody>
      </p:sp>
    </p:spTree>
    <p:extLst>
      <p:ext uri="{BB962C8B-B14F-4D97-AF65-F5344CB8AC3E}">
        <p14:creationId xmlns:p14="http://schemas.microsoft.com/office/powerpoint/2010/main" val="2242750662"/>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48087E-B321-2E9D-6EB5-4139F9AEF9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903017-7207-BD42-05C1-36A7283596A1}"/>
              </a:ext>
            </a:extLst>
          </p:cNvPr>
          <p:cNvSpPr>
            <a:spLocks noGrp="1"/>
          </p:cNvSpPr>
          <p:nvPr>
            <p:ph type="ctrTitle"/>
          </p:nvPr>
        </p:nvSpPr>
        <p:spPr>
          <a:xfrm>
            <a:off x="1269838" y="488407"/>
            <a:ext cx="9652323" cy="2774393"/>
          </a:xfrm>
        </p:spPr>
        <p:txBody>
          <a:bodyPr>
            <a:normAutofit/>
          </a:bodyPr>
          <a:lstStyle/>
          <a:p>
            <a:pPr algn="l"/>
            <a:r>
              <a:rPr lang="en-US" sz="4600" dirty="0"/>
              <a:t>Data Masking</a:t>
            </a:r>
          </a:p>
        </p:txBody>
      </p:sp>
    </p:spTree>
    <p:extLst>
      <p:ext uri="{BB962C8B-B14F-4D97-AF65-F5344CB8AC3E}">
        <p14:creationId xmlns:p14="http://schemas.microsoft.com/office/powerpoint/2010/main" val="31297174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5E31B7-B021-BEC6-2453-2691DE7182FD}"/>
              </a:ext>
            </a:extLst>
          </p:cNvPr>
          <p:cNvSpPr>
            <a:spLocks noGrp="1"/>
          </p:cNvSpPr>
          <p:nvPr>
            <p:ph type="title"/>
          </p:nvPr>
        </p:nvSpPr>
        <p:spPr>
          <a:xfrm>
            <a:off x="612648" y="600074"/>
            <a:ext cx="6035040" cy="1529932"/>
          </a:xfrm>
        </p:spPr>
        <p:txBody>
          <a:bodyPr vert="horz" lIns="91440" tIns="45720" rIns="91440" bIns="45720" rtlCol="0" anchor="b">
            <a:normAutofit/>
          </a:bodyPr>
          <a:lstStyle/>
          <a:p>
            <a:r>
              <a:rPr lang="en-US" sz="3600" b="1" kern="1200" dirty="0">
                <a:solidFill>
                  <a:schemeClr val="tx1"/>
                </a:solidFill>
                <a:latin typeface="+mj-lt"/>
                <a:ea typeface="+mj-ea"/>
                <a:cs typeface="+mj-cs"/>
              </a:rPr>
              <a:t>Data Masking</a:t>
            </a:r>
          </a:p>
        </p:txBody>
      </p:sp>
      <p:pic>
        <p:nvPicPr>
          <p:cNvPr id="5" name="Content Placeholder 4" descr="Document">
            <a:extLst>
              <a:ext uri="{FF2B5EF4-FFF2-40B4-BE49-F238E27FC236}">
                <a16:creationId xmlns:a16="http://schemas.microsoft.com/office/drawing/2014/main" id="{8D9762EB-DF2D-4312-8A2B-2CE059E01077}"/>
              </a:ext>
            </a:extLst>
          </p:cNvPr>
          <p:cNvPicPr>
            <a:picLocks noGrp="1" noChangeAspect="1"/>
          </p:cNvPicPr>
          <p:nvPr>
            <p:ph sz="half" idx="1"/>
          </p:nvPr>
        </p:nvPicPr>
        <p:blipFill>
          <a:blip r:embed="rId3"/>
          <a:srcRect l="29941" r="17059"/>
          <a:stretch>
            <a:fillRect/>
          </a:stretch>
        </p:blipFill>
        <p:spPr>
          <a:xfrm>
            <a:off x="7345680" y="10"/>
            <a:ext cx="4846320" cy="6857990"/>
          </a:xfrm>
          <a:prstGeom prst="rect">
            <a:avLst/>
          </a:prstGeom>
        </p:spPr>
      </p:pic>
      <p:sp>
        <p:nvSpPr>
          <p:cNvPr id="4" name="Content Placeholder 3">
            <a:extLst>
              <a:ext uri="{FF2B5EF4-FFF2-40B4-BE49-F238E27FC236}">
                <a16:creationId xmlns:a16="http://schemas.microsoft.com/office/drawing/2014/main" id="{9E317F4C-F6F7-12BE-1546-EE71514E987F}"/>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2212848"/>
            <a:ext cx="6035041" cy="4096512"/>
          </a:xfrm>
        </p:spPr>
        <p:txBody>
          <a:bodyPr>
            <a:normAutofit/>
          </a:bodyPr>
          <a:lstStyle/>
          <a:p>
            <a:pPr marL="0" indent="0">
              <a:spcBef>
                <a:spcPts val="2500"/>
              </a:spcBef>
              <a:buFont typeface="Arial" panose="020B0604020202020204" pitchFamily="34" charset="0"/>
              <a:buNone/>
            </a:pPr>
            <a:r>
              <a:rPr lang="en-US" sz="1400" b="1" dirty="0"/>
              <a:t>Obscuring Sensitive Information</a:t>
            </a:r>
          </a:p>
          <a:p>
            <a:pPr marL="0" lvl="1" indent="0">
              <a:buFont typeface="Arial" panose="020B0604020202020204" pitchFamily="34" charset="0"/>
              <a:buNone/>
            </a:pPr>
            <a:r>
              <a:rPr lang="en-US" sz="1400" dirty="0"/>
              <a:t>Data masking transforms confidential data, making it unreadable to unauthorized users and enhancing security.</a:t>
            </a:r>
          </a:p>
          <a:p>
            <a:pPr marL="0" indent="0">
              <a:spcBef>
                <a:spcPts val="2500"/>
              </a:spcBef>
              <a:buNone/>
            </a:pPr>
            <a:r>
              <a:rPr lang="en-US" sz="1400" b="1" dirty="0"/>
              <a:t>Common Masking Examples</a:t>
            </a:r>
          </a:p>
          <a:p>
            <a:pPr marL="0" lvl="1" indent="0">
              <a:buNone/>
            </a:pPr>
            <a:r>
              <a:rPr lang="en-US" sz="1400" dirty="0"/>
              <a:t>Masking is used to obscure account numbers, credit card numbers, anonymize names, and hide email addresses in test environments or when sending customer communications or in Reports.</a:t>
            </a:r>
          </a:p>
        </p:txBody>
      </p:sp>
    </p:spTree>
    <p:extLst>
      <p:ext uri="{BB962C8B-B14F-4D97-AF65-F5344CB8AC3E}">
        <p14:creationId xmlns:p14="http://schemas.microsoft.com/office/powerpoint/2010/main" val="2818761333"/>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DD1D22E-5996-E45B-92B2-659F701A4A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A667B0B5-A6C6-2FF4-9289-288F80F97A59}"/>
              </a:ext>
            </a:extLst>
          </p:cNvPr>
          <p:cNvSpPr>
            <a:spLocks noGrp="1"/>
          </p:cNvSpPr>
          <p:nvPr>
            <p:ph type="title"/>
          </p:nvPr>
        </p:nvSpPr>
        <p:spPr>
          <a:xfrm>
            <a:off x="614679" y="548639"/>
            <a:ext cx="3977640" cy="5719640"/>
          </a:xfrm>
        </p:spPr>
        <p:txBody>
          <a:bodyPr anchor="t">
            <a:normAutofit/>
          </a:bodyPr>
          <a:lstStyle/>
          <a:p>
            <a:r>
              <a:rPr lang="en-US" dirty="0"/>
              <a:t>Why Data Masking</a:t>
            </a:r>
          </a:p>
        </p:txBody>
      </p:sp>
      <p:graphicFrame>
        <p:nvGraphicFramePr>
          <p:cNvPr id="4" name="Content Placeholder 4">
            <a:extLst>
              <a:ext uri="{FF2B5EF4-FFF2-40B4-BE49-F238E27FC236}">
                <a16:creationId xmlns:a16="http://schemas.microsoft.com/office/drawing/2014/main" id="{BF7D8D8E-78FD-458C-8AAD-A7C9AD8F8D13}"/>
              </a:ext>
            </a:extLst>
          </p:cNvPr>
          <p:cNvGraphicFramePr>
            <a:graphicFrameLocks noGrp="1"/>
          </p:cNvGraphicFramePr>
          <p:nvPr>
            <p:ph idx="1"/>
            <p:extLst>
              <p:ext uri="{D42A27DB-BD31-4B8C-83A1-F6EECF244321}">
                <p14:modId xmlns:p14="http://schemas.microsoft.com/office/powerpoint/2010/main" val="1626087382"/>
              </p:ext>
              <p:ext uri="{E7BDC344-281C-4309-B0C6-D0EE65EED2A8}">
                <p202:designPr xmlns:p202="http://schemas.microsoft.com/office/powerpoint/2020/02/main">
                  <p202:designTagLst>
                    <p202:designTag name="ARCH:1:CLS" val="InformationBlock"/>
                    <p202:designTag name="ARCH:1:VSVAR" val="VisualTitledTextBox"/>
                  </p202:designTagLst>
                </p202:designPr>
              </p:ext>
            </p:extLst>
          </p:nvPr>
        </p:nvGraphicFramePr>
        <p:xfrm>
          <a:off x="5387542" y="548639"/>
          <a:ext cx="6189780" cy="58613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457727894"/>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3E2B0-332A-B1EB-5702-020D444248A1}"/>
              </a:ext>
            </a:extLst>
          </p:cNvPr>
          <p:cNvSpPr>
            <a:spLocks noGrp="1"/>
          </p:cNvSpPr>
          <p:nvPr>
            <p:ph type="title"/>
          </p:nvPr>
        </p:nvSpPr>
        <p:spPr>
          <a:xfrm>
            <a:off x="1124711" y="1042416"/>
            <a:ext cx="8778239" cy="859536"/>
          </a:xfrm>
        </p:spPr>
        <p:txBody>
          <a:bodyPr anchor="b">
            <a:normAutofit/>
          </a:bodyPr>
          <a:lstStyle/>
          <a:p>
            <a:r>
              <a:rPr lang="en-US" dirty="0"/>
              <a:t>Types of Data Masking</a:t>
            </a:r>
          </a:p>
        </p:txBody>
      </p:sp>
      <p:graphicFrame>
        <p:nvGraphicFramePr>
          <p:cNvPr id="7" name="Content Placeholder 2">
            <a:extLst>
              <a:ext uri="{FF2B5EF4-FFF2-40B4-BE49-F238E27FC236}">
                <a16:creationId xmlns:a16="http://schemas.microsoft.com/office/drawing/2014/main" id="{ECBDBD64-D840-13DF-8342-5AE9C38A368E}"/>
              </a:ext>
            </a:extLst>
          </p:cNvPr>
          <p:cNvGraphicFramePr>
            <a:graphicFrameLocks noGrp="1"/>
          </p:cNvGraphicFramePr>
          <p:nvPr>
            <p:ph sz="quarter" idx="13"/>
            <p:extLst>
              <p:ext uri="{D42A27DB-BD31-4B8C-83A1-F6EECF244321}">
                <p14:modId xmlns:p14="http://schemas.microsoft.com/office/powerpoint/2010/main" val="1438064143"/>
              </p:ext>
              <p:ext uri="{E7BDC344-281C-4309-B0C6-D0EE65EED2A8}">
                <p202:designPr xmlns:p202="http://schemas.microsoft.com/office/powerpoint/2020/02/main">
                  <p202:designTagLst>
                    <p202:designTag name="ARCH:1:CLS" val="InformationBlock"/>
                    <p202:designTag name="ARCH:1:VSVAR" val="TitledTextBox"/>
                  </p202:designTagLst>
                </p202:designPr>
              </p:ext>
            </p:extLst>
          </p:nvPr>
        </p:nvGraphicFramePr>
        <p:xfrm>
          <a:off x="1124712" y="2286000"/>
          <a:ext cx="8778240" cy="385876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742419111"/>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DD1D22E-5996-E45B-92B2-659F701A4A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C8C60D95-1369-663C-5E75-9CF48443AA1E}"/>
              </a:ext>
            </a:extLst>
          </p:cNvPr>
          <p:cNvSpPr>
            <a:spLocks noGrp="1"/>
          </p:cNvSpPr>
          <p:nvPr>
            <p:ph type="title"/>
          </p:nvPr>
        </p:nvSpPr>
        <p:spPr>
          <a:xfrm>
            <a:off x="614679" y="548639"/>
            <a:ext cx="3977640" cy="5719640"/>
          </a:xfrm>
        </p:spPr>
        <p:txBody>
          <a:bodyPr anchor="t">
            <a:normAutofit/>
          </a:bodyPr>
          <a:lstStyle/>
          <a:p>
            <a:r>
              <a:rPr lang="en-US" dirty="0"/>
              <a:t>Data Masking Methods</a:t>
            </a:r>
          </a:p>
        </p:txBody>
      </p:sp>
      <p:graphicFrame>
        <p:nvGraphicFramePr>
          <p:cNvPr id="4" name="Content Placeholder 4">
            <a:extLst>
              <a:ext uri="{FF2B5EF4-FFF2-40B4-BE49-F238E27FC236}">
                <a16:creationId xmlns:a16="http://schemas.microsoft.com/office/drawing/2014/main" id="{CD31AD85-E391-4694-A60C-C2CD37E6CF57}"/>
              </a:ext>
            </a:extLst>
          </p:cNvPr>
          <p:cNvGraphicFramePr>
            <a:graphicFrameLocks noGrp="1"/>
          </p:cNvGraphicFramePr>
          <p:nvPr>
            <p:ph idx="1"/>
            <p:extLst>
              <p:ext uri="{E7BDC344-281C-4309-B0C6-D0EE65EED2A8}">
                <p202:designPr xmlns:p202="http://schemas.microsoft.com/office/powerpoint/2020/02/main">
                  <p202:designTagLst>
                    <p202:designTag name="ARCH:1:CLS" val="InformationBlock"/>
                    <p202:designTag name="ARCH:1:VSVAR" val="VisualTitledTextBox"/>
                  </p202:designTagLst>
                </p202:designPr>
              </p:ext>
            </p:extLst>
          </p:nvPr>
        </p:nvGraphicFramePr>
        <p:xfrm>
          <a:off x="5387542" y="548639"/>
          <a:ext cx="6189780" cy="58613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45586920"/>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4250B4-A7F1-4092-609B-AE4C461936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2265BC-CFB4-A18E-B0E7-FBCF53ADF087}"/>
              </a:ext>
            </a:extLst>
          </p:cNvPr>
          <p:cNvSpPr>
            <a:spLocks noGrp="1"/>
          </p:cNvSpPr>
          <p:nvPr>
            <p:ph type="ctrTitle"/>
          </p:nvPr>
        </p:nvSpPr>
        <p:spPr>
          <a:xfrm>
            <a:off x="1269838" y="488407"/>
            <a:ext cx="9652323" cy="2774393"/>
          </a:xfrm>
        </p:spPr>
        <p:txBody>
          <a:bodyPr>
            <a:normAutofit/>
          </a:bodyPr>
          <a:lstStyle/>
          <a:p>
            <a:pPr algn="l"/>
            <a:r>
              <a:rPr lang="en-US" sz="4600" dirty="0"/>
              <a:t>Security Scanning and Testing </a:t>
            </a:r>
          </a:p>
        </p:txBody>
      </p:sp>
    </p:spTree>
    <p:extLst>
      <p:ext uri="{BB962C8B-B14F-4D97-AF65-F5344CB8AC3E}">
        <p14:creationId xmlns:p14="http://schemas.microsoft.com/office/powerpoint/2010/main" val="12938363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679BAB-D209-270D-9563-06CC38A95328}"/>
              </a:ext>
            </a:extLst>
          </p:cNvPr>
          <p:cNvSpPr>
            <a:spLocks noGrp="1"/>
          </p:cNvSpPr>
          <p:nvPr>
            <p:ph type="title"/>
          </p:nvPr>
        </p:nvSpPr>
        <p:spPr>
          <a:xfrm>
            <a:off x="612647" y="685800"/>
            <a:ext cx="10963655" cy="891102"/>
          </a:xfrm>
        </p:spPr>
        <p:txBody>
          <a:bodyPr anchor="b">
            <a:normAutofit/>
          </a:bodyPr>
          <a:lstStyle/>
          <a:p>
            <a:r>
              <a:rPr lang="en-US" sz="3400" dirty="0"/>
              <a:t>Why Security Testing Matters in Core Banking</a:t>
            </a:r>
          </a:p>
        </p:txBody>
      </p:sp>
      <p:graphicFrame>
        <p:nvGraphicFramePr>
          <p:cNvPr id="9" name="Content Placeholder 2">
            <a:extLst>
              <a:ext uri="{FF2B5EF4-FFF2-40B4-BE49-F238E27FC236}">
                <a16:creationId xmlns:a16="http://schemas.microsoft.com/office/drawing/2014/main" id="{50D0C774-8D46-07BA-A46E-DE9E4734A159}"/>
              </a:ext>
            </a:extLst>
          </p:cNvPr>
          <p:cNvGraphicFramePr>
            <a:graphicFrameLocks noGrp="1"/>
          </p:cNvGraphicFrame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GraphicFramePr>
        <p:xfrm>
          <a:off x="612647" y="2209800"/>
          <a:ext cx="10360153" cy="424390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01438234"/>
      </p:ext>
    </p:extLst>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AEF3AC-71E4-EC2A-9A6C-DDF0997953F6}"/>
              </a:ext>
            </a:extLst>
          </p:cNvPr>
          <p:cNvSpPr>
            <a:spLocks noGrp="1"/>
          </p:cNvSpPr>
          <p:nvPr>
            <p:ph type="title"/>
          </p:nvPr>
        </p:nvSpPr>
        <p:spPr>
          <a:xfrm>
            <a:off x="612647" y="685800"/>
            <a:ext cx="10963655" cy="891102"/>
          </a:xfrm>
        </p:spPr>
        <p:txBody>
          <a:bodyPr anchor="b">
            <a:normAutofit/>
          </a:bodyPr>
          <a:lstStyle/>
          <a:p>
            <a:r>
              <a:rPr lang="en-US" dirty="0"/>
              <a:t>Types of Security Testing</a:t>
            </a:r>
          </a:p>
        </p:txBody>
      </p:sp>
      <p:graphicFrame>
        <p:nvGraphicFramePr>
          <p:cNvPr id="9" name="Content Placeholder 2">
            <a:extLst>
              <a:ext uri="{FF2B5EF4-FFF2-40B4-BE49-F238E27FC236}">
                <a16:creationId xmlns:a16="http://schemas.microsoft.com/office/drawing/2014/main" id="{3244001A-BD23-A235-AD19-93D4E475CC57}"/>
              </a:ext>
            </a:extLst>
          </p:cNvPr>
          <p:cNvGraphicFramePr>
            <a:graphicFrameLocks noGrp="1"/>
          </p:cNvGraphicFramePr>
          <p:nvPr>
            <p:ph sz="quarter" idx="14"/>
            <p:extLst>
              <p:ext uri="{D42A27DB-BD31-4B8C-83A1-F6EECF244321}">
                <p14:modId xmlns:p14="http://schemas.microsoft.com/office/powerpoint/2010/main" val="2161104644"/>
              </p:ext>
              <p:ext uri="{E7BDC344-281C-4309-B0C6-D0EE65EED2A8}">
                <p202:designPr xmlns:p202="http://schemas.microsoft.com/office/powerpoint/2020/02/main">
                  <p202:designTagLst>
                    <p202:designTag name="ARCH:1:CLS" val="InformationBlock"/>
                    <p202:designTag name="ARCH:1:VSVAR" val="TitledTextBox"/>
                  </p202:designTagLst>
                </p202:designPr>
              </p:ext>
            </p:extLst>
          </p:nvPr>
        </p:nvGraphicFramePr>
        <p:xfrm>
          <a:off x="457200" y="2209800"/>
          <a:ext cx="10210800" cy="409150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850981008"/>
      </p:ext>
    </p:extLst>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ACA6F80-D392-A64E-3CF8-F28F1CCEE6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A6151FD2-CB85-375F-B086-6DE6A4BCC17B}"/>
              </a:ext>
            </a:extLst>
          </p:cNvPr>
          <p:cNvSpPr>
            <a:spLocks noGrp="1"/>
          </p:cNvSpPr>
          <p:nvPr>
            <p:ph type="title"/>
          </p:nvPr>
        </p:nvSpPr>
        <p:spPr>
          <a:xfrm>
            <a:off x="612648" y="548640"/>
            <a:ext cx="4803224" cy="1298446"/>
          </a:xfrm>
        </p:spPr>
        <p:txBody>
          <a:bodyPr vert="horz" lIns="91440" tIns="45720" rIns="91440" bIns="45720" rtlCol="0" anchor="t">
            <a:normAutofit/>
          </a:bodyPr>
          <a:lstStyle/>
          <a:p>
            <a:r>
              <a:rPr lang="en-US" sz="3600" b="1" kern="1200" dirty="0">
                <a:solidFill>
                  <a:schemeClr val="tx1"/>
                </a:solidFill>
                <a:latin typeface="+mj-lt"/>
                <a:ea typeface="+mj-ea"/>
                <a:cs typeface="+mj-cs"/>
              </a:rPr>
              <a:t>SAST – Application Scanning</a:t>
            </a:r>
          </a:p>
        </p:txBody>
      </p:sp>
      <p:pic>
        <p:nvPicPr>
          <p:cNvPr id="5" name="Content Placeholder 4" descr="Laptop, smart phone and computer service on digital background">
            <a:extLst>
              <a:ext uri="{FF2B5EF4-FFF2-40B4-BE49-F238E27FC236}">
                <a16:creationId xmlns:a16="http://schemas.microsoft.com/office/drawing/2014/main" id="{D8E07BDA-8942-4C4F-ADA3-74616E01651E}"/>
              </a:ext>
            </a:extLst>
          </p:cNvPr>
          <p:cNvPicPr>
            <a:picLocks noGrp="1" noChangeAspect="1"/>
          </p:cNvPicPr>
          <p:nvPr>
            <p:ph sz="half" idx="1"/>
          </p:nvPr>
        </p:nvPicPr>
        <p:blipFill>
          <a:blip r:embed="rId3"/>
          <a:srcRect t="4073" r="1" b="4182"/>
          <a:stretch>
            <a:fillRect/>
          </a:stretch>
        </p:blipFill>
        <p:spPr>
          <a:xfrm>
            <a:off x="731521" y="2011679"/>
            <a:ext cx="4684352" cy="4297680"/>
          </a:xfrm>
          <a:prstGeom prst="rect">
            <a:avLst/>
          </a:prstGeom>
        </p:spPr>
      </p:pic>
      <p:sp>
        <p:nvSpPr>
          <p:cNvPr id="4" name="Content Placeholder 3">
            <a:extLst>
              <a:ext uri="{FF2B5EF4-FFF2-40B4-BE49-F238E27FC236}">
                <a16:creationId xmlns:a16="http://schemas.microsoft.com/office/drawing/2014/main" id="{0D9C6887-57A9-3FDB-1C2C-C865648CF2C1}"/>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28520" y="548637"/>
            <a:ext cx="5546770" cy="5760723"/>
          </a:xfrm>
        </p:spPr>
        <p:txBody>
          <a:bodyPr>
            <a:normAutofit/>
          </a:bodyPr>
          <a:lstStyle/>
          <a:p>
            <a:pPr marL="0" indent="0">
              <a:spcBef>
                <a:spcPts val="2500"/>
              </a:spcBef>
              <a:buFont typeface="Arial" panose="020B0604020202020204" pitchFamily="34" charset="0"/>
              <a:buNone/>
            </a:pPr>
            <a:r>
              <a:rPr lang="en-US" sz="1400" b="1" dirty="0"/>
              <a:t>Early Vulnerability Detection</a:t>
            </a:r>
          </a:p>
          <a:p>
            <a:pPr marL="0" lvl="1" indent="0">
              <a:buFont typeface="Arial" panose="020B0604020202020204" pitchFamily="34" charset="0"/>
              <a:buNone/>
            </a:pPr>
            <a:r>
              <a:rPr lang="en-US" sz="1400" dirty="0"/>
              <a:t>SAST tools analyze source code to identify security vulnerabilities at the start of development, minimizing risks later.</a:t>
            </a:r>
          </a:p>
          <a:p>
            <a:pPr marL="0" indent="0">
              <a:spcBef>
                <a:spcPts val="2500"/>
              </a:spcBef>
              <a:buFont typeface="Arial" panose="020B0604020202020204" pitchFamily="34" charset="0"/>
              <a:buNone/>
            </a:pPr>
            <a:r>
              <a:rPr lang="en-US" sz="1400" b="1" dirty="0"/>
              <a:t>Cost-Efficient Remediation</a:t>
            </a:r>
          </a:p>
          <a:p>
            <a:pPr marL="0" lvl="1" indent="0">
              <a:buFont typeface="Arial" panose="020B0604020202020204" pitchFamily="34" charset="0"/>
              <a:buNone/>
            </a:pPr>
            <a:r>
              <a:rPr lang="en-US" sz="1400" dirty="0"/>
              <a:t>Addressing issues early with SAST reduces the cost and effort required to fix security flaws after deployment.</a:t>
            </a:r>
          </a:p>
          <a:p>
            <a:pPr marL="0" indent="0">
              <a:spcBef>
                <a:spcPts val="2500"/>
              </a:spcBef>
              <a:buFont typeface="Arial" panose="020B0604020202020204" pitchFamily="34" charset="0"/>
              <a:buNone/>
            </a:pPr>
            <a:r>
              <a:rPr lang="en-US" sz="1400" b="1" dirty="0"/>
              <a:t>Continuous Integration Security</a:t>
            </a:r>
          </a:p>
          <a:p>
            <a:pPr marL="0" lvl="1" indent="0">
              <a:buFont typeface="Arial" panose="020B0604020202020204" pitchFamily="34" charset="0"/>
              <a:buNone/>
            </a:pPr>
            <a:r>
              <a:rPr lang="en-US" sz="1400" dirty="0"/>
              <a:t>SAST tools integrate seamlessly into CI/CD pipelines, providing constant code scanning for ongoing security maintenance.</a:t>
            </a:r>
          </a:p>
          <a:p>
            <a:pPr marL="0" indent="0">
              <a:spcBef>
                <a:spcPts val="2500"/>
              </a:spcBef>
              <a:buFont typeface="Arial" panose="020B0604020202020204" pitchFamily="34" charset="0"/>
              <a:buNone/>
            </a:pPr>
            <a:r>
              <a:rPr lang="en-US" sz="1400" b="1" dirty="0"/>
              <a:t>Secure Coding Standards</a:t>
            </a:r>
          </a:p>
          <a:p>
            <a:pPr marL="0" lvl="1" indent="0">
              <a:buFont typeface="Arial" panose="020B0604020202020204" pitchFamily="34" charset="0"/>
              <a:buNone/>
            </a:pPr>
            <a:r>
              <a:rPr lang="en-US" sz="1400" dirty="0"/>
              <a:t>SAST promotes adherence to secure coding standards, helping teams maintain consistent and secure development practices.</a:t>
            </a:r>
          </a:p>
          <a:p>
            <a:pPr marL="0" indent="0">
              <a:spcBef>
                <a:spcPts val="2500"/>
              </a:spcBef>
              <a:buNone/>
            </a:pPr>
            <a:r>
              <a:rPr lang="en-US" sz="1400" b="1" dirty="0"/>
              <a:t>Major SAST – Application Scanning Tools </a:t>
            </a:r>
          </a:p>
          <a:p>
            <a:pPr marL="0" lvl="0" indent="0">
              <a:lnSpc>
                <a:spcPct val="100000"/>
              </a:lnSpc>
              <a:buNone/>
            </a:pPr>
            <a:r>
              <a:rPr lang="en-US" sz="1400" dirty="0"/>
              <a:t>Veracode, Checkmarx are some of the major SAST Application Scanning Tools used for Enterprise Products/Platforms </a:t>
            </a:r>
          </a:p>
          <a:p>
            <a:pPr marL="0" lvl="1" indent="0">
              <a:buFont typeface="Arial" panose="020B0604020202020204" pitchFamily="34" charset="0"/>
              <a:buNone/>
            </a:pPr>
            <a:endParaRPr lang="en-US" sz="1400" dirty="0"/>
          </a:p>
        </p:txBody>
      </p:sp>
    </p:spTree>
    <p:extLst>
      <p:ext uri="{BB962C8B-B14F-4D97-AF65-F5344CB8AC3E}">
        <p14:creationId xmlns:p14="http://schemas.microsoft.com/office/powerpoint/2010/main" val="3177934755"/>
      </p:ext>
    </p:extLst>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486B90-CAB7-EB38-5E3F-C4F714BC4D4A}"/>
              </a:ext>
            </a:extLst>
          </p:cNvPr>
          <p:cNvSpPr>
            <a:spLocks noGrp="1"/>
          </p:cNvSpPr>
          <p:nvPr>
            <p:ph type="title"/>
          </p:nvPr>
        </p:nvSpPr>
        <p:spPr>
          <a:xfrm>
            <a:off x="150183" y="-623946"/>
            <a:ext cx="5479719" cy="1616203"/>
          </a:xfrm>
        </p:spPr>
        <p:txBody>
          <a:bodyPr vert="horz" lIns="91440" tIns="45720" rIns="91440" bIns="45720" rtlCol="0" anchor="b">
            <a:normAutofit/>
          </a:bodyPr>
          <a:lstStyle/>
          <a:p>
            <a:r>
              <a:rPr lang="en-US" sz="3200" b="1" dirty="0"/>
              <a:t>SAST -  OSS Scanning</a:t>
            </a:r>
          </a:p>
        </p:txBody>
      </p:sp>
      <p:pic>
        <p:nvPicPr>
          <p:cNvPr id="5" name="Content Placeholder 4" descr="Internet Cyber Security digital concept">
            <a:extLst>
              <a:ext uri="{FF2B5EF4-FFF2-40B4-BE49-F238E27FC236}">
                <a16:creationId xmlns:a16="http://schemas.microsoft.com/office/drawing/2014/main" id="{0FF57F10-44E4-46FA-955C-E5280A79546E}"/>
              </a:ext>
            </a:extLst>
          </p:cNvPr>
          <p:cNvPicPr>
            <a:picLocks noGrp="1" noChangeAspect="1"/>
          </p:cNvPicPr>
          <p:nvPr>
            <p:ph sz="half" idx="1"/>
          </p:nvPr>
        </p:nvPicPr>
        <p:blipFill>
          <a:blip r:embed="rId3"/>
          <a:srcRect l="49299" r="10337"/>
          <a:stretch>
            <a:fillRect/>
          </a:stretch>
        </p:blipFill>
        <p:spPr>
          <a:xfrm>
            <a:off x="7270812" y="10"/>
            <a:ext cx="4921187" cy="6857990"/>
          </a:xfrm>
          <a:prstGeom prst="rect">
            <a:avLst/>
          </a:prstGeom>
        </p:spPr>
      </p:pic>
      <p:sp>
        <p:nvSpPr>
          <p:cNvPr id="4" name="Content Placeholder 3">
            <a:extLst>
              <a:ext uri="{FF2B5EF4-FFF2-40B4-BE49-F238E27FC236}">
                <a16:creationId xmlns:a16="http://schemas.microsoft.com/office/drawing/2014/main" id="{4EBC58E5-D1FA-DA27-A686-A49D23D30B17}"/>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00912" y="1431185"/>
            <a:ext cx="5479719" cy="3447832"/>
          </a:xfrm>
        </p:spPr>
        <p:txBody>
          <a:bodyPr>
            <a:normAutofit/>
          </a:bodyPr>
          <a:lstStyle/>
          <a:p>
            <a:pPr marL="0" indent="0">
              <a:spcBef>
                <a:spcPts val="2500"/>
              </a:spcBef>
              <a:buFont typeface="Arial" panose="020B0604020202020204" pitchFamily="34" charset="0"/>
              <a:buNone/>
            </a:pPr>
            <a:r>
              <a:rPr lang="en-US" sz="1400" b="1" dirty="0"/>
              <a:t>Detection of Vulnerabilities</a:t>
            </a:r>
          </a:p>
          <a:p>
            <a:pPr marL="0" lvl="1" indent="0">
              <a:buFont typeface="Arial" panose="020B0604020202020204" pitchFamily="34" charset="0"/>
              <a:buNone/>
            </a:pPr>
            <a:r>
              <a:rPr lang="en-US" sz="1400" dirty="0"/>
              <a:t>OSS scanning identifies security vulnerabilities in open-source software components, helping teams address risks early in the development process.</a:t>
            </a:r>
          </a:p>
          <a:p>
            <a:pPr marL="0" indent="0">
              <a:spcBef>
                <a:spcPts val="2500"/>
              </a:spcBef>
              <a:buFont typeface="Arial" panose="020B0604020202020204" pitchFamily="34" charset="0"/>
              <a:buNone/>
            </a:pPr>
            <a:r>
              <a:rPr lang="en-US" sz="1400" b="1" dirty="0"/>
              <a:t>Ensuring License Compliance</a:t>
            </a:r>
          </a:p>
          <a:p>
            <a:pPr marL="0" marR="0" lvl="0" indent="0" defTabSz="914400" eaLnBrk="1" fontAlgn="auto" latinLnBrk="0" hangingPunct="1">
              <a:lnSpc>
                <a:spcPct val="100000"/>
              </a:lnSpc>
              <a:spcBef>
                <a:spcPts val="0"/>
              </a:spcBef>
              <a:spcAft>
                <a:spcPts val="0"/>
              </a:spcAft>
              <a:buClrTx/>
              <a:buSzTx/>
              <a:buFontTx/>
              <a:buNone/>
              <a:tabLst/>
              <a:defRPr/>
            </a:pPr>
            <a:r>
              <a:rPr lang="en-US" sz="1400" dirty="0"/>
              <a:t>Assess license requirements of software packages, ensuring projects maintain legal compliance during development and deployment.</a:t>
            </a:r>
          </a:p>
          <a:p>
            <a:pPr marL="0" indent="0">
              <a:spcBef>
                <a:spcPts val="2500"/>
              </a:spcBef>
              <a:buNone/>
            </a:pPr>
            <a:r>
              <a:rPr lang="en-US" sz="1400" b="1" dirty="0"/>
              <a:t>Major SAST – OSS Scanning Tools </a:t>
            </a:r>
          </a:p>
          <a:p>
            <a:pPr marL="0" lvl="0" indent="0">
              <a:lnSpc>
                <a:spcPct val="100000"/>
              </a:lnSpc>
              <a:buNone/>
            </a:pPr>
            <a:r>
              <a:rPr lang="en-US" sz="1400" dirty="0"/>
              <a:t>Blackduck, Synk are some of the major SAST Tools used for Enterprise Products/Platforms </a:t>
            </a:r>
          </a:p>
        </p:txBody>
      </p:sp>
    </p:spTree>
    <p:extLst>
      <p:ext uri="{BB962C8B-B14F-4D97-AF65-F5344CB8AC3E}">
        <p14:creationId xmlns:p14="http://schemas.microsoft.com/office/powerpoint/2010/main" val="1830062212"/>
      </p:ext>
    </p:extLst>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DD1D22E-5996-E45B-92B2-659F701A4A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45356C88-B141-5369-FE63-B008F20BA029}"/>
              </a:ext>
            </a:extLst>
          </p:cNvPr>
          <p:cNvSpPr>
            <a:spLocks noGrp="1"/>
          </p:cNvSpPr>
          <p:nvPr>
            <p:ph type="title"/>
          </p:nvPr>
        </p:nvSpPr>
        <p:spPr>
          <a:xfrm>
            <a:off x="614679" y="548639"/>
            <a:ext cx="3977640" cy="5719640"/>
          </a:xfrm>
        </p:spPr>
        <p:txBody>
          <a:bodyPr anchor="t">
            <a:normAutofit/>
          </a:bodyPr>
          <a:lstStyle/>
          <a:p>
            <a:r>
              <a:rPr lang="en-US" dirty="0"/>
              <a:t>SAST -  Containers Scanning</a:t>
            </a:r>
          </a:p>
        </p:txBody>
      </p:sp>
      <p:graphicFrame>
        <p:nvGraphicFramePr>
          <p:cNvPr id="4" name="Content Placeholder 4">
            <a:extLst>
              <a:ext uri="{FF2B5EF4-FFF2-40B4-BE49-F238E27FC236}">
                <a16:creationId xmlns:a16="http://schemas.microsoft.com/office/drawing/2014/main" id="{8210695E-3D49-477F-ABF0-51C2D7D1EB1B}"/>
              </a:ext>
            </a:extLst>
          </p:cNvPr>
          <p:cNvGraphicFramePr>
            <a:graphicFrameLocks noGrp="1"/>
          </p:cNvGraphicFramePr>
          <p:nvPr>
            <p:ph idx="1"/>
            <p:extLst>
              <p:ext uri="{D42A27DB-BD31-4B8C-83A1-F6EECF244321}">
                <p14:modId xmlns:p14="http://schemas.microsoft.com/office/powerpoint/2010/main" val="2641912423"/>
              </p:ext>
              <p:ext uri="{E7BDC344-281C-4309-B0C6-D0EE65EED2A8}">
                <p202:designPr xmlns:p202="http://schemas.microsoft.com/office/powerpoint/2020/02/main">
                  <p202:designTagLst>
                    <p202:designTag name="ARCH:1:CLS" val="InformationBlock"/>
                    <p202:designTag name="ARCH:1:VSVAR" val="VisualTitledTextBox"/>
                  </p202:designTagLst>
                </p202:designPr>
              </p:ext>
            </p:extLst>
          </p:nvPr>
        </p:nvGraphicFramePr>
        <p:xfrm>
          <a:off x="5387542" y="548639"/>
          <a:ext cx="6189780" cy="58613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62962165"/>
      </p:ext>
    </p:extLst>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207B083-EAC0-A5BB-C369-C9589EC7F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42412CA2-963A-E890-9952-CFD1E3DADA93}"/>
              </a:ext>
            </a:extLst>
          </p:cNvPr>
          <p:cNvSpPr>
            <a:spLocks noGrp="1"/>
          </p:cNvSpPr>
          <p:nvPr>
            <p:ph type="title"/>
          </p:nvPr>
        </p:nvSpPr>
        <p:spPr>
          <a:xfrm>
            <a:off x="614677" y="603504"/>
            <a:ext cx="10872216" cy="1527048"/>
          </a:xfrm>
        </p:spPr>
        <p:txBody>
          <a:bodyPr vert="horz" lIns="91440" tIns="45720" rIns="91440" bIns="45720" rtlCol="0" anchor="b">
            <a:normAutofit/>
          </a:bodyPr>
          <a:lstStyle/>
          <a:p>
            <a:r>
              <a:rPr lang="en-US" sz="3600" b="1" kern="1200" dirty="0">
                <a:solidFill>
                  <a:schemeClr val="tx1"/>
                </a:solidFill>
                <a:latin typeface="+mj-lt"/>
                <a:ea typeface="+mj-ea"/>
                <a:cs typeface="+mj-cs"/>
              </a:rPr>
              <a:t>Embedding SAST in CI-CD</a:t>
            </a:r>
          </a:p>
        </p:txBody>
      </p:sp>
      <p:pic>
        <p:nvPicPr>
          <p:cNvPr id="5" name="Content Placeholder 4" descr="Young Asian woman software developers mentor leader manager talking to executive team analysing source code in office at night. Programmer development concept.">
            <a:extLst>
              <a:ext uri="{FF2B5EF4-FFF2-40B4-BE49-F238E27FC236}">
                <a16:creationId xmlns:a16="http://schemas.microsoft.com/office/drawing/2014/main" id="{3864810E-49CB-4F27-8912-6FEEA6666DAE}"/>
              </a:ext>
            </a:extLst>
          </p:cNvPr>
          <p:cNvPicPr>
            <a:picLocks noGrp="1" noChangeAspect="1"/>
          </p:cNvPicPr>
          <p:nvPr>
            <p:ph sz="half" idx="1"/>
          </p:nvPr>
        </p:nvPicPr>
        <p:blipFill>
          <a:blip r:embed="rId3"/>
          <a:stretch>
            <a:fillRect/>
          </a:stretch>
        </p:blipFill>
        <p:spPr>
          <a:xfrm>
            <a:off x="614678" y="2441274"/>
            <a:ext cx="5173647" cy="2910176"/>
          </a:xfrm>
          <a:prstGeom prst="rect">
            <a:avLst/>
          </a:prstGeom>
        </p:spPr>
      </p:pic>
      <p:sp>
        <p:nvSpPr>
          <p:cNvPr id="4" name="Content Placeholder 3">
            <a:extLst>
              <a:ext uri="{FF2B5EF4-FFF2-40B4-BE49-F238E27FC236}">
                <a16:creationId xmlns:a16="http://schemas.microsoft.com/office/drawing/2014/main" id="{9F33745E-3334-95EE-B2BF-9F44A4CEAE00}"/>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2441273"/>
            <a:ext cx="5385816" cy="3817942"/>
          </a:xfrm>
        </p:spPr>
        <p:txBody>
          <a:bodyPr>
            <a:normAutofit/>
          </a:bodyPr>
          <a:lstStyle/>
          <a:p>
            <a:pPr marL="0" indent="0">
              <a:spcBef>
                <a:spcPts val="2500"/>
              </a:spcBef>
              <a:buFont typeface="Arial" panose="020B0604020202020204" pitchFamily="34" charset="0"/>
              <a:buNone/>
            </a:pPr>
            <a:r>
              <a:rPr lang="en-US" sz="1400" b="1" dirty="0"/>
              <a:t>Early Vulnerability Detection</a:t>
            </a:r>
          </a:p>
          <a:p>
            <a:pPr marL="0" lvl="1" indent="0">
              <a:buFont typeface="Arial" panose="020B0604020202020204" pitchFamily="34" charset="0"/>
              <a:buNone/>
            </a:pPr>
            <a:r>
              <a:rPr lang="en-US" sz="1400" dirty="0"/>
              <a:t>Integrating SAST in CI-CD enables teams to find and fix vulnerabilities during the development process, not after deployment.</a:t>
            </a:r>
          </a:p>
          <a:p>
            <a:pPr marL="0" indent="0">
              <a:spcBef>
                <a:spcPts val="2500"/>
              </a:spcBef>
              <a:buFont typeface="Arial" panose="020B0604020202020204" pitchFamily="34" charset="0"/>
              <a:buNone/>
            </a:pPr>
            <a:r>
              <a:rPr lang="en-US" sz="1400" b="1" dirty="0"/>
              <a:t>Automated Security Scans</a:t>
            </a:r>
          </a:p>
          <a:p>
            <a:pPr marL="0" lvl="1" indent="0">
              <a:buFont typeface="Arial" panose="020B0604020202020204" pitchFamily="34" charset="0"/>
              <a:buNone/>
            </a:pPr>
            <a:r>
              <a:rPr lang="en-US" sz="1400" dirty="0"/>
              <a:t>Automated SAST scans in CI-CD pipelines quickly identify code issues, improving software quality and developer efficiency.</a:t>
            </a:r>
          </a:p>
          <a:p>
            <a:pPr marL="0" indent="0">
              <a:spcBef>
                <a:spcPts val="2500"/>
              </a:spcBef>
              <a:buFont typeface="Arial" panose="020B0604020202020204" pitchFamily="34" charset="0"/>
              <a:buNone/>
            </a:pPr>
            <a:r>
              <a:rPr lang="en-US" sz="1400" b="1" dirty="0"/>
              <a:t>Continuous Developer Feedback</a:t>
            </a:r>
          </a:p>
          <a:p>
            <a:pPr marL="0" lvl="1" indent="0">
              <a:buNone/>
            </a:pPr>
            <a:r>
              <a:rPr lang="en-US" sz="1400" dirty="0"/>
              <a:t>Sprint retrospectives review testing metrics to foster ongoing improvements in security and software quality.</a:t>
            </a:r>
          </a:p>
        </p:txBody>
      </p:sp>
    </p:spTree>
    <p:extLst>
      <p:ext uri="{BB962C8B-B14F-4D97-AF65-F5344CB8AC3E}">
        <p14:creationId xmlns:p14="http://schemas.microsoft.com/office/powerpoint/2010/main" val="1185507570"/>
      </p:ext>
    </p:extLst>
  </p:cSld>
  <p:clrMapOvr>
    <a:masterClrMapping/>
  </p:clrMapOvr>
  <p:transition>
    <p:fade/>
  </p:transition>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DD1D22E-5996-E45B-92B2-659F701A4A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B9BC476D-A22C-874B-2BB5-C253299A0591}"/>
              </a:ext>
            </a:extLst>
          </p:cNvPr>
          <p:cNvSpPr>
            <a:spLocks noGrp="1"/>
          </p:cNvSpPr>
          <p:nvPr>
            <p:ph type="title"/>
          </p:nvPr>
        </p:nvSpPr>
        <p:spPr>
          <a:xfrm>
            <a:off x="614679" y="548639"/>
            <a:ext cx="3977640" cy="5719640"/>
          </a:xfrm>
        </p:spPr>
        <p:txBody>
          <a:bodyPr anchor="t">
            <a:normAutofit/>
          </a:bodyPr>
          <a:lstStyle/>
          <a:p>
            <a:r>
              <a:rPr lang="en-US" dirty="0"/>
              <a:t>SAST Implementation Challenges</a:t>
            </a:r>
          </a:p>
        </p:txBody>
      </p:sp>
      <p:graphicFrame>
        <p:nvGraphicFramePr>
          <p:cNvPr id="4" name="Content Placeholder 4">
            <a:extLst>
              <a:ext uri="{FF2B5EF4-FFF2-40B4-BE49-F238E27FC236}">
                <a16:creationId xmlns:a16="http://schemas.microsoft.com/office/drawing/2014/main" id="{851245A5-F769-4ED2-AAE1-E8D7EC2B3D5C}"/>
              </a:ext>
            </a:extLst>
          </p:cNvPr>
          <p:cNvGraphicFramePr>
            <a:graphicFrameLocks noGrp="1"/>
          </p:cNvGraphicFramePr>
          <p:nvPr>
            <p:ph idx="1"/>
            <p:extLst>
              <p:ext uri="{D42A27DB-BD31-4B8C-83A1-F6EECF244321}">
                <p14:modId xmlns:p14="http://schemas.microsoft.com/office/powerpoint/2010/main" val="1879450447"/>
              </p:ext>
              <p:ext uri="{E7BDC344-281C-4309-B0C6-D0EE65EED2A8}">
                <p202:designPr xmlns:p202="http://schemas.microsoft.com/office/powerpoint/2020/02/main">
                  <p202:designTagLst>
                    <p202:designTag name="ARCH:1:CLS" val="InformationBlock"/>
                    <p202:designTag name="ARCH:1:VSVAR" val="VisualTitledTextBox"/>
                  </p202:designTagLst>
                </p202:designPr>
              </p:ext>
            </p:extLst>
          </p:nvPr>
        </p:nvGraphicFramePr>
        <p:xfrm>
          <a:off x="5387542" y="548639"/>
          <a:ext cx="6189780" cy="58613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37702196"/>
      </p:ext>
    </p:extLst>
  </p:cSld>
  <p:clrMapOvr>
    <a:masterClrMapping/>
  </p:clrMapOvr>
  <p:transition>
    <p:fade/>
  </p:transition>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A161608A-C206-E01F-F653-F9BD9EC29A8E}"/>
              </a:ext>
            </a:extLst>
          </p:cNvPr>
          <p:cNvSpPr>
            <a:spLocks noGrp="1"/>
          </p:cNvSpPr>
          <p:nvPr>
            <p:ph type="title"/>
          </p:nvPr>
        </p:nvSpPr>
        <p:spPr>
          <a:xfrm>
            <a:off x="5380643" y="-561416"/>
            <a:ext cx="5916169" cy="1527048"/>
          </a:xfrm>
        </p:spPr>
        <p:txBody>
          <a:bodyPr vert="horz" lIns="91440" tIns="45720" rIns="91440" bIns="45720" rtlCol="0" anchor="b">
            <a:normAutofit/>
          </a:bodyPr>
          <a:lstStyle/>
          <a:p>
            <a:r>
              <a:rPr lang="en-US" sz="3600" b="1" kern="1200" dirty="0">
                <a:solidFill>
                  <a:schemeClr val="tx1"/>
                </a:solidFill>
                <a:latin typeface="+mj-lt"/>
                <a:ea typeface="+mj-ea"/>
                <a:cs typeface="+mj-cs"/>
              </a:rPr>
              <a:t>DAST Overview</a:t>
            </a:r>
          </a:p>
        </p:txBody>
      </p:sp>
      <p:pic>
        <p:nvPicPr>
          <p:cNvPr id="5" name="Content Placeholder 4" descr="Digital security concept on binary data code">
            <a:extLst>
              <a:ext uri="{FF2B5EF4-FFF2-40B4-BE49-F238E27FC236}">
                <a16:creationId xmlns:a16="http://schemas.microsoft.com/office/drawing/2014/main" id="{2ED5E0B8-782F-4B15-9D16-DE2B1D65BD9C}"/>
              </a:ext>
            </a:extLst>
          </p:cNvPr>
          <p:cNvPicPr>
            <a:picLocks noGrp="1" noChangeAspect="1"/>
          </p:cNvPicPr>
          <p:nvPr>
            <p:ph sz="half" idx="1"/>
          </p:nvPr>
        </p:nvPicPr>
        <p:blipFill>
          <a:blip r:embed="rId3"/>
          <a:srcRect l="8068" r="38233"/>
          <a:stretch>
            <a:fillRect/>
          </a:stretch>
        </p:blipFill>
        <p:spPr>
          <a:xfrm>
            <a:off x="20" y="10"/>
            <a:ext cx="4910308" cy="6857990"/>
          </a:xfrm>
          <a:prstGeom prst="rect">
            <a:avLst/>
          </a:prstGeom>
        </p:spPr>
      </p:pic>
      <p:sp>
        <p:nvSpPr>
          <p:cNvPr id="4" name="Content Placeholder 3">
            <a:extLst>
              <a:ext uri="{FF2B5EF4-FFF2-40B4-BE49-F238E27FC236}">
                <a16:creationId xmlns:a16="http://schemas.microsoft.com/office/drawing/2014/main" id="{9672D98D-3D26-9564-465D-AD97EA6D111A}"/>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93079" y="1381461"/>
            <a:ext cx="5916169" cy="4095078"/>
          </a:xfrm>
        </p:spPr>
        <p:txBody>
          <a:bodyPr>
            <a:normAutofit/>
          </a:bodyPr>
          <a:lstStyle/>
          <a:p>
            <a:pPr marL="0" indent="0">
              <a:spcBef>
                <a:spcPts val="2500"/>
              </a:spcBef>
              <a:buFont typeface="Arial" panose="020B0604020202020204" pitchFamily="34" charset="0"/>
              <a:buNone/>
            </a:pPr>
            <a:r>
              <a:rPr lang="en-US" sz="1400" b="1" dirty="0"/>
              <a:t>Analyzing Live Applications</a:t>
            </a:r>
          </a:p>
          <a:p>
            <a:pPr marL="0" lvl="1" indent="0">
              <a:buFont typeface="Arial" panose="020B0604020202020204" pitchFamily="34" charset="0"/>
              <a:buNone/>
            </a:pPr>
            <a:r>
              <a:rPr lang="en-US" sz="1400" dirty="0"/>
              <a:t>DAST tools test running applications to find security flaws, simulating real-world attacks without reviewing source code.</a:t>
            </a:r>
          </a:p>
          <a:p>
            <a:pPr marL="0" indent="0">
              <a:spcBef>
                <a:spcPts val="2500"/>
              </a:spcBef>
              <a:buFont typeface="Arial" panose="020B0604020202020204" pitchFamily="34" charset="0"/>
              <a:buNone/>
            </a:pPr>
            <a:r>
              <a:rPr lang="en-US" sz="1400" b="1" dirty="0"/>
              <a:t>Language-Agnostic Testing</a:t>
            </a:r>
          </a:p>
          <a:p>
            <a:pPr marL="0" lvl="1" indent="0">
              <a:buFont typeface="Arial" panose="020B0604020202020204" pitchFamily="34" charset="0"/>
              <a:buNone/>
            </a:pPr>
            <a:r>
              <a:rPr lang="en-US" sz="1400" dirty="0"/>
              <a:t>DAST tools work across different programming languages, as they do not require access to the application's underlying source code.</a:t>
            </a:r>
          </a:p>
          <a:p>
            <a:pPr marL="0" indent="0">
              <a:spcBef>
                <a:spcPts val="2500"/>
              </a:spcBef>
              <a:buFont typeface="Arial" panose="020B0604020202020204" pitchFamily="34" charset="0"/>
              <a:buNone/>
            </a:pPr>
            <a:r>
              <a:rPr lang="en-US" sz="1400" b="1" dirty="0"/>
              <a:t>Detecting Runtime Threats</a:t>
            </a:r>
          </a:p>
          <a:p>
            <a:pPr marL="0" lvl="1" indent="0">
              <a:buFont typeface="Arial" panose="020B0604020202020204" pitchFamily="34" charset="0"/>
              <a:buNone/>
            </a:pPr>
            <a:r>
              <a:rPr lang="en-US" sz="1400" dirty="0"/>
              <a:t>DAST helps identify issues like SQL injection and cross-site scripting, reducing security risks in operational environments.</a:t>
            </a:r>
          </a:p>
          <a:p>
            <a:pPr marL="0" lvl="1" indent="0">
              <a:buFont typeface="Arial" panose="020B0604020202020204" pitchFamily="34" charset="0"/>
              <a:buNone/>
            </a:pPr>
            <a:endParaRPr lang="en-US" sz="1400" dirty="0"/>
          </a:p>
          <a:p>
            <a:pPr marL="0" indent="0">
              <a:spcBef>
                <a:spcPts val="2500"/>
              </a:spcBef>
              <a:buNone/>
            </a:pPr>
            <a:r>
              <a:rPr lang="en-US" sz="1400" b="1" dirty="0"/>
              <a:t>Major DAST Tools </a:t>
            </a:r>
          </a:p>
          <a:p>
            <a:pPr marL="0" lvl="0" indent="0">
              <a:lnSpc>
                <a:spcPct val="100000"/>
              </a:lnSpc>
              <a:buNone/>
            </a:pPr>
            <a:r>
              <a:rPr lang="en-US" sz="1400" dirty="0"/>
              <a:t>Veracode Dynamic Analysis, Checkmarx DAST, Blackduck are some of the major SAST Tools used for Enterprise Products/Platforms </a:t>
            </a:r>
          </a:p>
          <a:p>
            <a:pPr marL="0" lvl="1" indent="0">
              <a:buFont typeface="Arial" panose="020B0604020202020204" pitchFamily="34" charset="0"/>
              <a:buNone/>
            </a:pPr>
            <a:endParaRPr lang="en-US" sz="1400" dirty="0"/>
          </a:p>
        </p:txBody>
      </p:sp>
    </p:spTree>
    <p:extLst>
      <p:ext uri="{BB962C8B-B14F-4D97-AF65-F5344CB8AC3E}">
        <p14:creationId xmlns:p14="http://schemas.microsoft.com/office/powerpoint/2010/main" val="2597189777"/>
      </p:ext>
    </p:extLst>
  </p:cSld>
  <p:clrMapOvr>
    <a:masterClrMapping/>
  </p:clrMapOvr>
  <p:transition>
    <p:fade/>
  </p:transition>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00B8C4B9-B76B-4CE3-27A4-8EA7608AC657}"/>
              </a:ext>
            </a:extLst>
          </p:cNvPr>
          <p:cNvSpPr>
            <a:spLocks noGrp="1"/>
          </p:cNvSpPr>
          <p:nvPr>
            <p:ph type="title"/>
          </p:nvPr>
        </p:nvSpPr>
        <p:spPr>
          <a:xfrm>
            <a:off x="5142649" y="-419907"/>
            <a:ext cx="5916169" cy="1527048"/>
          </a:xfrm>
        </p:spPr>
        <p:txBody>
          <a:bodyPr vert="horz" lIns="91440" tIns="45720" rIns="91440" bIns="45720" rtlCol="0" anchor="b">
            <a:normAutofit/>
          </a:bodyPr>
          <a:lstStyle/>
          <a:p>
            <a:r>
              <a:rPr lang="en-US" sz="3600" b="1" kern="1200" dirty="0">
                <a:solidFill>
                  <a:schemeClr val="tx1"/>
                </a:solidFill>
                <a:latin typeface="+mj-lt"/>
                <a:ea typeface="+mj-ea"/>
                <a:cs typeface="+mj-cs"/>
              </a:rPr>
              <a:t>Penetration (PEN) Testing</a:t>
            </a:r>
          </a:p>
        </p:txBody>
      </p:sp>
      <p:pic>
        <p:nvPicPr>
          <p:cNvPr id="5" name="Content Placeholder 4" descr="Cybersecurity concept">
            <a:extLst>
              <a:ext uri="{FF2B5EF4-FFF2-40B4-BE49-F238E27FC236}">
                <a16:creationId xmlns:a16="http://schemas.microsoft.com/office/drawing/2014/main" id="{EED6F5DC-7A16-44D6-A7F0-93BA508BE346}"/>
              </a:ext>
            </a:extLst>
          </p:cNvPr>
          <p:cNvPicPr>
            <a:picLocks noGrp="1" noChangeAspect="1"/>
          </p:cNvPicPr>
          <p:nvPr>
            <p:ph sz="half" idx="1"/>
          </p:nvPr>
        </p:nvPicPr>
        <p:blipFill>
          <a:blip r:embed="rId3"/>
          <a:srcRect l="15726" r="36480" b="-1"/>
          <a:stretch>
            <a:fillRect/>
          </a:stretch>
        </p:blipFill>
        <p:spPr>
          <a:xfrm>
            <a:off x="20" y="10"/>
            <a:ext cx="4910308" cy="6857990"/>
          </a:xfrm>
          <a:prstGeom prst="rect">
            <a:avLst/>
          </a:prstGeom>
        </p:spPr>
      </p:pic>
      <p:sp>
        <p:nvSpPr>
          <p:cNvPr id="4" name="Content Placeholder 3">
            <a:extLst>
              <a:ext uri="{FF2B5EF4-FFF2-40B4-BE49-F238E27FC236}">
                <a16:creationId xmlns:a16="http://schemas.microsoft.com/office/drawing/2014/main" id="{1F064D3E-20D3-1A62-813F-F82B5A080126}"/>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255382" y="1527048"/>
            <a:ext cx="5916169" cy="4095078"/>
          </a:xfrm>
        </p:spPr>
        <p:txBody>
          <a:bodyPr>
            <a:normAutofit/>
          </a:bodyPr>
          <a:lstStyle/>
          <a:p>
            <a:pPr marL="0" indent="0">
              <a:spcBef>
                <a:spcPts val="2500"/>
              </a:spcBef>
              <a:buFont typeface="Arial" panose="020B0604020202020204" pitchFamily="34" charset="0"/>
              <a:buNone/>
            </a:pPr>
            <a:r>
              <a:rPr lang="en-US" sz="1400" b="1" dirty="0"/>
              <a:t>Simulating Cyberattacks</a:t>
            </a:r>
          </a:p>
          <a:p>
            <a:pPr marL="0" lvl="1" indent="0">
              <a:buFont typeface="Arial" panose="020B0604020202020204" pitchFamily="34" charset="0"/>
              <a:buNone/>
            </a:pPr>
            <a:r>
              <a:rPr lang="en-US" sz="1400" dirty="0"/>
              <a:t>Penetration testing simulates real cyberattacks to uncover potential vulnerabilities in IT systems and infrastructure.</a:t>
            </a:r>
          </a:p>
          <a:p>
            <a:pPr marL="0" indent="0">
              <a:spcBef>
                <a:spcPts val="2500"/>
              </a:spcBef>
              <a:buFont typeface="Arial" panose="020B0604020202020204" pitchFamily="34" charset="0"/>
              <a:buNone/>
            </a:pPr>
            <a:r>
              <a:rPr lang="en-US" sz="1400" b="1" dirty="0"/>
              <a:t>Identifying Security Weaknesses</a:t>
            </a:r>
          </a:p>
          <a:p>
            <a:pPr marL="0" lvl="1" indent="0">
              <a:buFont typeface="Arial" panose="020B0604020202020204" pitchFamily="34" charset="0"/>
              <a:buNone/>
            </a:pPr>
            <a:r>
              <a:rPr lang="en-US" sz="1400" dirty="0"/>
              <a:t>Organizations identify and understand security weaknesses before attackers can exploit them, reducing risks.</a:t>
            </a:r>
          </a:p>
          <a:p>
            <a:pPr marL="0" indent="0">
              <a:spcBef>
                <a:spcPts val="2500"/>
              </a:spcBef>
              <a:buFont typeface="Arial" panose="020B0604020202020204" pitchFamily="34" charset="0"/>
              <a:buNone/>
            </a:pPr>
            <a:r>
              <a:rPr lang="en-US" sz="1400" b="1" dirty="0"/>
              <a:t>Improving Security Defences</a:t>
            </a:r>
          </a:p>
          <a:p>
            <a:pPr marL="0" lvl="1" indent="0">
              <a:buFont typeface="Arial" panose="020B0604020202020204" pitchFamily="34" charset="0"/>
              <a:buNone/>
            </a:pPr>
            <a:r>
              <a:rPr lang="en-US" sz="1400" dirty="0"/>
              <a:t>Penetration tests offer actionable recommendations to strengthen security across networks, applications, and sensitive data.</a:t>
            </a:r>
          </a:p>
          <a:p>
            <a:pPr marL="0" indent="0">
              <a:spcBef>
                <a:spcPts val="2500"/>
              </a:spcBef>
              <a:buNone/>
            </a:pPr>
            <a:r>
              <a:rPr lang="en-US" sz="1400" b="1" dirty="0"/>
              <a:t>Specialized Certification Team / 3</a:t>
            </a:r>
            <a:r>
              <a:rPr lang="en-US" sz="1400" b="1" baseline="30000" dirty="0"/>
              <a:t>rd</a:t>
            </a:r>
            <a:r>
              <a:rPr lang="en-US" sz="1400" b="1" dirty="0"/>
              <a:t> Party Certification</a:t>
            </a:r>
          </a:p>
          <a:p>
            <a:pPr marL="0" marR="0" lvl="0" indent="0" defTabSz="914400" eaLnBrk="1" fontAlgn="auto" latinLnBrk="0" hangingPunct="1">
              <a:lnSpc>
                <a:spcPct val="100000"/>
              </a:lnSpc>
              <a:spcBef>
                <a:spcPts val="0"/>
              </a:spcBef>
              <a:spcAft>
                <a:spcPts val="0"/>
              </a:spcAft>
              <a:buClrTx/>
              <a:buSzTx/>
              <a:buFontTx/>
              <a:buNone/>
              <a:tabLst/>
              <a:defRPr/>
            </a:pPr>
            <a:r>
              <a:rPr lang="en-US" sz="1400" dirty="0"/>
              <a:t>Specialized Certification team with Security domain expertise or a 3</a:t>
            </a:r>
            <a:r>
              <a:rPr lang="en-US" sz="1400" baseline="30000" dirty="0"/>
              <a:t>rd</a:t>
            </a:r>
            <a:r>
              <a:rPr lang="en-US" sz="1400" dirty="0"/>
              <a:t> Party Certification Team that specializes in Security Testing is employed to do PEN Testing </a:t>
            </a:r>
          </a:p>
          <a:p>
            <a:pPr marL="0" lvl="1" indent="0">
              <a:buFont typeface="Arial" panose="020B0604020202020204" pitchFamily="34" charset="0"/>
              <a:buNone/>
            </a:pPr>
            <a:endParaRPr lang="en-US" sz="1400" dirty="0"/>
          </a:p>
        </p:txBody>
      </p:sp>
    </p:spTree>
    <p:extLst>
      <p:ext uri="{BB962C8B-B14F-4D97-AF65-F5344CB8AC3E}">
        <p14:creationId xmlns:p14="http://schemas.microsoft.com/office/powerpoint/2010/main" val="3777509360"/>
      </p:ext>
    </p:extLst>
  </p:cSld>
  <p:clrMapOvr>
    <a:masterClrMapping/>
  </p:clrMapOvr>
  <p:transition>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F59910-59D5-A4F3-2ACE-AD80CA30A5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C02281-3893-37CC-CD83-9B809660FBCF}"/>
              </a:ext>
            </a:extLst>
          </p:cNvPr>
          <p:cNvSpPr>
            <a:spLocks noGrp="1"/>
          </p:cNvSpPr>
          <p:nvPr>
            <p:ph type="ctrTitle"/>
          </p:nvPr>
        </p:nvSpPr>
        <p:spPr>
          <a:xfrm>
            <a:off x="1269838" y="488407"/>
            <a:ext cx="9652323" cy="2774393"/>
          </a:xfrm>
        </p:spPr>
        <p:txBody>
          <a:bodyPr>
            <a:normAutofit/>
          </a:bodyPr>
          <a:lstStyle/>
          <a:p>
            <a:pPr algn="l"/>
            <a:r>
              <a:rPr lang="en-US" sz="4600" dirty="0"/>
              <a:t>Industry Standards</a:t>
            </a:r>
          </a:p>
        </p:txBody>
      </p:sp>
    </p:spTree>
    <p:extLst>
      <p:ext uri="{BB962C8B-B14F-4D97-AF65-F5344CB8AC3E}">
        <p14:creationId xmlns:p14="http://schemas.microsoft.com/office/powerpoint/2010/main" val="29169173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2C220C-5EE1-998C-0434-DFB66572731B}"/>
              </a:ext>
            </a:extLst>
          </p:cNvPr>
          <p:cNvSpPr>
            <a:spLocks noGrp="1"/>
          </p:cNvSpPr>
          <p:nvPr>
            <p:ph type="title"/>
          </p:nvPr>
        </p:nvSpPr>
        <p:spPr>
          <a:xfrm>
            <a:off x="614679" y="548639"/>
            <a:ext cx="3977640" cy="5719640"/>
          </a:xfrm>
        </p:spPr>
        <p:txBody>
          <a:bodyPr anchor="t">
            <a:normAutofit/>
          </a:bodyPr>
          <a:lstStyle/>
          <a:p>
            <a:r>
              <a:rPr lang="en-US" dirty="0"/>
              <a:t>PCI DSS</a:t>
            </a:r>
          </a:p>
        </p:txBody>
      </p:sp>
      <p:graphicFrame>
        <p:nvGraphicFramePr>
          <p:cNvPr id="4" name="Content Placeholder 4">
            <a:extLst>
              <a:ext uri="{FF2B5EF4-FFF2-40B4-BE49-F238E27FC236}">
                <a16:creationId xmlns:a16="http://schemas.microsoft.com/office/drawing/2014/main" id="{0E25E00C-24C5-451B-A5BF-8E7D521B8940}"/>
              </a:ext>
            </a:extLst>
          </p:cNvPr>
          <p:cNvGraphicFramePr>
            <a:graphicFrameLocks noGrp="1"/>
          </p:cNvGraphicFramePr>
          <p:nvPr>
            <p:ph idx="1"/>
            <p:extLst>
              <p:ext uri="{D42A27DB-BD31-4B8C-83A1-F6EECF244321}">
                <p14:modId xmlns:p14="http://schemas.microsoft.com/office/powerpoint/2010/main" val="1412770292"/>
              </p:ext>
              <p:ext uri="{E7BDC344-281C-4309-B0C6-D0EE65EED2A8}">
                <p202:designPr xmlns:p202="http://schemas.microsoft.com/office/powerpoint/2020/02/main">
                  <p202:designTagLst>
                    <p202:designTag name="ARCH:1:CLS" val="InformationBlock"/>
                    <p202:designTag name="ARCH:1:VSVAR" val="VisualTitledTextBox"/>
                  </p202:designTagLst>
                </p202:designPr>
              </p:ext>
            </p:extLst>
          </p:nvPr>
        </p:nvGraphicFramePr>
        <p:xfrm>
          <a:off x="5387542" y="548639"/>
          <a:ext cx="6189780" cy="58613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364946846"/>
      </p:ext>
    </p:extLst>
  </p:cSld>
  <p:clrMapOvr>
    <a:masterClrMapping/>
  </p:clrMapOvr>
  <p:transition>
    <p:fade/>
  </p:transition>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9C4324-DFD8-C635-0337-43CAE83D0FE0}"/>
              </a:ext>
            </a:extLst>
          </p:cNvPr>
          <p:cNvSpPr>
            <a:spLocks noGrp="1"/>
          </p:cNvSpPr>
          <p:nvPr>
            <p:ph type="title"/>
          </p:nvPr>
        </p:nvSpPr>
        <p:spPr>
          <a:xfrm>
            <a:off x="612648" y="600074"/>
            <a:ext cx="6035040" cy="1529932"/>
          </a:xfrm>
        </p:spPr>
        <p:txBody>
          <a:bodyPr vert="horz" lIns="91440" tIns="45720" rIns="91440" bIns="45720" rtlCol="0" anchor="b">
            <a:normAutofit/>
          </a:bodyPr>
          <a:lstStyle/>
          <a:p>
            <a:r>
              <a:rPr lang="en-US" sz="3600" b="1" kern="1200" dirty="0">
                <a:solidFill>
                  <a:schemeClr val="tx1"/>
                </a:solidFill>
                <a:latin typeface="+mj-lt"/>
                <a:ea typeface="+mj-ea"/>
                <a:cs typeface="+mj-cs"/>
              </a:rPr>
              <a:t>Key PCIDSS Data Fields</a:t>
            </a:r>
          </a:p>
        </p:txBody>
      </p:sp>
      <p:pic>
        <p:nvPicPr>
          <p:cNvPr id="5" name="Content Placeholder 4" descr="payments gateway technology digital concept">
            <a:extLst>
              <a:ext uri="{FF2B5EF4-FFF2-40B4-BE49-F238E27FC236}">
                <a16:creationId xmlns:a16="http://schemas.microsoft.com/office/drawing/2014/main" id="{C4333780-4892-47E8-AA3B-6172990D6692}"/>
              </a:ext>
            </a:extLst>
          </p:cNvPr>
          <p:cNvPicPr>
            <a:picLocks noGrp="1" noChangeAspect="1"/>
          </p:cNvPicPr>
          <p:nvPr>
            <p:ph sz="half" idx="1"/>
          </p:nvPr>
        </p:nvPicPr>
        <p:blipFill>
          <a:blip r:embed="rId3"/>
          <a:srcRect l="39059" r="21191"/>
          <a:stretch>
            <a:fillRect/>
          </a:stretch>
        </p:blipFill>
        <p:spPr>
          <a:xfrm>
            <a:off x="7345680" y="10"/>
            <a:ext cx="4846320" cy="6857990"/>
          </a:xfrm>
          <a:prstGeom prst="rect">
            <a:avLst/>
          </a:prstGeom>
        </p:spPr>
      </p:pic>
      <p:sp>
        <p:nvSpPr>
          <p:cNvPr id="4" name="Content Placeholder 3">
            <a:extLst>
              <a:ext uri="{FF2B5EF4-FFF2-40B4-BE49-F238E27FC236}">
                <a16:creationId xmlns:a16="http://schemas.microsoft.com/office/drawing/2014/main" id="{F48E1C26-F5D8-1842-7CFA-DA65CD192D7D}"/>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2212848"/>
            <a:ext cx="6035041" cy="4096512"/>
          </a:xfrm>
        </p:spPr>
        <p:txBody>
          <a:bodyPr>
            <a:normAutofit/>
          </a:bodyPr>
          <a:lstStyle/>
          <a:p>
            <a:pPr marL="0" indent="0">
              <a:spcBef>
                <a:spcPts val="2500"/>
              </a:spcBef>
              <a:buFont typeface="Arial" panose="020B0604020202020204" pitchFamily="34" charset="0"/>
              <a:buNone/>
            </a:pPr>
            <a:r>
              <a:rPr lang="en-US" sz="1400" b="1" dirty="0"/>
              <a:t>Cardholder Data Protection</a:t>
            </a:r>
          </a:p>
          <a:p>
            <a:pPr marL="0" lvl="1" indent="0">
              <a:buFont typeface="Arial" panose="020B0604020202020204" pitchFamily="34" charset="0"/>
              <a:buNone/>
            </a:pPr>
            <a:r>
              <a:rPr lang="en-US" sz="1400" dirty="0"/>
              <a:t>PCIDSS requires safeguarding information such as PAN, cardholder name, expiration date, and service code from unauthorized access.</a:t>
            </a:r>
          </a:p>
          <a:p>
            <a:pPr marL="0" indent="0">
              <a:spcBef>
                <a:spcPts val="2500"/>
              </a:spcBef>
              <a:buFont typeface="Arial" panose="020B0604020202020204" pitchFamily="34" charset="0"/>
              <a:buNone/>
            </a:pPr>
            <a:r>
              <a:rPr lang="en-US" sz="1400" b="1" dirty="0"/>
              <a:t>Sensitive Authentication Data</a:t>
            </a:r>
          </a:p>
          <a:p>
            <a:pPr marL="0" lvl="1" indent="0">
              <a:buFont typeface="Arial" panose="020B0604020202020204" pitchFamily="34" charset="0"/>
              <a:buNone/>
            </a:pPr>
            <a:r>
              <a:rPr lang="en-US" sz="1400" dirty="0"/>
              <a:t>Sensitive details such as CVC/CVV codes, and PINs must never be stored after authorization.</a:t>
            </a:r>
          </a:p>
          <a:p>
            <a:pPr marL="0" indent="0">
              <a:spcBef>
                <a:spcPts val="2500"/>
              </a:spcBef>
              <a:buFont typeface="Arial" panose="020B0604020202020204" pitchFamily="34" charset="0"/>
              <a:buNone/>
            </a:pPr>
            <a:r>
              <a:rPr lang="en-US" sz="1400" b="1" dirty="0"/>
              <a:t>Encryption and Compliance</a:t>
            </a:r>
          </a:p>
          <a:p>
            <a:pPr marL="0" lvl="1" indent="0">
              <a:buFont typeface="Arial" panose="020B0604020202020204" pitchFamily="34" charset="0"/>
              <a:buNone/>
            </a:pPr>
            <a:r>
              <a:rPr lang="en-US" sz="1400" dirty="0"/>
              <a:t>Proper encryption and handling of card data are essential for PCIDSS compliance and overall security.</a:t>
            </a:r>
          </a:p>
        </p:txBody>
      </p:sp>
    </p:spTree>
    <p:extLst>
      <p:ext uri="{BB962C8B-B14F-4D97-AF65-F5344CB8AC3E}">
        <p14:creationId xmlns:p14="http://schemas.microsoft.com/office/powerpoint/2010/main" val="2295118490"/>
      </p:ext>
    </p:extLst>
  </p:cSld>
  <p:clrMapOvr>
    <a:masterClrMapping/>
  </p:clrMapOvr>
  <p:transition>
    <p:fade/>
  </p:transition>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0E5E4-85B2-EB59-297F-2322C9102135}"/>
              </a:ext>
            </a:extLst>
          </p:cNvPr>
          <p:cNvSpPr>
            <a:spLocks noGrp="1"/>
          </p:cNvSpPr>
          <p:nvPr>
            <p:ph type="title"/>
          </p:nvPr>
        </p:nvSpPr>
        <p:spPr>
          <a:xfrm>
            <a:off x="5568534" y="603504"/>
            <a:ext cx="5916169" cy="1527048"/>
          </a:xfrm>
        </p:spPr>
        <p:txBody>
          <a:bodyPr vert="horz" lIns="91440" tIns="45720" rIns="91440" bIns="45720" rtlCol="0" anchor="b">
            <a:normAutofit/>
          </a:bodyPr>
          <a:lstStyle/>
          <a:p>
            <a:r>
              <a:rPr lang="en-US" sz="3600" b="1" kern="1200" dirty="0">
                <a:solidFill>
                  <a:schemeClr val="tx1"/>
                </a:solidFill>
                <a:latin typeface="+mj-lt"/>
                <a:ea typeface="+mj-ea"/>
                <a:cs typeface="+mj-cs"/>
              </a:rPr>
              <a:t>PII Overview</a:t>
            </a:r>
          </a:p>
        </p:txBody>
      </p:sp>
      <p:pic>
        <p:nvPicPr>
          <p:cNvPr id="5" name="Content Placeholder 4" descr="Pile of papers in the shape of a padlock, symbolising security">
            <a:extLst>
              <a:ext uri="{FF2B5EF4-FFF2-40B4-BE49-F238E27FC236}">
                <a16:creationId xmlns:a16="http://schemas.microsoft.com/office/drawing/2014/main" id="{96B338E5-463A-47B8-A11D-94070696A122}"/>
              </a:ext>
            </a:extLst>
          </p:cNvPr>
          <p:cNvPicPr>
            <a:picLocks noGrp="1" noChangeAspect="1"/>
          </p:cNvPicPr>
          <p:nvPr>
            <p:ph sz="half" idx="1"/>
          </p:nvPr>
        </p:nvPicPr>
        <p:blipFill>
          <a:blip r:embed="rId3"/>
          <a:srcRect l="26903" r="25304" b="-1"/>
          <a:stretch>
            <a:fillRect/>
          </a:stretch>
        </p:blipFill>
        <p:spPr>
          <a:xfrm>
            <a:off x="20" y="10"/>
            <a:ext cx="4910308" cy="6857990"/>
          </a:xfrm>
          <a:prstGeom prst="rect">
            <a:avLst/>
          </a:prstGeom>
        </p:spPr>
      </p:pic>
      <p:sp>
        <p:nvSpPr>
          <p:cNvPr id="4" name="Content Placeholder 3">
            <a:extLst>
              <a:ext uri="{FF2B5EF4-FFF2-40B4-BE49-F238E27FC236}">
                <a16:creationId xmlns:a16="http://schemas.microsoft.com/office/drawing/2014/main" id="{C70E11E3-DBA0-E096-FF04-0215B611784D}"/>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68533" y="2214282"/>
            <a:ext cx="5916169" cy="4095078"/>
          </a:xfrm>
        </p:spPr>
        <p:txBody>
          <a:bodyPr>
            <a:normAutofit/>
          </a:bodyPr>
          <a:lstStyle/>
          <a:p>
            <a:pPr marL="0" indent="0">
              <a:spcBef>
                <a:spcPts val="2500"/>
              </a:spcBef>
              <a:buFont typeface="Arial" panose="020B0604020202020204" pitchFamily="34" charset="0"/>
              <a:buNone/>
            </a:pPr>
            <a:r>
              <a:rPr lang="en-US" sz="1400" b="1" dirty="0"/>
              <a:t>Definition of PII</a:t>
            </a:r>
          </a:p>
          <a:p>
            <a:pPr marL="0" lvl="1" indent="0">
              <a:buFont typeface="Arial" panose="020B0604020202020204" pitchFamily="34" charset="0"/>
              <a:buNone/>
            </a:pPr>
            <a:r>
              <a:rPr lang="en-US" sz="1400" dirty="0"/>
              <a:t>PII includes any data that can identify a person, such as names, addresses, or ID numbers.</a:t>
            </a:r>
          </a:p>
          <a:p>
            <a:pPr marL="0" indent="0">
              <a:spcBef>
                <a:spcPts val="2500"/>
              </a:spcBef>
              <a:buFont typeface="Arial" panose="020B0604020202020204" pitchFamily="34" charset="0"/>
              <a:buNone/>
            </a:pPr>
            <a:r>
              <a:rPr lang="en-US" sz="1400" b="1" dirty="0"/>
              <a:t>Importance of Protection</a:t>
            </a:r>
          </a:p>
          <a:p>
            <a:pPr marL="0" lvl="1" indent="0">
              <a:buFont typeface="Arial" panose="020B0604020202020204" pitchFamily="34" charset="0"/>
              <a:buNone/>
            </a:pPr>
            <a:r>
              <a:rPr lang="en-US" sz="1400" dirty="0"/>
              <a:t>Protecting PII is essential to maintain privacy and comply with legal regulations.</a:t>
            </a:r>
          </a:p>
          <a:p>
            <a:pPr marL="0" indent="0">
              <a:spcBef>
                <a:spcPts val="2500"/>
              </a:spcBef>
              <a:buFont typeface="Arial" panose="020B0604020202020204" pitchFamily="34" charset="0"/>
              <a:buNone/>
            </a:pPr>
            <a:r>
              <a:rPr lang="en-US" sz="1400" b="1" dirty="0"/>
              <a:t>Organizational Safeguards</a:t>
            </a:r>
          </a:p>
          <a:p>
            <a:pPr marL="0" lvl="1" indent="0">
              <a:buFont typeface="Arial" panose="020B0604020202020204" pitchFamily="34" charset="0"/>
              <a:buNone/>
            </a:pPr>
            <a:r>
              <a:rPr lang="en-US" sz="1400" dirty="0"/>
              <a:t>Organizations must use safeguards, manage consent, and handle sensitive information responsibly.</a:t>
            </a:r>
          </a:p>
        </p:txBody>
      </p:sp>
    </p:spTree>
    <p:extLst>
      <p:ext uri="{BB962C8B-B14F-4D97-AF65-F5344CB8AC3E}">
        <p14:creationId xmlns:p14="http://schemas.microsoft.com/office/powerpoint/2010/main" val="1877694214"/>
      </p:ext>
    </p:extLst>
  </p:cSld>
  <p:clrMapOvr>
    <a:masterClrMapping/>
  </p:clrMapOvr>
  <p:transition>
    <p:fade/>
  </p:transition>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5FF20-F81A-0264-5BD8-CDF86B667A07}"/>
              </a:ext>
            </a:extLst>
          </p:cNvPr>
          <p:cNvSpPr>
            <a:spLocks noGrp="1"/>
          </p:cNvSpPr>
          <p:nvPr>
            <p:ph type="title"/>
          </p:nvPr>
        </p:nvSpPr>
        <p:spPr>
          <a:xfrm>
            <a:off x="614679" y="548639"/>
            <a:ext cx="3977640" cy="5719640"/>
          </a:xfrm>
        </p:spPr>
        <p:txBody>
          <a:bodyPr anchor="t">
            <a:normAutofit/>
          </a:bodyPr>
          <a:lstStyle/>
          <a:p>
            <a:r>
              <a:rPr lang="en-US" dirty="0"/>
              <a:t>PII Data Fields</a:t>
            </a:r>
          </a:p>
        </p:txBody>
      </p:sp>
      <p:graphicFrame>
        <p:nvGraphicFramePr>
          <p:cNvPr id="4" name="Content Placeholder 4">
            <a:extLst>
              <a:ext uri="{FF2B5EF4-FFF2-40B4-BE49-F238E27FC236}">
                <a16:creationId xmlns:a16="http://schemas.microsoft.com/office/drawing/2014/main" id="{8EF66984-F1B9-4ACB-A386-02F0E91CF076}"/>
              </a:ext>
            </a:extLst>
          </p:cNvPr>
          <p:cNvGraphicFramePr>
            <a:graphicFrameLocks noGrp="1"/>
          </p:cNvGraphicFramePr>
          <p:nvPr>
            <p:ph idx="1"/>
            <p:extLst>
              <p:ext uri="{D42A27DB-BD31-4B8C-83A1-F6EECF244321}">
                <p14:modId xmlns:p14="http://schemas.microsoft.com/office/powerpoint/2010/main" val="3795588183"/>
              </p:ext>
              <p:ext uri="{E7BDC344-281C-4309-B0C6-D0EE65EED2A8}">
                <p202:designPr xmlns:p202="http://schemas.microsoft.com/office/powerpoint/2020/02/main">
                  <p202:designTagLst>
                    <p202:designTag name="ARCH:1:CLS" val="InformationBlock"/>
                    <p202:designTag name="ARCH:1:VSVAR" val="VisualTitledTextBox"/>
                  </p202:designTagLst>
                </p202:designPr>
              </p:ext>
            </p:extLst>
          </p:nvPr>
        </p:nvGraphicFramePr>
        <p:xfrm>
          <a:off x="5387542" y="548639"/>
          <a:ext cx="6189780" cy="58613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547645879"/>
      </p:ext>
    </p:extLst>
  </p:cSld>
  <p:clrMapOvr>
    <a:masterClrMapping/>
  </p:clrMapOvr>
  <p:transition>
    <p:fade/>
  </p:transition>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CE0126-2835-407B-740F-E23035BF1220}"/>
              </a:ext>
            </a:extLst>
          </p:cNvPr>
          <p:cNvSpPr>
            <a:spLocks noGrp="1"/>
          </p:cNvSpPr>
          <p:nvPr>
            <p:ph type="title"/>
          </p:nvPr>
        </p:nvSpPr>
        <p:spPr>
          <a:xfrm>
            <a:off x="337076" y="-665055"/>
            <a:ext cx="6035040" cy="1529932"/>
          </a:xfrm>
        </p:spPr>
        <p:txBody>
          <a:bodyPr vert="horz" lIns="91440" tIns="45720" rIns="91440" bIns="45720" rtlCol="0" anchor="b">
            <a:normAutofit/>
          </a:bodyPr>
          <a:lstStyle/>
          <a:p>
            <a:r>
              <a:rPr lang="en-US" sz="3600" b="1" kern="1200" dirty="0">
                <a:solidFill>
                  <a:schemeClr val="tx1"/>
                </a:solidFill>
                <a:latin typeface="+mj-lt"/>
                <a:ea typeface="+mj-ea"/>
                <a:cs typeface="+mj-cs"/>
              </a:rPr>
              <a:t>OWASP</a:t>
            </a:r>
          </a:p>
        </p:txBody>
      </p:sp>
      <p:pic>
        <p:nvPicPr>
          <p:cNvPr id="5" name="Content Placeholder 4" descr="Digital concept which shows abstract network and concept of security optimisation and internet technology  ">
            <a:extLst>
              <a:ext uri="{FF2B5EF4-FFF2-40B4-BE49-F238E27FC236}">
                <a16:creationId xmlns:a16="http://schemas.microsoft.com/office/drawing/2014/main" id="{69009159-5F66-4336-B52C-FAEF631C5355}"/>
              </a:ext>
            </a:extLst>
          </p:cNvPr>
          <p:cNvPicPr>
            <a:picLocks noGrp="1" noChangeAspect="1"/>
          </p:cNvPicPr>
          <p:nvPr>
            <p:ph sz="half" idx="1"/>
          </p:nvPr>
        </p:nvPicPr>
        <p:blipFill>
          <a:blip r:embed="rId3"/>
          <a:srcRect l="25249" r="28817"/>
          <a:stretch>
            <a:fillRect/>
          </a:stretch>
        </p:blipFill>
        <p:spPr>
          <a:xfrm>
            <a:off x="7345680" y="10"/>
            <a:ext cx="4846320" cy="6857990"/>
          </a:xfrm>
          <a:prstGeom prst="rect">
            <a:avLst/>
          </a:prstGeom>
        </p:spPr>
      </p:pic>
      <p:sp>
        <p:nvSpPr>
          <p:cNvPr id="4" name="Content Placeholder 3">
            <a:extLst>
              <a:ext uri="{FF2B5EF4-FFF2-40B4-BE49-F238E27FC236}">
                <a16:creationId xmlns:a16="http://schemas.microsoft.com/office/drawing/2014/main" id="{84E67E45-AAAE-AF31-AFB0-344265BCB5F4}"/>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337076" y="1686755"/>
            <a:ext cx="6035041" cy="4096512"/>
          </a:xfrm>
        </p:spPr>
        <p:txBody>
          <a:bodyPr>
            <a:normAutofit/>
          </a:bodyPr>
          <a:lstStyle/>
          <a:p>
            <a:pPr marL="0" indent="0">
              <a:spcBef>
                <a:spcPts val="2500"/>
              </a:spcBef>
              <a:buFont typeface="Arial" panose="020B0604020202020204" pitchFamily="34" charset="0"/>
              <a:buNone/>
            </a:pPr>
            <a:r>
              <a:rPr lang="en-US" sz="1400" b="1" dirty="0"/>
              <a:t>Global Software Security Initiative</a:t>
            </a:r>
          </a:p>
          <a:p>
            <a:pPr marL="0" lvl="1" indent="0">
              <a:buNone/>
            </a:pPr>
            <a:r>
              <a:rPr lang="en-US" sz="1400" dirty="0"/>
              <a:t>OWASP (Open Web Application Security Project) is an international non-profit organization dedicated to enhancing web application security worldwide.</a:t>
            </a:r>
          </a:p>
          <a:p>
            <a:pPr marL="0" indent="0">
              <a:spcBef>
                <a:spcPts val="2500"/>
              </a:spcBef>
              <a:buFont typeface="Arial" panose="020B0604020202020204" pitchFamily="34" charset="0"/>
              <a:buNone/>
            </a:pPr>
            <a:r>
              <a:rPr lang="en-US" sz="1400" b="1" dirty="0"/>
              <a:t>Freely Available Resources</a:t>
            </a:r>
          </a:p>
          <a:p>
            <a:pPr marL="0" lvl="1" indent="0">
              <a:buFont typeface="Arial" panose="020B0604020202020204" pitchFamily="34" charset="0"/>
              <a:buNone/>
            </a:pPr>
            <a:r>
              <a:rPr lang="en-US" sz="1400" dirty="0"/>
              <a:t>OWASP offers open access to security tools, detailed documentation, and active community-led projects.</a:t>
            </a:r>
          </a:p>
          <a:p>
            <a:pPr marL="0" indent="0">
              <a:spcBef>
                <a:spcPts val="2500"/>
              </a:spcBef>
              <a:buFont typeface="Arial" panose="020B0604020202020204" pitchFamily="34" charset="0"/>
              <a:buNone/>
            </a:pPr>
            <a:r>
              <a:rPr lang="en-US" sz="1400" b="1" dirty="0"/>
              <a:t>OWASP Top Ten Risks</a:t>
            </a:r>
          </a:p>
          <a:p>
            <a:pPr marL="0" lvl="1" indent="0">
              <a:buFont typeface="Arial" panose="020B0604020202020204" pitchFamily="34" charset="0"/>
              <a:buNone/>
            </a:pPr>
            <a:r>
              <a:rPr lang="en-US" sz="1400" dirty="0"/>
              <a:t>The OWASP Top Ten is widely recognized as the key list for critical web application security risks.</a:t>
            </a:r>
          </a:p>
        </p:txBody>
      </p:sp>
    </p:spTree>
    <p:extLst>
      <p:ext uri="{BB962C8B-B14F-4D97-AF65-F5344CB8AC3E}">
        <p14:creationId xmlns:p14="http://schemas.microsoft.com/office/powerpoint/2010/main" val="1988604841"/>
      </p:ext>
    </p:extLst>
  </p:cSld>
  <p:clrMapOvr>
    <a:masterClrMapping/>
  </p:clrMapOvr>
  <p:transition>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Depth">
  <a:themeElements>
    <a:clrScheme name="Depth">
      <a:dk1>
        <a:sysClr val="windowText" lastClr="000000"/>
      </a:dk1>
      <a:lt1>
        <a:sysClr val="window" lastClr="FFFFFF"/>
      </a:lt1>
      <a:dk2>
        <a:srgbClr val="455F51"/>
      </a:dk2>
      <a:lt2>
        <a:srgbClr val="94D7E4"/>
      </a:lt2>
      <a:accent1>
        <a:srgbClr val="41AEBD"/>
      </a:accent1>
      <a:accent2>
        <a:srgbClr val="97E9D5"/>
      </a:accent2>
      <a:accent3>
        <a:srgbClr val="A2CF49"/>
      </a:accent3>
      <a:accent4>
        <a:srgbClr val="608F3D"/>
      </a:accent4>
      <a:accent5>
        <a:srgbClr val="F4DE3A"/>
      </a:accent5>
      <a:accent6>
        <a:srgbClr val="FCB11C"/>
      </a:accent6>
      <a:hlink>
        <a:srgbClr val="FBCA98"/>
      </a:hlink>
      <a:folHlink>
        <a:srgbClr val="D3B86D"/>
      </a:folHlink>
    </a:clrScheme>
    <a:fontScheme name="Depth">
      <a:majorFont>
        <a:latin typeface="Corbel"/>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pth">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epth" id="{7BEAFC2A-325C-49C4-AC08-2B765DA903F9}" vid="{1735E755-43E6-43AA-ABA2-C989ECC79AF5}"/>
    </a:ext>
  </a:extLst>
</a:theme>
</file>

<file path=ppt/theme/theme3.xml><?xml version="1.0" encoding="utf-8"?>
<a:theme xmlns:a="http://schemas.openxmlformats.org/drawingml/2006/main" name="Dune">
  <a:themeElements>
    <a:clrScheme name="Dune">
      <a:dk1>
        <a:srgbClr val="131313"/>
      </a:dk1>
      <a:lt1>
        <a:sysClr val="window" lastClr="FFFFFF"/>
      </a:lt1>
      <a:dk2>
        <a:srgbClr val="272D2B"/>
      </a:dk2>
      <a:lt2>
        <a:srgbClr val="F0EDE6"/>
      </a:lt2>
      <a:accent1>
        <a:srgbClr val="647E6B"/>
      </a:accent1>
      <a:accent2>
        <a:srgbClr val="476262"/>
      </a:accent2>
      <a:accent3>
        <a:srgbClr val="9B8C69"/>
      </a:accent3>
      <a:accent4>
        <a:srgbClr val="BA988C"/>
      </a:accent4>
      <a:accent5>
        <a:srgbClr val="A27C7C"/>
      </a:accent5>
      <a:accent6>
        <a:srgbClr val="79958B"/>
      </a:accent6>
      <a:hlink>
        <a:srgbClr val="476262"/>
      </a:hlink>
      <a:folHlink>
        <a:srgbClr val="A27C7C"/>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une" id="{826328CA-5F67-4711-B85D-145ABD90F0C2}" vid="{19057A55-7D5A-4630-9E53-CA5ED6447771}"/>
    </a:ext>
  </a:extLst>
</a:theme>
</file>

<file path=ppt/theme/theme4.xml><?xml version="1.0" encoding="utf-8"?>
<a:theme xmlns:a="http://schemas.openxmlformats.org/drawingml/2006/main" name="Portal">
  <a:themeElements>
    <a:clrScheme name="Portal">
      <a:dk1>
        <a:sysClr val="windowText" lastClr="000000"/>
      </a:dk1>
      <a:lt1>
        <a:sysClr val="window" lastClr="FFFFFF"/>
      </a:lt1>
      <a:dk2>
        <a:srgbClr val="051618"/>
      </a:dk2>
      <a:lt2>
        <a:srgbClr val="EEEEE7"/>
      </a:lt2>
      <a:accent1>
        <a:srgbClr val="2E744E"/>
      </a:accent1>
      <a:accent2>
        <a:srgbClr val="64924A"/>
      </a:accent2>
      <a:accent3>
        <a:srgbClr val="A9A747"/>
      </a:accent3>
      <a:accent4>
        <a:srgbClr val="20758C"/>
      </a:accent4>
      <a:accent5>
        <a:srgbClr val="23958F"/>
      </a:accent5>
      <a:accent6>
        <a:srgbClr val="E48754"/>
      </a:accent6>
      <a:hlink>
        <a:srgbClr val="64924A"/>
      </a:hlink>
      <a:folHlink>
        <a:srgbClr val="23958F"/>
      </a:folHlink>
    </a:clrScheme>
    <a:fontScheme name="Portal">
      <a:majorFont>
        <a:latin typeface="Trade Gothic Next Cond"/>
        <a:ea typeface=""/>
        <a:cs typeface=""/>
      </a:majorFont>
      <a:minorFont>
        <a:latin typeface="Trade Gothic Next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ortal" id="{0ABBBF5E-3148-4678-B376-37E3B053AF96}" vid="{A0700DDD-AFAF-45FE-A421-C7B91699B312}"/>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50105630722B1499A7303032CEA7F5F" ma:contentTypeVersion="12" ma:contentTypeDescription="Create a new document." ma:contentTypeScope="" ma:versionID="765815ffacd4d6a9be3ce4f6cc57c090">
  <xsd:schema xmlns:xsd="http://www.w3.org/2001/XMLSchema" xmlns:xs="http://www.w3.org/2001/XMLSchema" xmlns:p="http://schemas.microsoft.com/office/2006/metadata/properties" xmlns:ns2="e19d18e7-b6f4-44b2-a30d-039416a1afd5" xmlns:ns3="ab77c976-bbb5-4b8d-ac68-f4e8fdd654ca" targetNamespace="http://schemas.microsoft.com/office/2006/metadata/properties" ma:root="true" ma:fieldsID="43d01c475b9759884a44d07c6dc1fdcd" ns2:_="" ns3:_="">
    <xsd:import namespace="e19d18e7-b6f4-44b2-a30d-039416a1afd5"/>
    <xsd:import namespace="ab77c976-bbb5-4b8d-ac68-f4e8fdd654ca"/>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ObjectDetectorVersions"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SearchProperties"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19d18e7-b6f4-44b2-a30d-039416a1afd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3ca7166d-de03-4c3e-865e-07adad3d8bb9" ma:termSetId="09814cd3-568e-fe90-9814-8d621ff8fb84" ma:anchorId="fba54fb3-c3e1-fe81-a776-ca4b69148c4d" ma:open="true" ma:isKeyword="false">
      <xsd:complexType>
        <xsd:sequence>
          <xsd:element ref="pc:Terms" minOccurs="0" maxOccurs="1"/>
        </xsd:sequence>
      </xsd:complexType>
    </xsd:element>
    <xsd:element name="MediaServiceSearchProperties" ma:index="18" nillable="true" ma:displayName="MediaServiceSearchProperties" ma:hidden="true" ma:internalName="MediaServiceSearchProperties" ma:readOnly="true">
      <xsd:simpleType>
        <xsd:restriction base="dms:Note"/>
      </xsd:simple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ab77c976-bbb5-4b8d-ac68-f4e8fdd654ca"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2a6ecbd1-8ffd-4f7f-8d0a-9e61c4c5d8fa}" ma:internalName="TaxCatchAll" ma:showField="CatchAllData" ma:web="ab77c976-bbb5-4b8d-ac68-f4e8fdd654c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e19d18e7-b6f4-44b2-a30d-039416a1afd5">
      <Terms xmlns="http://schemas.microsoft.com/office/infopath/2007/PartnerControls"/>
    </lcf76f155ced4ddcb4097134ff3c332f>
    <TaxCatchAll xmlns="ab77c976-bbb5-4b8d-ac68-f4e8fdd654ca" xsi:nil="true"/>
  </documentManagement>
</p:properties>
</file>

<file path=customXml/itemProps1.xml><?xml version="1.0" encoding="utf-8"?>
<ds:datastoreItem xmlns:ds="http://schemas.openxmlformats.org/officeDocument/2006/customXml" ds:itemID="{FDB48185-BF8A-4BA4-AAE1-A72E469BC67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19d18e7-b6f4-44b2-a30d-039416a1afd5"/>
    <ds:schemaRef ds:uri="ab77c976-bbb5-4b8d-ac68-f4e8fdd654c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32D02EA-0412-49AA-9BF8-736A417AF375}">
  <ds:schemaRefs>
    <ds:schemaRef ds:uri="http://schemas.microsoft.com/sharepoint/v3/contenttype/forms"/>
  </ds:schemaRefs>
</ds:datastoreItem>
</file>

<file path=customXml/itemProps3.xml><?xml version="1.0" encoding="utf-8"?>
<ds:datastoreItem xmlns:ds="http://schemas.openxmlformats.org/officeDocument/2006/customXml" ds:itemID="{154043A5-89C4-4683-8BF5-7F5B95559A56}">
  <ds:schemaRefs>
    <ds:schemaRef ds:uri="http://schemas.microsoft.com/office/2006/metadata/properties"/>
    <ds:schemaRef ds:uri="http://schemas.microsoft.com/office/infopath/2007/PartnerControls"/>
    <ds:schemaRef ds:uri="e19d18e7-b6f4-44b2-a30d-039416a1afd5"/>
    <ds:schemaRef ds:uri="ab77c976-bbb5-4b8d-ac68-f4e8fdd654ca"/>
  </ds:schemaRefs>
</ds:datastoreItem>
</file>

<file path=docProps/app.xml><?xml version="1.0" encoding="utf-8"?>
<Properties xmlns="http://schemas.openxmlformats.org/officeDocument/2006/extended-properties" xmlns:vt="http://schemas.openxmlformats.org/officeDocument/2006/docPropsVTypes">
  <TotalTime>1847</TotalTime>
  <Words>3557</Words>
  <Application>Microsoft Office PowerPoint</Application>
  <PresentationFormat>Widescreen</PresentationFormat>
  <Paragraphs>441</Paragraphs>
  <Slides>51</Slides>
  <Notes>51</Notes>
  <HiddenSlides>0</HiddenSlides>
  <MMClips>0</MMClips>
  <ScaleCrop>false</ScaleCrop>
  <HeadingPairs>
    <vt:vector size="4" baseType="variant">
      <vt:variant>
        <vt:lpstr>Theme</vt:lpstr>
      </vt:variant>
      <vt:variant>
        <vt:i4>4</vt:i4>
      </vt:variant>
      <vt:variant>
        <vt:lpstr>Slide Titles</vt:lpstr>
      </vt:variant>
      <vt:variant>
        <vt:i4>51</vt:i4>
      </vt:variant>
    </vt:vector>
  </HeadingPairs>
  <TitlesOfParts>
    <vt:vector size="55" baseType="lpstr">
      <vt:lpstr>Office Theme</vt:lpstr>
      <vt:lpstr>1_Depth</vt:lpstr>
      <vt:lpstr>Dune</vt:lpstr>
      <vt:lpstr>Portal</vt:lpstr>
      <vt:lpstr>PowerPoint Presentation</vt:lpstr>
      <vt:lpstr>PowerPoint Presentation</vt:lpstr>
      <vt:lpstr> 5 Key Attributes </vt:lpstr>
      <vt:lpstr>PowerPoint Presentation</vt:lpstr>
      <vt:lpstr>Structural Shift of Wealth from West to East – Some Data Metrics</vt:lpstr>
      <vt:lpstr>Core Banking Platform Engineering – Security  Architecture </vt:lpstr>
      <vt:lpstr>Security Architecture – Topics Covered</vt:lpstr>
      <vt:lpstr>Authentication </vt:lpstr>
      <vt:lpstr>Authentication Overview</vt:lpstr>
      <vt:lpstr>Authentication – Single Factor and Multi Factor</vt:lpstr>
      <vt:lpstr>Authentication Approaches</vt:lpstr>
      <vt:lpstr>JWT Token</vt:lpstr>
      <vt:lpstr>Authorization</vt:lpstr>
      <vt:lpstr>Role Based Authorization</vt:lpstr>
      <vt:lpstr>Maker-Checker Authorization</vt:lpstr>
      <vt:lpstr>Value Based Authorization</vt:lpstr>
      <vt:lpstr>OAuth2 Protocol</vt:lpstr>
      <vt:lpstr>JWT vs OAuth: Key Differences</vt:lpstr>
      <vt:lpstr>Encryption</vt:lpstr>
      <vt:lpstr>Encryption Overview</vt:lpstr>
      <vt:lpstr>Encryption Types</vt:lpstr>
      <vt:lpstr>Encryption: Rest and Motion</vt:lpstr>
      <vt:lpstr>Data in Motion – API Encryption</vt:lpstr>
      <vt:lpstr>Data in Motion – Event Encryption </vt:lpstr>
      <vt:lpstr>Data at REST -  TDE Encryption for Database</vt:lpstr>
      <vt:lpstr>TDE Challenges</vt:lpstr>
      <vt:lpstr>Column Level Encryption</vt:lpstr>
      <vt:lpstr>TDE vs Column Encryption</vt:lpstr>
      <vt:lpstr>Data at REST - File Encryption</vt:lpstr>
      <vt:lpstr>Encryption General Challenges</vt:lpstr>
      <vt:lpstr>Data Masking</vt:lpstr>
      <vt:lpstr>Data Masking</vt:lpstr>
      <vt:lpstr>Why Data Masking</vt:lpstr>
      <vt:lpstr>Types of Data Masking</vt:lpstr>
      <vt:lpstr>Data Masking Methods</vt:lpstr>
      <vt:lpstr>Security Scanning and Testing </vt:lpstr>
      <vt:lpstr>Why Security Testing Matters in Core Banking</vt:lpstr>
      <vt:lpstr>Types of Security Testing</vt:lpstr>
      <vt:lpstr>SAST – Application Scanning</vt:lpstr>
      <vt:lpstr>SAST -  OSS Scanning</vt:lpstr>
      <vt:lpstr>SAST -  Containers Scanning</vt:lpstr>
      <vt:lpstr>Embedding SAST in CI-CD</vt:lpstr>
      <vt:lpstr>SAST Implementation Challenges</vt:lpstr>
      <vt:lpstr>DAST Overview</vt:lpstr>
      <vt:lpstr>Penetration (PEN) Testing</vt:lpstr>
      <vt:lpstr>Industry Standards</vt:lpstr>
      <vt:lpstr>PCI DSS</vt:lpstr>
      <vt:lpstr>Key PCIDSS Data Fields</vt:lpstr>
      <vt:lpstr>PII Overview</vt:lpstr>
      <vt:lpstr>PII Data Fields</vt:lpstr>
      <vt:lpstr>OWASP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Venu Madhav Miriyala</dc:creator>
  <cp:lastModifiedBy>Venu Madhav Miriyala</cp:lastModifiedBy>
  <cp:revision>22</cp:revision>
  <dcterms:created xsi:type="dcterms:W3CDTF">2025-09-16T07:11:12Z</dcterms:created>
  <dcterms:modified xsi:type="dcterms:W3CDTF">2025-11-05T12:37:51Z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0x010100E50105630722B1499A7303032CEA7F5F</vt:lpwstr>
  </property>
  <property fmtid="{D5CDD505-2E9C-101B-9397-08002B2CF9AE}" pid="3" name="MediaServiceImageTags">
    <vt:lpwstr/>
  </property>
</Properties>
</file>